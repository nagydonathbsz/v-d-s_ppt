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binary" PartName="/ppt/metadata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package.core-properties+xml" PartName="/docProps/core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48" r:id="rId4"/>
    <p:sldMasterId id="2147483681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</p:sldIdLst>
  <p:sldSz cy="5143500" cx="9144000"/>
  <p:notesSz cx="6858000" cy="9144000"/>
  <p:embeddedFontLst>
    <p:embeddedFont>
      <p:font typeface="Proxima Nova"/>
      <p:regular r:id="rId58"/>
      <p:bold r:id="rId59"/>
      <p:italic r:id="rId60"/>
      <p:boldItalic r:id="rId61"/>
    </p:embeddedFont>
    <p:embeddedFont>
      <p:font typeface="Roboto Medium"/>
      <p:regular r:id="rId62"/>
      <p:bold r:id="rId63"/>
      <p:italic r:id="rId64"/>
      <p:boldItalic r:id="rId65"/>
    </p:embeddedFont>
    <p:embeddedFont>
      <p:font typeface="Amatic SC"/>
      <p:regular r:id="rId66"/>
      <p:bold r:id="rId67"/>
    </p:embeddedFont>
    <p:embeddedFont>
      <p:font typeface="Montserrat"/>
      <p:regular r:id="rId68"/>
      <p:bold r:id="rId69"/>
      <p:italic r:id="rId70"/>
      <p:boldItalic r:id="rId71"/>
    </p:embeddedFont>
    <p:embeddedFont>
      <p:font typeface="Lato"/>
      <p:regular r:id="rId72"/>
      <p:bold r:id="rId73"/>
      <p:italic r:id="rId74"/>
      <p:boldItalic r:id="rId75"/>
    </p:embeddedFont>
    <p:embeddedFont>
      <p:font typeface="Gloria Hallelujah"/>
      <p:regular r:id="rId76"/>
    </p:embeddedFont>
    <p:embeddedFont>
      <p:font typeface="Proxima Nova Semibold"/>
      <p:regular r:id="rId77"/>
      <p:bold r:id="rId78"/>
      <p:boldItalic r:id="rId79"/>
    </p:embeddedFont>
    <p:embeddedFont>
      <p:font typeface="Just Another Hand"/>
      <p:regular r:id="rId80"/>
    </p:embeddedFont>
    <p:embeddedFont>
      <p:font typeface="Open Sans"/>
      <p:regular r:id="rId81"/>
      <p:bold r:id="rId82"/>
      <p:italic r:id="rId83"/>
      <p:boldItalic r:id="rId8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GoogleSlidesCustomDataVersion2">
      <go:slidesCustomData xmlns:go="http://customooxmlschemas.google.com/" r:id="rId85" roundtripDataSignature="AMtx7miY8PSucn3cYOkx5rN9Sa4i+432Mw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92ABF498-3478-4382-BA07-A6E80585BB65}">
  <a:tblStyle styleId="{92ABF498-3478-4382-BA07-A6E80585BB65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 b="off" i="off"/>
    </a:band1H>
    <a:band2H>
      <a:tcTxStyle b="off" i="off"/>
    </a:band2H>
    <a:band1V>
      <a:tcTxStyle b="off" i="off"/>
    </a:band1V>
    <a:band2V>
      <a:tcTxStyle b="off" i="off"/>
    </a:band2V>
    <a:lastCol>
      <a:tcTxStyle b="off" i="off"/>
    </a:lastCol>
    <a:firstCol>
      <a:tcTxStyle b="off" i="off"/>
    </a:firstCol>
    <a:lastRow>
      <a:tcTxStyle b="off" i="off"/>
    </a:lastRow>
    <a:seCell>
      <a:tcTxStyle b="off" i="off"/>
    </a:seCell>
    <a:swCell>
      <a:tcTxStyle b="off" i="off"/>
    </a:swCell>
    <a:firstRow>
      <a:tcTxStyle b="off" i="off"/>
    </a:firstRow>
    <a:neCell>
      <a:tcTxStyle b="off" i="off"/>
    </a:neCell>
    <a:nwCell>
      <a:tcTxStyle b="off" i="off"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OpenSans-boldItalic.fntdata"/><Relationship Id="rId83" Type="http://schemas.openxmlformats.org/officeDocument/2006/relationships/font" Target="fonts/OpenSans-italic.fntdata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85" Type="http://customschemas.google.com/relationships/presentationmetadata" Target="metadata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JustAnotherHand-regular.fntdata"/><Relationship Id="rId82" Type="http://schemas.openxmlformats.org/officeDocument/2006/relationships/font" Target="fonts/OpenSans-bold.fntdata"/><Relationship Id="rId81" Type="http://schemas.openxmlformats.org/officeDocument/2006/relationships/font" Target="fonts/OpenSans-regular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Lato-bold.fntdata"/><Relationship Id="rId72" Type="http://schemas.openxmlformats.org/officeDocument/2006/relationships/font" Target="fonts/Lato-regular.fntdata"/><Relationship Id="rId31" Type="http://schemas.openxmlformats.org/officeDocument/2006/relationships/slide" Target="slides/slide25.xml"/><Relationship Id="rId75" Type="http://schemas.openxmlformats.org/officeDocument/2006/relationships/font" Target="fonts/Lato-boldItalic.fntdata"/><Relationship Id="rId30" Type="http://schemas.openxmlformats.org/officeDocument/2006/relationships/slide" Target="slides/slide24.xml"/><Relationship Id="rId74" Type="http://schemas.openxmlformats.org/officeDocument/2006/relationships/font" Target="fonts/Lato-italic.fntdata"/><Relationship Id="rId33" Type="http://schemas.openxmlformats.org/officeDocument/2006/relationships/slide" Target="slides/slide27.xml"/><Relationship Id="rId77" Type="http://schemas.openxmlformats.org/officeDocument/2006/relationships/font" Target="fonts/ProximaNovaSemibold-regular.fntdata"/><Relationship Id="rId32" Type="http://schemas.openxmlformats.org/officeDocument/2006/relationships/slide" Target="slides/slide26.xml"/><Relationship Id="rId76" Type="http://schemas.openxmlformats.org/officeDocument/2006/relationships/font" Target="fonts/GloriaHallelujah-regular.fntdata"/><Relationship Id="rId35" Type="http://schemas.openxmlformats.org/officeDocument/2006/relationships/slide" Target="slides/slide29.xml"/><Relationship Id="rId79" Type="http://schemas.openxmlformats.org/officeDocument/2006/relationships/font" Target="fonts/ProximaNovaSemibold-boldItalic.fntdata"/><Relationship Id="rId34" Type="http://schemas.openxmlformats.org/officeDocument/2006/relationships/slide" Target="slides/slide28.xml"/><Relationship Id="rId78" Type="http://schemas.openxmlformats.org/officeDocument/2006/relationships/font" Target="fonts/ProximaNovaSemibold-bold.fntdata"/><Relationship Id="rId71" Type="http://schemas.openxmlformats.org/officeDocument/2006/relationships/font" Target="fonts/Montserrat-boldItalic.fntdata"/><Relationship Id="rId70" Type="http://schemas.openxmlformats.org/officeDocument/2006/relationships/font" Target="fonts/Montserrat-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RobotoMedium-italic.fntdata"/><Relationship Id="rId63" Type="http://schemas.openxmlformats.org/officeDocument/2006/relationships/font" Target="fonts/RobotoMedium-bold.fntdata"/><Relationship Id="rId22" Type="http://schemas.openxmlformats.org/officeDocument/2006/relationships/slide" Target="slides/slide16.xml"/><Relationship Id="rId66" Type="http://schemas.openxmlformats.org/officeDocument/2006/relationships/font" Target="fonts/AmaticSC-regular.fntdata"/><Relationship Id="rId21" Type="http://schemas.openxmlformats.org/officeDocument/2006/relationships/slide" Target="slides/slide15.xml"/><Relationship Id="rId65" Type="http://schemas.openxmlformats.org/officeDocument/2006/relationships/font" Target="fonts/RobotoMedium-boldItalic.fntdata"/><Relationship Id="rId24" Type="http://schemas.openxmlformats.org/officeDocument/2006/relationships/slide" Target="slides/slide18.xml"/><Relationship Id="rId68" Type="http://schemas.openxmlformats.org/officeDocument/2006/relationships/font" Target="fonts/Montserrat-regular.fntdata"/><Relationship Id="rId23" Type="http://schemas.openxmlformats.org/officeDocument/2006/relationships/slide" Target="slides/slide17.xml"/><Relationship Id="rId67" Type="http://schemas.openxmlformats.org/officeDocument/2006/relationships/font" Target="fonts/AmaticSC-bold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Montserrat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slide" Target="slides/slide51.xml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984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984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984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984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984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984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984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4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p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46" name="Google Shape;246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p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61" name="Google Shape;261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69" name="Google Shape;269;p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3" name="Shape 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Google Shape;274;p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75" name="Google Shape;275;p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p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02" name="Google Shape;302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10" name="Google Shape;310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7" name="Google Shape;327;p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p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50" name="Google Shape;350;p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7" name="Shape 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Google Shape;358;p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59" name="Google Shape;359;p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p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66" name="Google Shape;366;p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77" name="Google Shape;377;p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01" name="Google Shape;401;p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40" name="Google Shape;440;p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p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24" name="Google Shape;524;p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p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32" name="Google Shape;532;p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5" name="Shape 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" name="Google Shape;596;p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97" name="Google Shape;597;p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4" name="Shape 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" name="Google Shape;635;p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36" name="Google Shape;636;p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7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p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9" name="Google Shape;649;p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" name="Google Shape;656;p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7" name="Google Shape;657;p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6" name="Shape 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" name="Google Shape;667;p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68" name="Google Shape;668;p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4" name="Shape 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" name="Google Shape;675;p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76" name="Google Shape;676;p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7" name="Shape 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" name="Google Shape;698;p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99" name="Google Shape;699;p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5" name="Shape 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" name="Google Shape;726;p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27" name="Google Shape;727;p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8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p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70" name="Google Shape;770;p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2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" name="Google Shape;783;p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84" name="Google Shape;784;p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3" name="Shape 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" name="Google Shape;794;p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95" name="Google Shape;795;p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4" name="Shape 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" name="Google Shape;805;p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06" name="Google Shape;806;p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" name="Google Shape;812;p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13" name="Google Shape;813;p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24" name="Google Shape;824;p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2" name="Shape 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Google Shape;833;p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34" name="Google Shape;834;p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8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" name="Google Shape;879;p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80" name="Google Shape;880;p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3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5" name="Google Shape;905;p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6" name="Shape 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" name="Google Shape;1167;p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68" name="Google Shape;1168;p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7" name="Shape 1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" name="Google Shape;1188;p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89" name="Google Shape;1189;p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5" name="Shape 1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" name="Google Shape;1196;p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97" name="Google Shape;1197;p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2" name="Shape 1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" name="Google Shape;1203;p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04" name="Google Shape;1204;p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9" name="Shape 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" name="Google Shape;1210;p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11" name="Google Shape;1211;p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4" name="Shape 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5" name="Google Shape;1225;p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26" name="Google Shape;1226;p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3" name="Shape 1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4" name="Google Shape;1564;p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565" name="Google Shape;1565;p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50" name="Shape 4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1" name="Google Shape;4351;p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352" name="Google Shape;4352;p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69" name="Shape 4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0" name="Google Shape;4770;p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771" name="Google Shape;4771;p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39" name="Shape 4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0" name="Google Shape;4940;p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941" name="Google Shape;4941;p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44" name="Shape 5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" name="Google Shape;5345;p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346" name="Google Shape;5346;p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24" name="Shape 5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5" name="Google Shape;5725;p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726" name="Google Shape;5726;p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38" name="Shape 6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9" name="Google Shape;6139;p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140" name="Google Shape;6140;p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99" name="Shape 6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0" name="Google Shape;6500;p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01" name="Google Shape;6501;p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09" name="Shape 7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0" name="Google Shape;7010;p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011" name="Google Shape;7011;p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29" name="Shape 7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0" name="Google Shape;7630;p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631" name="Google Shape;7631;p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23" name="Shape 8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4" name="Google Shape;8224;p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225" name="Google Shape;8225;p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44" name="Shape 8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5" name="Google Shape;8545;p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546" name="Google Shape;8546;p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52" name="Shape 8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3" name="Google Shape;8853;p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854" name="Google Shape;8854;p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53"/>
          <p:cNvSpPr txBox="1"/>
          <p:nvPr>
            <p:ph type="ctrTitle"/>
          </p:nvPr>
        </p:nvSpPr>
        <p:spPr>
          <a:xfrm>
            <a:off x="3534100" y="1835525"/>
            <a:ext cx="2075700" cy="1620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0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" name="Google Shape;10;p53"/>
          <p:cNvSpPr txBox="1"/>
          <p:nvPr>
            <p:ph idx="1" type="subTitle"/>
          </p:nvPr>
        </p:nvSpPr>
        <p:spPr>
          <a:xfrm>
            <a:off x="3553189" y="4133847"/>
            <a:ext cx="2037600" cy="59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54"/>
          <p:cNvSpPr/>
          <p:nvPr/>
        </p:nvSpPr>
        <p:spPr>
          <a:xfrm rot="391151">
            <a:off x="5855051" y="-44364"/>
            <a:ext cx="3599018" cy="1290927"/>
          </a:xfrm>
          <a:custGeom>
            <a:rect b="b" l="l" r="r" t="t"/>
            <a:pathLst>
              <a:path extrusionOk="0" h="48532" w="135304">
                <a:moveTo>
                  <a:pt x="15360" y="0"/>
                </a:moveTo>
                <a:cubicBezTo>
                  <a:pt x="4729" y="3190"/>
                  <a:pt x="-5930" y="26512"/>
                  <a:pt x="4071" y="31327"/>
                </a:cubicBezTo>
                <a:cubicBezTo>
                  <a:pt x="15728" y="36940"/>
                  <a:pt x="30668" y="28358"/>
                  <a:pt x="41606" y="21449"/>
                </a:cubicBezTo>
                <a:cubicBezTo>
                  <a:pt x="46689" y="18238"/>
                  <a:pt x="53538" y="11904"/>
                  <a:pt x="58540" y="15240"/>
                </a:cubicBezTo>
                <a:cubicBezTo>
                  <a:pt x="67690" y="21342"/>
                  <a:pt x="42079" y="44536"/>
                  <a:pt x="52613" y="47696"/>
                </a:cubicBezTo>
                <a:cubicBezTo>
                  <a:pt x="64984" y="51408"/>
                  <a:pt x="78020" y="41201"/>
                  <a:pt x="89020" y="34431"/>
                </a:cubicBezTo>
                <a:cubicBezTo>
                  <a:pt x="96646" y="29738"/>
                  <a:pt x="105926" y="28517"/>
                  <a:pt x="114420" y="25682"/>
                </a:cubicBezTo>
                <a:cubicBezTo>
                  <a:pt x="119376" y="24028"/>
                  <a:pt x="124703" y="20363"/>
                  <a:pt x="129660" y="22014"/>
                </a:cubicBezTo>
                <a:cubicBezTo>
                  <a:pt x="132952" y="23111"/>
                  <a:pt x="132850" y="28308"/>
                  <a:pt x="135304" y="3076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54"/>
          <p:cNvSpPr txBox="1"/>
          <p:nvPr>
            <p:ph type="title"/>
          </p:nvPr>
        </p:nvSpPr>
        <p:spPr>
          <a:xfrm>
            <a:off x="583849" y="48905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4" name="Google Shape;14;p54"/>
          <p:cNvSpPr txBox="1"/>
          <p:nvPr>
            <p:ph idx="1" type="body"/>
          </p:nvPr>
        </p:nvSpPr>
        <p:spPr>
          <a:xfrm>
            <a:off x="614425" y="1446325"/>
            <a:ext cx="7919400" cy="283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marR="50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1050">
                <a:solidFill>
                  <a:srgbClr val="000000"/>
                </a:solidFill>
              </a:defRPr>
            </a:lvl1pPr>
            <a:lvl2pPr indent="-3175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  <a:defRPr>
                <a:solidFill>
                  <a:srgbClr val="000000"/>
                </a:solidFill>
              </a:defRPr>
            </a:lvl2pPr>
            <a:lvl3pPr indent="-3175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  <a:defRPr>
                <a:solidFill>
                  <a:srgbClr val="000000"/>
                </a:solidFill>
              </a:defRPr>
            </a:lvl3pPr>
            <a:lvl4pPr indent="-3175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  <a:defRPr>
                <a:solidFill>
                  <a:srgbClr val="000000"/>
                </a:solidFill>
              </a:defRPr>
            </a:lvl4pPr>
            <a:lvl5pPr indent="-3175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  <a:defRPr>
                <a:solidFill>
                  <a:srgbClr val="000000"/>
                </a:solidFill>
              </a:defRPr>
            </a:lvl5pPr>
            <a:lvl6pPr indent="-3175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  <a:defRPr>
                <a:solidFill>
                  <a:srgbClr val="000000"/>
                </a:solidFill>
              </a:defRPr>
            </a:lvl6pPr>
            <a:lvl7pPr indent="-3175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  <a:defRPr>
                <a:solidFill>
                  <a:srgbClr val="000000"/>
                </a:solidFill>
              </a:defRPr>
            </a:lvl7pPr>
            <a:lvl8pPr indent="-3175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  <a:defRPr>
                <a:solidFill>
                  <a:srgbClr val="000000"/>
                </a:solidFill>
              </a:defRPr>
            </a:lvl8pPr>
            <a:lvl9pPr indent="-3175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000000"/>
              </a:buClr>
              <a:buSzPts val="1400"/>
              <a:buChar char="■"/>
              <a:defRPr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2">
  <p:cSld name="CUSTOM_13">
    <p:bg>
      <p:bgPr>
        <a:solidFill>
          <a:schemeClr val="accent2"/>
        </a:solid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oogle Shape;16;p55"/>
          <p:cNvGrpSpPr/>
          <p:nvPr/>
        </p:nvGrpSpPr>
        <p:grpSpPr>
          <a:xfrm>
            <a:off x="6862297" y="-847850"/>
            <a:ext cx="3437685" cy="2622329"/>
            <a:chOff x="6862297" y="-847850"/>
            <a:chExt cx="3437685" cy="2622329"/>
          </a:xfrm>
        </p:grpSpPr>
        <p:sp>
          <p:nvSpPr>
            <p:cNvPr id="17" name="Google Shape;17;p55"/>
            <p:cNvSpPr/>
            <p:nvPr/>
          </p:nvSpPr>
          <p:spPr>
            <a:xfrm>
              <a:off x="6862297" y="-847850"/>
              <a:ext cx="3437685" cy="2622329"/>
            </a:xfrm>
            <a:custGeom>
              <a:rect b="b" l="l" r="r" t="t"/>
              <a:pathLst>
                <a:path extrusionOk="0" h="124591" w="190348">
                  <a:moveTo>
                    <a:pt x="69386" y="0"/>
                  </a:moveTo>
                  <a:cubicBezTo>
                    <a:pt x="65514" y="0"/>
                    <a:pt x="62125" y="2698"/>
                    <a:pt x="58530" y="4136"/>
                  </a:cubicBezTo>
                  <a:cubicBezTo>
                    <a:pt x="47037" y="8733"/>
                    <a:pt x="34495" y="10244"/>
                    <a:pt x="22862" y="14475"/>
                  </a:cubicBezTo>
                  <a:cubicBezTo>
                    <a:pt x="16185" y="16903"/>
                    <a:pt x="8243" y="17724"/>
                    <a:pt x="3218" y="22746"/>
                  </a:cubicBezTo>
                  <a:cubicBezTo>
                    <a:pt x="230" y="25732"/>
                    <a:pt x="-702" y="31144"/>
                    <a:pt x="633" y="35152"/>
                  </a:cubicBezTo>
                  <a:cubicBezTo>
                    <a:pt x="2252" y="40013"/>
                    <a:pt x="8680" y="41943"/>
                    <a:pt x="10972" y="46525"/>
                  </a:cubicBezTo>
                  <a:cubicBezTo>
                    <a:pt x="13834" y="52245"/>
                    <a:pt x="14642" y="59747"/>
                    <a:pt x="19760" y="63583"/>
                  </a:cubicBezTo>
                  <a:cubicBezTo>
                    <a:pt x="24878" y="67419"/>
                    <a:pt x="32296" y="67848"/>
                    <a:pt x="36819" y="72371"/>
                  </a:cubicBezTo>
                  <a:cubicBezTo>
                    <a:pt x="48197" y="83749"/>
                    <a:pt x="55511" y="100327"/>
                    <a:pt x="69903" y="107523"/>
                  </a:cubicBezTo>
                  <a:cubicBezTo>
                    <a:pt x="88885" y="117014"/>
                    <a:pt x="111442" y="116411"/>
                    <a:pt x="132452" y="119412"/>
                  </a:cubicBezTo>
                  <a:cubicBezTo>
                    <a:pt x="137108" y="120077"/>
                    <a:pt x="141887" y="120188"/>
                    <a:pt x="146409" y="121480"/>
                  </a:cubicBezTo>
                  <a:cubicBezTo>
                    <a:pt x="150633" y="122687"/>
                    <a:pt x="155253" y="125697"/>
                    <a:pt x="159332" y="124065"/>
                  </a:cubicBezTo>
                  <a:cubicBezTo>
                    <a:pt x="171725" y="119106"/>
                    <a:pt x="178411" y="104709"/>
                    <a:pt x="190348" y="98735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55"/>
            <p:cNvSpPr/>
            <p:nvPr/>
          </p:nvSpPr>
          <p:spPr>
            <a:xfrm>
              <a:off x="7385213" y="-612757"/>
              <a:ext cx="2606816" cy="1988472"/>
            </a:xfrm>
            <a:custGeom>
              <a:rect b="b" l="l" r="r" t="t"/>
              <a:pathLst>
                <a:path extrusionOk="0" h="124591" w="190348">
                  <a:moveTo>
                    <a:pt x="69386" y="0"/>
                  </a:moveTo>
                  <a:cubicBezTo>
                    <a:pt x="65514" y="0"/>
                    <a:pt x="62125" y="2698"/>
                    <a:pt x="58530" y="4136"/>
                  </a:cubicBezTo>
                  <a:cubicBezTo>
                    <a:pt x="47037" y="8733"/>
                    <a:pt x="34495" y="10244"/>
                    <a:pt x="22862" y="14475"/>
                  </a:cubicBezTo>
                  <a:cubicBezTo>
                    <a:pt x="16185" y="16903"/>
                    <a:pt x="8243" y="17724"/>
                    <a:pt x="3218" y="22746"/>
                  </a:cubicBezTo>
                  <a:cubicBezTo>
                    <a:pt x="230" y="25732"/>
                    <a:pt x="-702" y="31144"/>
                    <a:pt x="633" y="35152"/>
                  </a:cubicBezTo>
                  <a:cubicBezTo>
                    <a:pt x="2252" y="40013"/>
                    <a:pt x="8680" y="41943"/>
                    <a:pt x="10972" y="46525"/>
                  </a:cubicBezTo>
                  <a:cubicBezTo>
                    <a:pt x="13834" y="52245"/>
                    <a:pt x="14642" y="59747"/>
                    <a:pt x="19760" y="63583"/>
                  </a:cubicBezTo>
                  <a:cubicBezTo>
                    <a:pt x="24878" y="67419"/>
                    <a:pt x="32296" y="67848"/>
                    <a:pt x="36819" y="72371"/>
                  </a:cubicBezTo>
                  <a:cubicBezTo>
                    <a:pt x="48197" y="83749"/>
                    <a:pt x="55511" y="100327"/>
                    <a:pt x="69903" y="107523"/>
                  </a:cubicBezTo>
                  <a:cubicBezTo>
                    <a:pt x="88885" y="117014"/>
                    <a:pt x="111442" y="116411"/>
                    <a:pt x="132452" y="119412"/>
                  </a:cubicBezTo>
                  <a:cubicBezTo>
                    <a:pt x="137108" y="120077"/>
                    <a:pt x="141887" y="120188"/>
                    <a:pt x="146409" y="121480"/>
                  </a:cubicBezTo>
                  <a:cubicBezTo>
                    <a:pt x="150633" y="122687"/>
                    <a:pt x="155253" y="125697"/>
                    <a:pt x="159332" y="124065"/>
                  </a:cubicBezTo>
                  <a:cubicBezTo>
                    <a:pt x="171725" y="119106"/>
                    <a:pt x="178411" y="104709"/>
                    <a:pt x="190348" y="98735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55"/>
            <p:cNvSpPr/>
            <p:nvPr/>
          </p:nvSpPr>
          <p:spPr>
            <a:xfrm>
              <a:off x="7939373" y="-278323"/>
              <a:ext cx="1697904" cy="1295123"/>
            </a:xfrm>
            <a:custGeom>
              <a:rect b="b" l="l" r="r" t="t"/>
              <a:pathLst>
                <a:path extrusionOk="0" h="124591" w="190348">
                  <a:moveTo>
                    <a:pt x="69386" y="0"/>
                  </a:moveTo>
                  <a:cubicBezTo>
                    <a:pt x="65514" y="0"/>
                    <a:pt x="62125" y="2698"/>
                    <a:pt x="58530" y="4136"/>
                  </a:cubicBezTo>
                  <a:cubicBezTo>
                    <a:pt x="47037" y="8733"/>
                    <a:pt x="34495" y="10244"/>
                    <a:pt x="22862" y="14475"/>
                  </a:cubicBezTo>
                  <a:cubicBezTo>
                    <a:pt x="16185" y="16903"/>
                    <a:pt x="8243" y="17724"/>
                    <a:pt x="3218" y="22746"/>
                  </a:cubicBezTo>
                  <a:cubicBezTo>
                    <a:pt x="230" y="25732"/>
                    <a:pt x="-702" y="31144"/>
                    <a:pt x="633" y="35152"/>
                  </a:cubicBezTo>
                  <a:cubicBezTo>
                    <a:pt x="2252" y="40013"/>
                    <a:pt x="8680" y="41943"/>
                    <a:pt x="10972" y="46525"/>
                  </a:cubicBezTo>
                  <a:cubicBezTo>
                    <a:pt x="13834" y="52245"/>
                    <a:pt x="14642" y="59747"/>
                    <a:pt x="19760" y="63583"/>
                  </a:cubicBezTo>
                  <a:cubicBezTo>
                    <a:pt x="24878" y="67419"/>
                    <a:pt x="32296" y="67848"/>
                    <a:pt x="36819" y="72371"/>
                  </a:cubicBezTo>
                  <a:cubicBezTo>
                    <a:pt x="48197" y="83749"/>
                    <a:pt x="55511" y="100327"/>
                    <a:pt x="69903" y="107523"/>
                  </a:cubicBezTo>
                  <a:cubicBezTo>
                    <a:pt x="88885" y="117014"/>
                    <a:pt x="111442" y="116411"/>
                    <a:pt x="132452" y="119412"/>
                  </a:cubicBezTo>
                  <a:cubicBezTo>
                    <a:pt x="137108" y="120077"/>
                    <a:pt x="141887" y="120188"/>
                    <a:pt x="146409" y="121480"/>
                  </a:cubicBezTo>
                  <a:cubicBezTo>
                    <a:pt x="150633" y="122687"/>
                    <a:pt x="155253" y="125697"/>
                    <a:pt x="159332" y="124065"/>
                  </a:cubicBezTo>
                  <a:cubicBezTo>
                    <a:pt x="171725" y="119106"/>
                    <a:pt x="178411" y="104709"/>
                    <a:pt x="190348" y="98735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55"/>
            <p:cNvSpPr/>
            <p:nvPr/>
          </p:nvSpPr>
          <p:spPr>
            <a:xfrm>
              <a:off x="8443509" y="-136867"/>
              <a:ext cx="1144467" cy="873071"/>
            </a:xfrm>
            <a:custGeom>
              <a:rect b="b" l="l" r="r" t="t"/>
              <a:pathLst>
                <a:path extrusionOk="0" h="124591" w="190348">
                  <a:moveTo>
                    <a:pt x="69386" y="0"/>
                  </a:moveTo>
                  <a:cubicBezTo>
                    <a:pt x="65514" y="0"/>
                    <a:pt x="62125" y="2698"/>
                    <a:pt x="58530" y="4136"/>
                  </a:cubicBezTo>
                  <a:cubicBezTo>
                    <a:pt x="47037" y="8733"/>
                    <a:pt x="34495" y="10244"/>
                    <a:pt x="22862" y="14475"/>
                  </a:cubicBezTo>
                  <a:cubicBezTo>
                    <a:pt x="16185" y="16903"/>
                    <a:pt x="8243" y="17724"/>
                    <a:pt x="3218" y="22746"/>
                  </a:cubicBezTo>
                  <a:cubicBezTo>
                    <a:pt x="230" y="25732"/>
                    <a:pt x="-702" y="31144"/>
                    <a:pt x="633" y="35152"/>
                  </a:cubicBezTo>
                  <a:cubicBezTo>
                    <a:pt x="2252" y="40013"/>
                    <a:pt x="8680" y="41943"/>
                    <a:pt x="10972" y="46525"/>
                  </a:cubicBezTo>
                  <a:cubicBezTo>
                    <a:pt x="13834" y="52245"/>
                    <a:pt x="14642" y="59747"/>
                    <a:pt x="19760" y="63583"/>
                  </a:cubicBezTo>
                  <a:cubicBezTo>
                    <a:pt x="24878" y="67419"/>
                    <a:pt x="32296" y="67848"/>
                    <a:pt x="36819" y="72371"/>
                  </a:cubicBezTo>
                  <a:cubicBezTo>
                    <a:pt x="48197" y="83749"/>
                    <a:pt x="55511" y="100327"/>
                    <a:pt x="69903" y="107523"/>
                  </a:cubicBezTo>
                  <a:cubicBezTo>
                    <a:pt x="88885" y="117014"/>
                    <a:pt x="111442" y="116411"/>
                    <a:pt x="132452" y="119412"/>
                  </a:cubicBezTo>
                  <a:cubicBezTo>
                    <a:pt x="137108" y="120077"/>
                    <a:pt x="141887" y="120188"/>
                    <a:pt x="146409" y="121480"/>
                  </a:cubicBezTo>
                  <a:cubicBezTo>
                    <a:pt x="150633" y="122687"/>
                    <a:pt x="155253" y="125697"/>
                    <a:pt x="159332" y="124065"/>
                  </a:cubicBezTo>
                  <a:cubicBezTo>
                    <a:pt x="171725" y="119106"/>
                    <a:pt x="178411" y="104709"/>
                    <a:pt x="190348" y="98735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55"/>
            <p:cNvSpPr/>
            <p:nvPr/>
          </p:nvSpPr>
          <p:spPr>
            <a:xfrm>
              <a:off x="8887042" y="-3915"/>
              <a:ext cx="612445" cy="467216"/>
            </a:xfrm>
            <a:custGeom>
              <a:rect b="b" l="l" r="r" t="t"/>
              <a:pathLst>
                <a:path extrusionOk="0" h="124591" w="190348">
                  <a:moveTo>
                    <a:pt x="69386" y="0"/>
                  </a:moveTo>
                  <a:cubicBezTo>
                    <a:pt x="65514" y="0"/>
                    <a:pt x="62125" y="2698"/>
                    <a:pt x="58530" y="4136"/>
                  </a:cubicBezTo>
                  <a:cubicBezTo>
                    <a:pt x="47037" y="8733"/>
                    <a:pt x="34495" y="10244"/>
                    <a:pt x="22862" y="14475"/>
                  </a:cubicBezTo>
                  <a:cubicBezTo>
                    <a:pt x="16185" y="16903"/>
                    <a:pt x="8243" y="17724"/>
                    <a:pt x="3218" y="22746"/>
                  </a:cubicBezTo>
                  <a:cubicBezTo>
                    <a:pt x="230" y="25732"/>
                    <a:pt x="-702" y="31144"/>
                    <a:pt x="633" y="35152"/>
                  </a:cubicBezTo>
                  <a:cubicBezTo>
                    <a:pt x="2252" y="40013"/>
                    <a:pt x="8680" y="41943"/>
                    <a:pt x="10972" y="46525"/>
                  </a:cubicBezTo>
                  <a:cubicBezTo>
                    <a:pt x="13834" y="52245"/>
                    <a:pt x="14642" y="59747"/>
                    <a:pt x="19760" y="63583"/>
                  </a:cubicBezTo>
                  <a:cubicBezTo>
                    <a:pt x="24878" y="67419"/>
                    <a:pt x="32296" y="67848"/>
                    <a:pt x="36819" y="72371"/>
                  </a:cubicBezTo>
                  <a:cubicBezTo>
                    <a:pt x="48197" y="83749"/>
                    <a:pt x="55511" y="100327"/>
                    <a:pt x="69903" y="107523"/>
                  </a:cubicBezTo>
                  <a:cubicBezTo>
                    <a:pt x="88885" y="117014"/>
                    <a:pt x="111442" y="116411"/>
                    <a:pt x="132452" y="119412"/>
                  </a:cubicBezTo>
                  <a:cubicBezTo>
                    <a:pt x="137108" y="120077"/>
                    <a:pt x="141887" y="120188"/>
                    <a:pt x="146409" y="121480"/>
                  </a:cubicBezTo>
                  <a:cubicBezTo>
                    <a:pt x="150633" y="122687"/>
                    <a:pt x="155253" y="125697"/>
                    <a:pt x="159332" y="124065"/>
                  </a:cubicBezTo>
                  <a:cubicBezTo>
                    <a:pt x="171725" y="119106"/>
                    <a:pt x="178411" y="104709"/>
                    <a:pt x="190348" y="98735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" name="Google Shape;22;p55"/>
          <p:cNvGrpSpPr/>
          <p:nvPr/>
        </p:nvGrpSpPr>
        <p:grpSpPr>
          <a:xfrm>
            <a:off x="-1151047" y="1500431"/>
            <a:ext cx="4837668" cy="4712201"/>
            <a:chOff x="-1151039" y="1194277"/>
            <a:chExt cx="5151936" cy="5018319"/>
          </a:xfrm>
        </p:grpSpPr>
        <p:sp>
          <p:nvSpPr>
            <p:cNvPr id="23" name="Google Shape;23;p55"/>
            <p:cNvSpPr/>
            <p:nvPr/>
          </p:nvSpPr>
          <p:spPr>
            <a:xfrm rot="1207038">
              <a:off x="-617053" y="1779785"/>
              <a:ext cx="4083964" cy="3829507"/>
            </a:xfrm>
            <a:custGeom>
              <a:rect b="b" l="l" r="r" t="t"/>
              <a:pathLst>
                <a:path extrusionOk="0" h="180742" w="188165">
                  <a:moveTo>
                    <a:pt x="0" y="52542"/>
                  </a:moveTo>
                  <a:cubicBezTo>
                    <a:pt x="8351" y="52542"/>
                    <a:pt x="17358" y="49144"/>
                    <a:pt x="23262" y="43237"/>
                  </a:cubicBezTo>
                  <a:cubicBezTo>
                    <a:pt x="29261" y="37235"/>
                    <a:pt x="29806" y="27565"/>
                    <a:pt x="33601" y="19975"/>
                  </a:cubicBezTo>
                  <a:cubicBezTo>
                    <a:pt x="36380" y="14416"/>
                    <a:pt x="41771" y="10347"/>
                    <a:pt x="47041" y="7052"/>
                  </a:cubicBezTo>
                  <a:cubicBezTo>
                    <a:pt x="51684" y="4149"/>
                    <a:pt x="56719" y="-994"/>
                    <a:pt x="62032" y="332"/>
                  </a:cubicBezTo>
                  <a:cubicBezTo>
                    <a:pt x="70060" y="2336"/>
                    <a:pt x="72051" y="13778"/>
                    <a:pt x="74956" y="21526"/>
                  </a:cubicBezTo>
                  <a:cubicBezTo>
                    <a:pt x="77825" y="29175"/>
                    <a:pt x="82676" y="35929"/>
                    <a:pt x="86328" y="43237"/>
                  </a:cubicBezTo>
                  <a:cubicBezTo>
                    <a:pt x="89023" y="48630"/>
                    <a:pt x="91002" y="54886"/>
                    <a:pt x="95633" y="58745"/>
                  </a:cubicBezTo>
                  <a:cubicBezTo>
                    <a:pt x="106865" y="68105"/>
                    <a:pt x="124435" y="64948"/>
                    <a:pt x="139056" y="64948"/>
                  </a:cubicBezTo>
                  <a:cubicBezTo>
                    <a:pt x="145319" y="64948"/>
                    <a:pt x="152655" y="63775"/>
                    <a:pt x="157665" y="67533"/>
                  </a:cubicBezTo>
                  <a:cubicBezTo>
                    <a:pt x="163989" y="72277"/>
                    <a:pt x="162400" y="82690"/>
                    <a:pt x="165936" y="89761"/>
                  </a:cubicBezTo>
                  <a:cubicBezTo>
                    <a:pt x="170186" y="98262"/>
                    <a:pt x="182352" y="101187"/>
                    <a:pt x="186097" y="109922"/>
                  </a:cubicBezTo>
                  <a:cubicBezTo>
                    <a:pt x="189367" y="117550"/>
                    <a:pt x="185514" y="126569"/>
                    <a:pt x="184029" y="134735"/>
                  </a:cubicBezTo>
                  <a:cubicBezTo>
                    <a:pt x="182965" y="140588"/>
                    <a:pt x="182809" y="146667"/>
                    <a:pt x="180927" y="152310"/>
                  </a:cubicBezTo>
                  <a:cubicBezTo>
                    <a:pt x="177834" y="161588"/>
                    <a:pt x="188165" y="170962"/>
                    <a:pt x="188165" y="180742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55"/>
            <p:cNvSpPr/>
            <p:nvPr/>
          </p:nvSpPr>
          <p:spPr>
            <a:xfrm rot="1207337">
              <a:off x="-622045" y="2438312"/>
              <a:ext cx="3490918" cy="3273716"/>
            </a:xfrm>
            <a:custGeom>
              <a:rect b="b" l="l" r="r" t="t"/>
              <a:pathLst>
                <a:path extrusionOk="0" h="180742" w="188165">
                  <a:moveTo>
                    <a:pt x="0" y="52542"/>
                  </a:moveTo>
                  <a:cubicBezTo>
                    <a:pt x="8351" y="52542"/>
                    <a:pt x="17358" y="49144"/>
                    <a:pt x="23262" y="43237"/>
                  </a:cubicBezTo>
                  <a:cubicBezTo>
                    <a:pt x="29261" y="37235"/>
                    <a:pt x="29806" y="27565"/>
                    <a:pt x="33601" y="19975"/>
                  </a:cubicBezTo>
                  <a:cubicBezTo>
                    <a:pt x="36380" y="14416"/>
                    <a:pt x="41771" y="10347"/>
                    <a:pt x="47041" y="7052"/>
                  </a:cubicBezTo>
                  <a:cubicBezTo>
                    <a:pt x="51684" y="4149"/>
                    <a:pt x="56719" y="-994"/>
                    <a:pt x="62032" y="332"/>
                  </a:cubicBezTo>
                  <a:cubicBezTo>
                    <a:pt x="70060" y="2336"/>
                    <a:pt x="72051" y="13778"/>
                    <a:pt x="74956" y="21526"/>
                  </a:cubicBezTo>
                  <a:cubicBezTo>
                    <a:pt x="77825" y="29175"/>
                    <a:pt x="82676" y="35929"/>
                    <a:pt x="86328" y="43237"/>
                  </a:cubicBezTo>
                  <a:cubicBezTo>
                    <a:pt x="89023" y="48630"/>
                    <a:pt x="91002" y="54886"/>
                    <a:pt x="95633" y="58745"/>
                  </a:cubicBezTo>
                  <a:cubicBezTo>
                    <a:pt x="106865" y="68105"/>
                    <a:pt x="124435" y="64948"/>
                    <a:pt x="139056" y="64948"/>
                  </a:cubicBezTo>
                  <a:cubicBezTo>
                    <a:pt x="145319" y="64948"/>
                    <a:pt x="152655" y="63775"/>
                    <a:pt x="157665" y="67533"/>
                  </a:cubicBezTo>
                  <a:cubicBezTo>
                    <a:pt x="163989" y="72277"/>
                    <a:pt x="162400" y="82690"/>
                    <a:pt x="165936" y="89761"/>
                  </a:cubicBezTo>
                  <a:cubicBezTo>
                    <a:pt x="170186" y="98262"/>
                    <a:pt x="182352" y="101187"/>
                    <a:pt x="186097" y="109922"/>
                  </a:cubicBezTo>
                  <a:cubicBezTo>
                    <a:pt x="189367" y="117550"/>
                    <a:pt x="185514" y="126569"/>
                    <a:pt x="184029" y="134735"/>
                  </a:cubicBezTo>
                  <a:cubicBezTo>
                    <a:pt x="182965" y="140588"/>
                    <a:pt x="182809" y="146667"/>
                    <a:pt x="180927" y="152310"/>
                  </a:cubicBezTo>
                  <a:cubicBezTo>
                    <a:pt x="177834" y="161588"/>
                    <a:pt x="188165" y="170962"/>
                    <a:pt x="188165" y="180742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55"/>
            <p:cNvSpPr/>
            <p:nvPr/>
          </p:nvSpPr>
          <p:spPr>
            <a:xfrm rot="1206910">
              <a:off x="-541272" y="3043661"/>
              <a:ext cx="2912139" cy="2730934"/>
            </a:xfrm>
            <a:custGeom>
              <a:rect b="b" l="l" r="r" t="t"/>
              <a:pathLst>
                <a:path extrusionOk="0" h="180742" w="188165">
                  <a:moveTo>
                    <a:pt x="0" y="52542"/>
                  </a:moveTo>
                  <a:cubicBezTo>
                    <a:pt x="8351" y="52542"/>
                    <a:pt x="17358" y="49144"/>
                    <a:pt x="23262" y="43237"/>
                  </a:cubicBezTo>
                  <a:cubicBezTo>
                    <a:pt x="29261" y="37235"/>
                    <a:pt x="29806" y="27565"/>
                    <a:pt x="33601" y="19975"/>
                  </a:cubicBezTo>
                  <a:cubicBezTo>
                    <a:pt x="36380" y="14416"/>
                    <a:pt x="41771" y="10347"/>
                    <a:pt x="47041" y="7052"/>
                  </a:cubicBezTo>
                  <a:cubicBezTo>
                    <a:pt x="51684" y="4149"/>
                    <a:pt x="56719" y="-994"/>
                    <a:pt x="62032" y="332"/>
                  </a:cubicBezTo>
                  <a:cubicBezTo>
                    <a:pt x="70060" y="2336"/>
                    <a:pt x="72051" y="13778"/>
                    <a:pt x="74956" y="21526"/>
                  </a:cubicBezTo>
                  <a:cubicBezTo>
                    <a:pt x="77825" y="29175"/>
                    <a:pt x="82676" y="35929"/>
                    <a:pt x="86328" y="43237"/>
                  </a:cubicBezTo>
                  <a:cubicBezTo>
                    <a:pt x="89023" y="48630"/>
                    <a:pt x="91002" y="54886"/>
                    <a:pt x="95633" y="58745"/>
                  </a:cubicBezTo>
                  <a:cubicBezTo>
                    <a:pt x="106865" y="68105"/>
                    <a:pt x="124435" y="64948"/>
                    <a:pt x="139056" y="64948"/>
                  </a:cubicBezTo>
                  <a:cubicBezTo>
                    <a:pt x="145319" y="64948"/>
                    <a:pt x="152655" y="63775"/>
                    <a:pt x="157665" y="67533"/>
                  </a:cubicBezTo>
                  <a:cubicBezTo>
                    <a:pt x="163989" y="72277"/>
                    <a:pt x="162400" y="82690"/>
                    <a:pt x="165936" y="89761"/>
                  </a:cubicBezTo>
                  <a:cubicBezTo>
                    <a:pt x="170186" y="98262"/>
                    <a:pt x="182352" y="101187"/>
                    <a:pt x="186097" y="109922"/>
                  </a:cubicBezTo>
                  <a:cubicBezTo>
                    <a:pt x="189367" y="117550"/>
                    <a:pt x="185514" y="126569"/>
                    <a:pt x="184029" y="134735"/>
                  </a:cubicBezTo>
                  <a:cubicBezTo>
                    <a:pt x="182965" y="140588"/>
                    <a:pt x="182809" y="146667"/>
                    <a:pt x="180927" y="152310"/>
                  </a:cubicBezTo>
                  <a:cubicBezTo>
                    <a:pt x="177834" y="161588"/>
                    <a:pt x="188165" y="170962"/>
                    <a:pt x="188165" y="180742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55"/>
            <p:cNvSpPr/>
            <p:nvPr/>
          </p:nvSpPr>
          <p:spPr>
            <a:xfrm rot="1206983">
              <a:off x="-352152" y="3703893"/>
              <a:ext cx="2159699" cy="2025048"/>
            </a:xfrm>
            <a:custGeom>
              <a:rect b="b" l="l" r="r" t="t"/>
              <a:pathLst>
                <a:path extrusionOk="0" h="180742" w="188165">
                  <a:moveTo>
                    <a:pt x="0" y="52542"/>
                  </a:moveTo>
                  <a:cubicBezTo>
                    <a:pt x="8351" y="52542"/>
                    <a:pt x="17358" y="49144"/>
                    <a:pt x="23262" y="43237"/>
                  </a:cubicBezTo>
                  <a:cubicBezTo>
                    <a:pt x="29261" y="37235"/>
                    <a:pt x="29806" y="27565"/>
                    <a:pt x="33601" y="19975"/>
                  </a:cubicBezTo>
                  <a:cubicBezTo>
                    <a:pt x="36380" y="14416"/>
                    <a:pt x="41771" y="10347"/>
                    <a:pt x="47041" y="7052"/>
                  </a:cubicBezTo>
                  <a:cubicBezTo>
                    <a:pt x="51684" y="4149"/>
                    <a:pt x="56719" y="-994"/>
                    <a:pt x="62032" y="332"/>
                  </a:cubicBezTo>
                  <a:cubicBezTo>
                    <a:pt x="70060" y="2336"/>
                    <a:pt x="72051" y="13778"/>
                    <a:pt x="74956" y="21526"/>
                  </a:cubicBezTo>
                  <a:cubicBezTo>
                    <a:pt x="77825" y="29175"/>
                    <a:pt x="82676" y="35929"/>
                    <a:pt x="86328" y="43237"/>
                  </a:cubicBezTo>
                  <a:cubicBezTo>
                    <a:pt x="89023" y="48630"/>
                    <a:pt x="91002" y="54886"/>
                    <a:pt x="95633" y="58745"/>
                  </a:cubicBezTo>
                  <a:cubicBezTo>
                    <a:pt x="106865" y="68105"/>
                    <a:pt x="124435" y="64948"/>
                    <a:pt x="139056" y="64948"/>
                  </a:cubicBezTo>
                  <a:cubicBezTo>
                    <a:pt x="145319" y="64948"/>
                    <a:pt x="152655" y="63775"/>
                    <a:pt x="157665" y="67533"/>
                  </a:cubicBezTo>
                  <a:cubicBezTo>
                    <a:pt x="163989" y="72277"/>
                    <a:pt x="162400" y="82690"/>
                    <a:pt x="165936" y="89761"/>
                  </a:cubicBezTo>
                  <a:cubicBezTo>
                    <a:pt x="170186" y="98262"/>
                    <a:pt x="182352" y="101187"/>
                    <a:pt x="186097" y="109922"/>
                  </a:cubicBezTo>
                  <a:cubicBezTo>
                    <a:pt x="189367" y="117550"/>
                    <a:pt x="185514" y="126569"/>
                    <a:pt x="184029" y="134735"/>
                  </a:cubicBezTo>
                  <a:cubicBezTo>
                    <a:pt x="182965" y="140588"/>
                    <a:pt x="182809" y="146667"/>
                    <a:pt x="180927" y="152310"/>
                  </a:cubicBezTo>
                  <a:cubicBezTo>
                    <a:pt x="177834" y="161588"/>
                    <a:pt x="188165" y="170962"/>
                    <a:pt x="188165" y="180742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55"/>
            <p:cNvSpPr/>
            <p:nvPr/>
          </p:nvSpPr>
          <p:spPr>
            <a:xfrm rot="1207124">
              <a:off x="-162265" y="4283467"/>
              <a:ext cx="1392227" cy="1305572"/>
            </a:xfrm>
            <a:custGeom>
              <a:rect b="b" l="l" r="r" t="t"/>
              <a:pathLst>
                <a:path extrusionOk="0" h="180742" w="188165">
                  <a:moveTo>
                    <a:pt x="0" y="52542"/>
                  </a:moveTo>
                  <a:cubicBezTo>
                    <a:pt x="8351" y="52542"/>
                    <a:pt x="17358" y="49144"/>
                    <a:pt x="23262" y="43237"/>
                  </a:cubicBezTo>
                  <a:cubicBezTo>
                    <a:pt x="29261" y="37235"/>
                    <a:pt x="29806" y="27565"/>
                    <a:pt x="33601" y="19975"/>
                  </a:cubicBezTo>
                  <a:cubicBezTo>
                    <a:pt x="36380" y="14416"/>
                    <a:pt x="41771" y="10347"/>
                    <a:pt x="47041" y="7052"/>
                  </a:cubicBezTo>
                  <a:cubicBezTo>
                    <a:pt x="51684" y="4149"/>
                    <a:pt x="56719" y="-994"/>
                    <a:pt x="62032" y="332"/>
                  </a:cubicBezTo>
                  <a:cubicBezTo>
                    <a:pt x="70060" y="2336"/>
                    <a:pt x="72051" y="13778"/>
                    <a:pt x="74956" y="21526"/>
                  </a:cubicBezTo>
                  <a:cubicBezTo>
                    <a:pt x="77825" y="29175"/>
                    <a:pt x="82676" y="35929"/>
                    <a:pt x="86328" y="43237"/>
                  </a:cubicBezTo>
                  <a:cubicBezTo>
                    <a:pt x="89023" y="48630"/>
                    <a:pt x="91002" y="54886"/>
                    <a:pt x="95633" y="58745"/>
                  </a:cubicBezTo>
                  <a:cubicBezTo>
                    <a:pt x="106865" y="68105"/>
                    <a:pt x="124435" y="64948"/>
                    <a:pt x="139056" y="64948"/>
                  </a:cubicBezTo>
                  <a:cubicBezTo>
                    <a:pt x="145319" y="64948"/>
                    <a:pt x="152655" y="63775"/>
                    <a:pt x="157665" y="67533"/>
                  </a:cubicBezTo>
                  <a:cubicBezTo>
                    <a:pt x="163989" y="72277"/>
                    <a:pt x="162400" y="82690"/>
                    <a:pt x="165936" y="89761"/>
                  </a:cubicBezTo>
                  <a:cubicBezTo>
                    <a:pt x="170186" y="98262"/>
                    <a:pt x="182352" y="101187"/>
                    <a:pt x="186097" y="109922"/>
                  </a:cubicBezTo>
                  <a:cubicBezTo>
                    <a:pt x="189367" y="117550"/>
                    <a:pt x="185514" y="126569"/>
                    <a:pt x="184029" y="134735"/>
                  </a:cubicBezTo>
                  <a:cubicBezTo>
                    <a:pt x="182965" y="140588"/>
                    <a:pt x="182809" y="146667"/>
                    <a:pt x="180927" y="152310"/>
                  </a:cubicBezTo>
                  <a:cubicBezTo>
                    <a:pt x="177834" y="161588"/>
                    <a:pt x="188165" y="170962"/>
                    <a:pt x="188165" y="180742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55"/>
            <p:cNvSpPr/>
            <p:nvPr/>
          </p:nvSpPr>
          <p:spPr>
            <a:xfrm rot="1207247">
              <a:off x="-49132" y="4731085"/>
              <a:ext cx="869715" cy="815679"/>
            </a:xfrm>
            <a:custGeom>
              <a:rect b="b" l="l" r="r" t="t"/>
              <a:pathLst>
                <a:path extrusionOk="0" h="180742" w="188165">
                  <a:moveTo>
                    <a:pt x="0" y="52542"/>
                  </a:moveTo>
                  <a:cubicBezTo>
                    <a:pt x="8351" y="52542"/>
                    <a:pt x="17358" y="49144"/>
                    <a:pt x="23262" y="43237"/>
                  </a:cubicBezTo>
                  <a:cubicBezTo>
                    <a:pt x="29261" y="37235"/>
                    <a:pt x="29806" y="27565"/>
                    <a:pt x="33601" y="19975"/>
                  </a:cubicBezTo>
                  <a:cubicBezTo>
                    <a:pt x="36380" y="14416"/>
                    <a:pt x="41771" y="10347"/>
                    <a:pt x="47041" y="7052"/>
                  </a:cubicBezTo>
                  <a:cubicBezTo>
                    <a:pt x="51684" y="4149"/>
                    <a:pt x="56719" y="-994"/>
                    <a:pt x="62032" y="332"/>
                  </a:cubicBezTo>
                  <a:cubicBezTo>
                    <a:pt x="70060" y="2336"/>
                    <a:pt x="72051" y="13778"/>
                    <a:pt x="74956" y="21526"/>
                  </a:cubicBezTo>
                  <a:cubicBezTo>
                    <a:pt x="77825" y="29175"/>
                    <a:pt x="82676" y="35929"/>
                    <a:pt x="86328" y="43237"/>
                  </a:cubicBezTo>
                  <a:cubicBezTo>
                    <a:pt x="89023" y="48630"/>
                    <a:pt x="91002" y="54886"/>
                    <a:pt x="95633" y="58745"/>
                  </a:cubicBezTo>
                  <a:cubicBezTo>
                    <a:pt x="106865" y="68105"/>
                    <a:pt x="124435" y="64948"/>
                    <a:pt x="139056" y="64948"/>
                  </a:cubicBezTo>
                  <a:cubicBezTo>
                    <a:pt x="145319" y="64948"/>
                    <a:pt x="152655" y="63775"/>
                    <a:pt x="157665" y="67533"/>
                  </a:cubicBezTo>
                  <a:cubicBezTo>
                    <a:pt x="163989" y="72277"/>
                    <a:pt x="162400" y="82690"/>
                    <a:pt x="165936" y="89761"/>
                  </a:cubicBezTo>
                  <a:cubicBezTo>
                    <a:pt x="170186" y="98262"/>
                    <a:pt x="182352" y="101187"/>
                    <a:pt x="186097" y="109922"/>
                  </a:cubicBezTo>
                  <a:cubicBezTo>
                    <a:pt x="189367" y="117550"/>
                    <a:pt x="185514" y="126569"/>
                    <a:pt x="184029" y="134735"/>
                  </a:cubicBezTo>
                  <a:cubicBezTo>
                    <a:pt x="182965" y="140588"/>
                    <a:pt x="182809" y="146667"/>
                    <a:pt x="180927" y="152310"/>
                  </a:cubicBezTo>
                  <a:cubicBezTo>
                    <a:pt x="177834" y="161588"/>
                    <a:pt x="188165" y="170962"/>
                    <a:pt x="188165" y="180742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" name="Google Shape;29;p55"/>
          <p:cNvGrpSpPr/>
          <p:nvPr/>
        </p:nvGrpSpPr>
        <p:grpSpPr>
          <a:xfrm rot="-557284">
            <a:off x="1590760" y="-450439"/>
            <a:ext cx="2977176" cy="2183495"/>
            <a:chOff x="1590743" y="-450441"/>
            <a:chExt cx="2977144" cy="2183471"/>
          </a:xfrm>
        </p:grpSpPr>
        <p:sp>
          <p:nvSpPr>
            <p:cNvPr id="30" name="Google Shape;30;p55"/>
            <p:cNvSpPr/>
            <p:nvPr/>
          </p:nvSpPr>
          <p:spPr>
            <a:xfrm>
              <a:off x="1878935" y="-65875"/>
              <a:ext cx="2400725" cy="1210725"/>
            </a:xfrm>
            <a:custGeom>
              <a:rect b="b" l="l" r="r" t="t"/>
              <a:pathLst>
                <a:path extrusionOk="0" h="48429" w="96029">
                  <a:moveTo>
                    <a:pt x="50458" y="2762"/>
                  </a:moveTo>
                  <a:cubicBezTo>
                    <a:pt x="44136" y="-1455"/>
                    <a:pt x="35236" y="136"/>
                    <a:pt x="27713" y="1211"/>
                  </a:cubicBezTo>
                  <a:cubicBezTo>
                    <a:pt x="17408" y="2683"/>
                    <a:pt x="-2209" y="6103"/>
                    <a:pt x="316" y="16202"/>
                  </a:cubicBezTo>
                  <a:cubicBezTo>
                    <a:pt x="1413" y="20590"/>
                    <a:pt x="4643" y="25797"/>
                    <a:pt x="9104" y="26541"/>
                  </a:cubicBezTo>
                  <a:cubicBezTo>
                    <a:pt x="16760" y="27817"/>
                    <a:pt x="25710" y="23581"/>
                    <a:pt x="32366" y="27574"/>
                  </a:cubicBezTo>
                  <a:cubicBezTo>
                    <a:pt x="39134" y="31634"/>
                    <a:pt x="44724" y="37471"/>
                    <a:pt x="51492" y="41532"/>
                  </a:cubicBezTo>
                  <a:cubicBezTo>
                    <a:pt x="63460" y="48713"/>
                    <a:pt x="84645" y="52431"/>
                    <a:pt x="93364" y="41532"/>
                  </a:cubicBezTo>
                  <a:cubicBezTo>
                    <a:pt x="97703" y="36108"/>
                    <a:pt x="96336" y="25022"/>
                    <a:pt x="90779" y="20854"/>
                  </a:cubicBezTo>
                  <a:cubicBezTo>
                    <a:pt x="82143" y="14377"/>
                    <a:pt x="70571" y="12968"/>
                    <a:pt x="61314" y="7414"/>
                  </a:cubicBezTo>
                  <a:cubicBezTo>
                    <a:pt x="57143" y="4911"/>
                    <a:pt x="52738" y="1728"/>
                    <a:pt x="47874" y="1728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55"/>
            <p:cNvSpPr/>
            <p:nvPr/>
          </p:nvSpPr>
          <p:spPr>
            <a:xfrm rot="680343">
              <a:off x="2206863" y="240906"/>
              <a:ext cx="1760729" cy="504043"/>
            </a:xfrm>
            <a:custGeom>
              <a:rect b="b" l="l" r="r" t="t"/>
              <a:pathLst>
                <a:path extrusionOk="0" h="48429" w="96029">
                  <a:moveTo>
                    <a:pt x="50458" y="2762"/>
                  </a:moveTo>
                  <a:cubicBezTo>
                    <a:pt x="44136" y="-1455"/>
                    <a:pt x="35236" y="136"/>
                    <a:pt x="27713" y="1211"/>
                  </a:cubicBezTo>
                  <a:cubicBezTo>
                    <a:pt x="17408" y="2683"/>
                    <a:pt x="-2209" y="6103"/>
                    <a:pt x="316" y="16202"/>
                  </a:cubicBezTo>
                  <a:cubicBezTo>
                    <a:pt x="1413" y="20590"/>
                    <a:pt x="4643" y="25797"/>
                    <a:pt x="9104" y="26541"/>
                  </a:cubicBezTo>
                  <a:cubicBezTo>
                    <a:pt x="16760" y="27817"/>
                    <a:pt x="25710" y="23581"/>
                    <a:pt x="32366" y="27574"/>
                  </a:cubicBezTo>
                  <a:cubicBezTo>
                    <a:pt x="39134" y="31634"/>
                    <a:pt x="44724" y="37471"/>
                    <a:pt x="51492" y="41532"/>
                  </a:cubicBezTo>
                  <a:cubicBezTo>
                    <a:pt x="63460" y="48713"/>
                    <a:pt x="84645" y="52431"/>
                    <a:pt x="93364" y="41532"/>
                  </a:cubicBezTo>
                  <a:cubicBezTo>
                    <a:pt x="97703" y="36108"/>
                    <a:pt x="96336" y="25022"/>
                    <a:pt x="90779" y="20854"/>
                  </a:cubicBezTo>
                  <a:cubicBezTo>
                    <a:pt x="82143" y="14377"/>
                    <a:pt x="70571" y="12968"/>
                    <a:pt x="61314" y="7414"/>
                  </a:cubicBezTo>
                  <a:cubicBezTo>
                    <a:pt x="57143" y="4911"/>
                    <a:pt x="52738" y="1728"/>
                    <a:pt x="47874" y="1728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55"/>
            <p:cNvSpPr/>
            <p:nvPr/>
          </p:nvSpPr>
          <p:spPr>
            <a:xfrm rot="-318791">
              <a:off x="1674135" y="-324471"/>
              <a:ext cx="2810360" cy="1931532"/>
            </a:xfrm>
            <a:custGeom>
              <a:rect b="b" l="l" r="r" t="t"/>
              <a:pathLst>
                <a:path extrusionOk="0" h="48429" w="96029">
                  <a:moveTo>
                    <a:pt x="50458" y="2762"/>
                  </a:moveTo>
                  <a:cubicBezTo>
                    <a:pt x="44136" y="-1455"/>
                    <a:pt x="35236" y="136"/>
                    <a:pt x="27713" y="1211"/>
                  </a:cubicBezTo>
                  <a:cubicBezTo>
                    <a:pt x="17408" y="2683"/>
                    <a:pt x="-2209" y="6103"/>
                    <a:pt x="316" y="16202"/>
                  </a:cubicBezTo>
                  <a:cubicBezTo>
                    <a:pt x="1413" y="20590"/>
                    <a:pt x="4643" y="25797"/>
                    <a:pt x="9104" y="26541"/>
                  </a:cubicBezTo>
                  <a:cubicBezTo>
                    <a:pt x="16760" y="27817"/>
                    <a:pt x="25710" y="23581"/>
                    <a:pt x="32366" y="27574"/>
                  </a:cubicBezTo>
                  <a:cubicBezTo>
                    <a:pt x="39134" y="31634"/>
                    <a:pt x="44724" y="37471"/>
                    <a:pt x="51492" y="41532"/>
                  </a:cubicBezTo>
                  <a:cubicBezTo>
                    <a:pt x="63460" y="48713"/>
                    <a:pt x="84645" y="52431"/>
                    <a:pt x="93364" y="41532"/>
                  </a:cubicBezTo>
                  <a:cubicBezTo>
                    <a:pt x="97703" y="36108"/>
                    <a:pt x="96336" y="25022"/>
                    <a:pt x="90779" y="20854"/>
                  </a:cubicBezTo>
                  <a:cubicBezTo>
                    <a:pt x="82143" y="14377"/>
                    <a:pt x="70571" y="12968"/>
                    <a:pt x="61314" y="7414"/>
                  </a:cubicBezTo>
                  <a:cubicBezTo>
                    <a:pt x="57143" y="4911"/>
                    <a:pt x="52738" y="1728"/>
                    <a:pt x="47874" y="1728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" name="Google Shape;33;p55"/>
          <p:cNvGrpSpPr/>
          <p:nvPr/>
        </p:nvGrpSpPr>
        <p:grpSpPr>
          <a:xfrm>
            <a:off x="6357166" y="2572127"/>
            <a:ext cx="2311909" cy="2156088"/>
            <a:chOff x="6118779" y="2543626"/>
            <a:chExt cx="2790475" cy="2602400"/>
          </a:xfrm>
        </p:grpSpPr>
        <p:sp>
          <p:nvSpPr>
            <p:cNvPr id="34" name="Google Shape;34;p55"/>
            <p:cNvSpPr/>
            <p:nvPr/>
          </p:nvSpPr>
          <p:spPr>
            <a:xfrm>
              <a:off x="6557266" y="2894825"/>
              <a:ext cx="2017525" cy="1855275"/>
            </a:xfrm>
            <a:custGeom>
              <a:rect b="b" l="l" r="r" t="t"/>
              <a:pathLst>
                <a:path extrusionOk="0" h="74211" w="80701">
                  <a:moveTo>
                    <a:pt x="59759" y="1551"/>
                  </a:moveTo>
                  <a:cubicBezTo>
                    <a:pt x="51895" y="-1070"/>
                    <a:pt x="40762" y="3231"/>
                    <a:pt x="36497" y="10339"/>
                  </a:cubicBezTo>
                  <a:cubicBezTo>
                    <a:pt x="32446" y="17091"/>
                    <a:pt x="33491" y="27326"/>
                    <a:pt x="27192" y="32050"/>
                  </a:cubicBezTo>
                  <a:cubicBezTo>
                    <a:pt x="21019" y="36679"/>
                    <a:pt x="12023" y="36535"/>
                    <a:pt x="5998" y="41355"/>
                  </a:cubicBezTo>
                  <a:cubicBezTo>
                    <a:pt x="289" y="45922"/>
                    <a:pt x="-2273" y="57897"/>
                    <a:pt x="2896" y="63066"/>
                  </a:cubicBezTo>
                  <a:cubicBezTo>
                    <a:pt x="14895" y="75065"/>
                    <a:pt x="36577" y="75970"/>
                    <a:pt x="53039" y="71854"/>
                  </a:cubicBezTo>
                  <a:cubicBezTo>
                    <a:pt x="60151" y="70076"/>
                    <a:pt x="69132" y="69165"/>
                    <a:pt x="73200" y="63066"/>
                  </a:cubicBezTo>
                  <a:cubicBezTo>
                    <a:pt x="79239" y="54014"/>
                    <a:pt x="77864" y="41788"/>
                    <a:pt x="79403" y="31016"/>
                  </a:cubicBezTo>
                  <a:cubicBezTo>
                    <a:pt x="80281" y="24873"/>
                    <a:pt x="81965" y="17795"/>
                    <a:pt x="78886" y="12407"/>
                  </a:cubicBezTo>
                  <a:cubicBezTo>
                    <a:pt x="74898" y="5428"/>
                    <a:pt x="66246" y="0"/>
                    <a:pt x="58208" y="0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55"/>
            <p:cNvSpPr/>
            <p:nvPr/>
          </p:nvSpPr>
          <p:spPr>
            <a:xfrm>
              <a:off x="7017649" y="3220483"/>
              <a:ext cx="1345025" cy="1376200"/>
            </a:xfrm>
            <a:custGeom>
              <a:rect b="b" l="l" r="r" t="t"/>
              <a:pathLst>
                <a:path extrusionOk="0" h="55048" w="53801">
                  <a:moveTo>
                    <a:pt x="51166" y="5584"/>
                  </a:moveTo>
                  <a:cubicBezTo>
                    <a:pt x="47481" y="980"/>
                    <a:pt x="38020" y="-2203"/>
                    <a:pt x="33849" y="1965"/>
                  </a:cubicBezTo>
                  <a:cubicBezTo>
                    <a:pt x="28886" y="6925"/>
                    <a:pt x="30341" y="16471"/>
                    <a:pt x="25061" y="21092"/>
                  </a:cubicBezTo>
                  <a:cubicBezTo>
                    <a:pt x="18421" y="26904"/>
                    <a:pt x="7054" y="26350"/>
                    <a:pt x="1540" y="33240"/>
                  </a:cubicBezTo>
                  <a:cubicBezTo>
                    <a:pt x="-1691" y="37277"/>
                    <a:pt x="1017" y="44564"/>
                    <a:pt x="4383" y="48490"/>
                  </a:cubicBezTo>
                  <a:cubicBezTo>
                    <a:pt x="13364" y="58965"/>
                    <a:pt x="35260" y="55658"/>
                    <a:pt x="45738" y="46680"/>
                  </a:cubicBezTo>
                  <a:cubicBezTo>
                    <a:pt x="49545" y="43418"/>
                    <a:pt x="49561" y="37359"/>
                    <a:pt x="50649" y="32465"/>
                  </a:cubicBezTo>
                  <a:cubicBezTo>
                    <a:pt x="52558" y="23876"/>
                    <a:pt x="55876" y="13971"/>
                    <a:pt x="51941" y="6101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55"/>
            <p:cNvSpPr/>
            <p:nvPr/>
          </p:nvSpPr>
          <p:spPr>
            <a:xfrm rot="279846">
              <a:off x="7476096" y="3504941"/>
              <a:ext cx="659173" cy="845784"/>
            </a:xfrm>
            <a:custGeom>
              <a:rect b="b" l="l" r="r" t="t"/>
              <a:pathLst>
                <a:path extrusionOk="0" h="33831" w="28285">
                  <a:moveTo>
                    <a:pt x="25333" y="2476"/>
                  </a:moveTo>
                  <a:cubicBezTo>
                    <a:pt x="24237" y="284"/>
                    <a:pt x="19192" y="-1008"/>
                    <a:pt x="18096" y="1184"/>
                  </a:cubicBezTo>
                  <a:cubicBezTo>
                    <a:pt x="15476" y="6425"/>
                    <a:pt x="16741" y="13536"/>
                    <a:pt x="12927" y="17984"/>
                  </a:cubicBezTo>
                  <a:cubicBezTo>
                    <a:pt x="10569" y="20734"/>
                    <a:pt x="5933" y="20372"/>
                    <a:pt x="3105" y="22636"/>
                  </a:cubicBezTo>
                  <a:cubicBezTo>
                    <a:pt x="690" y="24569"/>
                    <a:pt x="-1150" y="29496"/>
                    <a:pt x="1037" y="31683"/>
                  </a:cubicBezTo>
                  <a:cubicBezTo>
                    <a:pt x="5080" y="35726"/>
                    <a:pt x="13631" y="33447"/>
                    <a:pt x="18096" y="29874"/>
                  </a:cubicBezTo>
                  <a:cubicBezTo>
                    <a:pt x="25351" y="24068"/>
                    <a:pt x="31519" y="10985"/>
                    <a:pt x="26367" y="3251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55"/>
            <p:cNvSpPr/>
            <p:nvPr/>
          </p:nvSpPr>
          <p:spPr>
            <a:xfrm>
              <a:off x="6118779" y="2543626"/>
              <a:ext cx="2790475" cy="2602400"/>
            </a:xfrm>
            <a:custGeom>
              <a:rect b="b" l="l" r="r" t="t"/>
              <a:pathLst>
                <a:path extrusionOk="0" h="104096" w="111619">
                  <a:moveTo>
                    <a:pt x="91257" y="5777"/>
                  </a:moveTo>
                  <a:cubicBezTo>
                    <a:pt x="81743" y="-3731"/>
                    <a:pt x="62127" y="-133"/>
                    <a:pt x="50936" y="7328"/>
                  </a:cubicBezTo>
                  <a:cubicBezTo>
                    <a:pt x="40977" y="13967"/>
                    <a:pt x="42327" y="29704"/>
                    <a:pt x="36978" y="40412"/>
                  </a:cubicBezTo>
                  <a:cubicBezTo>
                    <a:pt x="34671" y="45031"/>
                    <a:pt x="27739" y="45035"/>
                    <a:pt x="23021" y="47132"/>
                  </a:cubicBezTo>
                  <a:cubicBezTo>
                    <a:pt x="15422" y="50509"/>
                    <a:pt x="7669" y="54702"/>
                    <a:pt x="2344" y="61089"/>
                  </a:cubicBezTo>
                  <a:cubicBezTo>
                    <a:pt x="-3437" y="68024"/>
                    <a:pt x="3130" y="80231"/>
                    <a:pt x="8547" y="87453"/>
                  </a:cubicBezTo>
                  <a:cubicBezTo>
                    <a:pt x="12395" y="92583"/>
                    <a:pt x="19229" y="94671"/>
                    <a:pt x="25089" y="97275"/>
                  </a:cubicBezTo>
                  <a:cubicBezTo>
                    <a:pt x="40148" y="103968"/>
                    <a:pt x="57885" y="105292"/>
                    <a:pt x="74198" y="102961"/>
                  </a:cubicBezTo>
                  <a:cubicBezTo>
                    <a:pt x="84609" y="101473"/>
                    <a:pt x="97869" y="101552"/>
                    <a:pt x="104180" y="93139"/>
                  </a:cubicBezTo>
                  <a:cubicBezTo>
                    <a:pt x="120447" y="71455"/>
                    <a:pt x="105589" y="38278"/>
                    <a:pt x="99011" y="11981"/>
                  </a:cubicBezTo>
                  <a:cubicBezTo>
                    <a:pt x="98149" y="8535"/>
                    <a:pt x="93879" y="6887"/>
                    <a:pt x="92290" y="3710"/>
                  </a:cubicBezTo>
                </a:path>
              </a:pathLst>
            </a:custGeom>
            <a:noFill/>
            <a:ln cap="flat" cmpd="sng" w="38100">
              <a:solidFill>
                <a:schemeClr val="accent3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" name="Google Shape;38;p55"/>
          <p:cNvSpPr txBox="1"/>
          <p:nvPr>
            <p:ph type="title"/>
          </p:nvPr>
        </p:nvSpPr>
        <p:spPr>
          <a:xfrm>
            <a:off x="2414250" y="1652817"/>
            <a:ext cx="4315500" cy="138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None/>
              <a:defRPr sz="12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9pPr>
          </a:lstStyle>
          <a:p/>
        </p:txBody>
      </p:sp>
      <p:sp>
        <p:nvSpPr>
          <p:cNvPr id="39" name="Google Shape;39;p55"/>
          <p:cNvSpPr txBox="1"/>
          <p:nvPr>
            <p:ph idx="1" type="subTitle"/>
          </p:nvPr>
        </p:nvSpPr>
        <p:spPr>
          <a:xfrm>
            <a:off x="2500400" y="2978917"/>
            <a:ext cx="4143300" cy="63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9"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56"/>
          <p:cNvSpPr txBox="1"/>
          <p:nvPr>
            <p:ph idx="1" type="subTitle"/>
          </p:nvPr>
        </p:nvSpPr>
        <p:spPr>
          <a:xfrm>
            <a:off x="1942208" y="4103663"/>
            <a:ext cx="2363700" cy="49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2" name="Google Shape;42;p56"/>
          <p:cNvSpPr txBox="1"/>
          <p:nvPr>
            <p:ph idx="2" type="subTitle"/>
          </p:nvPr>
        </p:nvSpPr>
        <p:spPr>
          <a:xfrm>
            <a:off x="4831583" y="4103663"/>
            <a:ext cx="2363700" cy="49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3" name="Google Shape;43;p56"/>
          <p:cNvSpPr txBox="1"/>
          <p:nvPr>
            <p:ph type="title"/>
          </p:nvPr>
        </p:nvSpPr>
        <p:spPr>
          <a:xfrm>
            <a:off x="2348913" y="1496639"/>
            <a:ext cx="1549800" cy="676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4" name="Google Shape;44;p56"/>
          <p:cNvSpPr txBox="1"/>
          <p:nvPr>
            <p:ph idx="3" type="title"/>
          </p:nvPr>
        </p:nvSpPr>
        <p:spPr>
          <a:xfrm>
            <a:off x="5242306" y="1529228"/>
            <a:ext cx="1549800" cy="6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5" name="Google Shape;45;p56"/>
          <p:cNvSpPr txBox="1"/>
          <p:nvPr>
            <p:ph idx="4" type="title"/>
          </p:nvPr>
        </p:nvSpPr>
        <p:spPr>
          <a:xfrm>
            <a:off x="2349156" y="3227857"/>
            <a:ext cx="1549800" cy="6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6" name="Google Shape;46;p56"/>
          <p:cNvSpPr txBox="1"/>
          <p:nvPr>
            <p:ph idx="5" type="title"/>
          </p:nvPr>
        </p:nvSpPr>
        <p:spPr>
          <a:xfrm>
            <a:off x="5242549" y="3227857"/>
            <a:ext cx="1549800" cy="6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7" name="Google Shape;47;p56"/>
          <p:cNvSpPr txBox="1"/>
          <p:nvPr>
            <p:ph idx="6" type="subTitle"/>
          </p:nvPr>
        </p:nvSpPr>
        <p:spPr>
          <a:xfrm>
            <a:off x="1822938" y="1975720"/>
            <a:ext cx="26022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9pPr>
          </a:lstStyle>
          <a:p/>
        </p:txBody>
      </p:sp>
      <p:sp>
        <p:nvSpPr>
          <p:cNvPr id="48" name="Google Shape;48;p56"/>
          <p:cNvSpPr txBox="1"/>
          <p:nvPr>
            <p:ph idx="7" type="subTitle"/>
          </p:nvPr>
        </p:nvSpPr>
        <p:spPr>
          <a:xfrm>
            <a:off x="4743438" y="1975720"/>
            <a:ext cx="25401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9pPr>
          </a:lstStyle>
          <a:p/>
        </p:txBody>
      </p:sp>
      <p:sp>
        <p:nvSpPr>
          <p:cNvPr id="49" name="Google Shape;49;p56"/>
          <p:cNvSpPr txBox="1"/>
          <p:nvPr>
            <p:ph idx="8" type="subTitle"/>
          </p:nvPr>
        </p:nvSpPr>
        <p:spPr>
          <a:xfrm>
            <a:off x="4719863" y="3678413"/>
            <a:ext cx="26022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9pPr>
          </a:lstStyle>
          <a:p/>
        </p:txBody>
      </p:sp>
      <p:sp>
        <p:nvSpPr>
          <p:cNvPr id="50" name="Google Shape;50;p56"/>
          <p:cNvSpPr txBox="1"/>
          <p:nvPr>
            <p:ph idx="9" type="subTitle"/>
          </p:nvPr>
        </p:nvSpPr>
        <p:spPr>
          <a:xfrm>
            <a:off x="1941183" y="2398042"/>
            <a:ext cx="2363700" cy="49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1" name="Google Shape;51;p56"/>
          <p:cNvSpPr txBox="1"/>
          <p:nvPr>
            <p:ph idx="13" type="subTitle"/>
          </p:nvPr>
        </p:nvSpPr>
        <p:spPr>
          <a:xfrm>
            <a:off x="4835583" y="2398042"/>
            <a:ext cx="2363700" cy="49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2" name="Google Shape;52;p56"/>
          <p:cNvSpPr txBox="1"/>
          <p:nvPr>
            <p:ph idx="14" type="subTitle"/>
          </p:nvPr>
        </p:nvSpPr>
        <p:spPr>
          <a:xfrm>
            <a:off x="1821938" y="3678413"/>
            <a:ext cx="26022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9pPr>
          </a:lstStyle>
          <a:p/>
        </p:txBody>
      </p:sp>
      <p:sp>
        <p:nvSpPr>
          <p:cNvPr id="53" name="Google Shape;53;p56"/>
          <p:cNvSpPr txBox="1"/>
          <p:nvPr>
            <p:ph idx="15" type="title"/>
          </p:nvPr>
        </p:nvSpPr>
        <p:spPr>
          <a:xfrm>
            <a:off x="583849" y="48500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4" name="Google Shape;54;p56"/>
          <p:cNvSpPr/>
          <p:nvPr/>
        </p:nvSpPr>
        <p:spPr>
          <a:xfrm rot="395521">
            <a:off x="5106136" y="-114285"/>
            <a:ext cx="4323649" cy="2396077"/>
          </a:xfrm>
          <a:custGeom>
            <a:rect b="b" l="l" r="r" t="t"/>
            <a:pathLst>
              <a:path extrusionOk="0" h="95842" w="172944">
                <a:moveTo>
                  <a:pt x="1494" y="0"/>
                </a:moveTo>
                <a:cubicBezTo>
                  <a:pt x="-221" y="10291"/>
                  <a:pt x="-1267" y="21910"/>
                  <a:pt x="3399" y="31242"/>
                </a:cubicBezTo>
                <a:cubicBezTo>
                  <a:pt x="7085" y="38614"/>
                  <a:pt x="15914" y="43231"/>
                  <a:pt x="23973" y="44958"/>
                </a:cubicBezTo>
                <a:cubicBezTo>
                  <a:pt x="35431" y="47413"/>
                  <a:pt x="47909" y="45996"/>
                  <a:pt x="59025" y="42291"/>
                </a:cubicBezTo>
                <a:cubicBezTo>
                  <a:pt x="70906" y="38331"/>
                  <a:pt x="84992" y="32852"/>
                  <a:pt x="96363" y="38100"/>
                </a:cubicBezTo>
                <a:cubicBezTo>
                  <a:pt x="101993" y="40699"/>
                  <a:pt x="108830" y="43222"/>
                  <a:pt x="111603" y="48768"/>
                </a:cubicBezTo>
                <a:cubicBezTo>
                  <a:pt x="117194" y="59949"/>
                  <a:pt x="117022" y="74145"/>
                  <a:pt x="124938" y="83820"/>
                </a:cubicBezTo>
                <a:cubicBezTo>
                  <a:pt x="135133" y="96281"/>
                  <a:pt x="161559" y="100539"/>
                  <a:pt x="172944" y="89154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57"/>
          <p:cNvSpPr/>
          <p:nvPr/>
        </p:nvSpPr>
        <p:spPr>
          <a:xfrm rot="-5400000">
            <a:off x="1623583" y="-933600"/>
            <a:ext cx="1382275" cy="2619375"/>
          </a:xfrm>
          <a:custGeom>
            <a:rect b="b" l="l" r="r" t="t"/>
            <a:pathLst>
              <a:path extrusionOk="0" h="104775" w="55291">
                <a:moveTo>
                  <a:pt x="53767" y="0"/>
                </a:moveTo>
                <a:cubicBezTo>
                  <a:pt x="52109" y="11606"/>
                  <a:pt x="37989" y="19258"/>
                  <a:pt x="26716" y="22479"/>
                </a:cubicBezTo>
                <a:cubicBezTo>
                  <a:pt x="17320" y="25163"/>
                  <a:pt x="4147" y="27012"/>
                  <a:pt x="808" y="36195"/>
                </a:cubicBezTo>
                <a:cubicBezTo>
                  <a:pt x="-3391" y="47742"/>
                  <a:pt x="10039" y="59896"/>
                  <a:pt x="19096" y="68199"/>
                </a:cubicBezTo>
                <a:cubicBezTo>
                  <a:pt x="28194" y="76539"/>
                  <a:pt x="34372" y="87666"/>
                  <a:pt x="43099" y="96393"/>
                </a:cubicBezTo>
                <a:cubicBezTo>
                  <a:pt x="46586" y="99880"/>
                  <a:pt x="51804" y="101288"/>
                  <a:pt x="55291" y="104775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57"/>
          <p:cNvSpPr txBox="1"/>
          <p:nvPr>
            <p:ph type="title"/>
          </p:nvPr>
        </p:nvSpPr>
        <p:spPr>
          <a:xfrm>
            <a:off x="593125" y="1660350"/>
            <a:ext cx="3443400" cy="862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8" name="Google Shape;58;p57"/>
          <p:cNvSpPr txBox="1"/>
          <p:nvPr>
            <p:ph idx="1" type="subTitle"/>
          </p:nvPr>
        </p:nvSpPr>
        <p:spPr>
          <a:xfrm>
            <a:off x="599025" y="2510350"/>
            <a:ext cx="3431400" cy="150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59" name="Google Shape;59;p57"/>
          <p:cNvSpPr/>
          <p:nvPr/>
        </p:nvSpPr>
        <p:spPr>
          <a:xfrm>
            <a:off x="8069275" y="0"/>
            <a:ext cx="361500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 1">
  <p:cSld name="CUSTOM_7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58"/>
          <p:cNvSpPr txBox="1"/>
          <p:nvPr>
            <p:ph type="title"/>
          </p:nvPr>
        </p:nvSpPr>
        <p:spPr>
          <a:xfrm>
            <a:off x="606525" y="490123"/>
            <a:ext cx="7919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62" name="Google Shape;62;p58"/>
          <p:cNvSpPr txBox="1"/>
          <p:nvPr>
            <p:ph idx="2" type="title"/>
          </p:nvPr>
        </p:nvSpPr>
        <p:spPr>
          <a:xfrm>
            <a:off x="2169300" y="1709600"/>
            <a:ext cx="2121900" cy="5727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0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63" name="Google Shape;63;p58"/>
          <p:cNvSpPr txBox="1"/>
          <p:nvPr>
            <p:ph idx="1" type="subTitle"/>
          </p:nvPr>
        </p:nvSpPr>
        <p:spPr>
          <a:xfrm>
            <a:off x="2169300" y="2571751"/>
            <a:ext cx="2121900" cy="12009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" name="Google Shape;64;p58"/>
          <p:cNvSpPr txBox="1"/>
          <p:nvPr>
            <p:ph idx="3" type="title"/>
          </p:nvPr>
        </p:nvSpPr>
        <p:spPr>
          <a:xfrm>
            <a:off x="4852800" y="2287746"/>
            <a:ext cx="2121900" cy="5727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0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65" name="Google Shape;65;p58"/>
          <p:cNvSpPr txBox="1"/>
          <p:nvPr>
            <p:ph idx="4" type="subTitle"/>
          </p:nvPr>
        </p:nvSpPr>
        <p:spPr>
          <a:xfrm>
            <a:off x="4852800" y="3145917"/>
            <a:ext cx="2121900" cy="12009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" name="Google Shape;66;p58"/>
          <p:cNvSpPr/>
          <p:nvPr/>
        </p:nvSpPr>
        <p:spPr>
          <a:xfrm>
            <a:off x="-190500" y="3736712"/>
            <a:ext cx="2476500" cy="1511575"/>
          </a:xfrm>
          <a:custGeom>
            <a:rect b="b" l="l" r="r" t="t"/>
            <a:pathLst>
              <a:path extrusionOk="0" h="60463" w="99060">
                <a:moveTo>
                  <a:pt x="0" y="5980"/>
                </a:moveTo>
                <a:cubicBezTo>
                  <a:pt x="12213" y="-3180"/>
                  <a:pt x="41145" y="-2222"/>
                  <a:pt x="45339" y="12457"/>
                </a:cubicBezTo>
                <a:cubicBezTo>
                  <a:pt x="46820" y="17641"/>
                  <a:pt x="45535" y="24944"/>
                  <a:pt x="41148" y="28078"/>
                </a:cubicBezTo>
                <a:cubicBezTo>
                  <a:pt x="39089" y="29549"/>
                  <a:pt x="35164" y="27989"/>
                  <a:pt x="33909" y="25792"/>
                </a:cubicBezTo>
                <a:cubicBezTo>
                  <a:pt x="32870" y="23973"/>
                  <a:pt x="33446" y="20358"/>
                  <a:pt x="35433" y="19696"/>
                </a:cubicBezTo>
                <a:cubicBezTo>
                  <a:pt x="43656" y="16955"/>
                  <a:pt x="54831" y="18520"/>
                  <a:pt x="60960" y="24649"/>
                </a:cubicBezTo>
                <a:cubicBezTo>
                  <a:pt x="69254" y="32943"/>
                  <a:pt x="72097" y="45692"/>
                  <a:pt x="80391" y="53986"/>
                </a:cubicBezTo>
                <a:cubicBezTo>
                  <a:pt x="85049" y="58644"/>
                  <a:pt x="93169" y="57517"/>
                  <a:pt x="99060" y="60463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58"/>
          <p:cNvSpPr/>
          <p:nvPr/>
        </p:nvSpPr>
        <p:spPr>
          <a:xfrm>
            <a:off x="7923645" y="990600"/>
            <a:ext cx="1382275" cy="2619375"/>
          </a:xfrm>
          <a:custGeom>
            <a:rect b="b" l="l" r="r" t="t"/>
            <a:pathLst>
              <a:path extrusionOk="0" h="104775" w="55291">
                <a:moveTo>
                  <a:pt x="53767" y="0"/>
                </a:moveTo>
                <a:cubicBezTo>
                  <a:pt x="52109" y="11606"/>
                  <a:pt x="37989" y="19258"/>
                  <a:pt x="26716" y="22479"/>
                </a:cubicBezTo>
                <a:cubicBezTo>
                  <a:pt x="17320" y="25163"/>
                  <a:pt x="4147" y="27012"/>
                  <a:pt x="808" y="36195"/>
                </a:cubicBezTo>
                <a:cubicBezTo>
                  <a:pt x="-3391" y="47742"/>
                  <a:pt x="10039" y="59896"/>
                  <a:pt x="19096" y="68199"/>
                </a:cubicBezTo>
                <a:cubicBezTo>
                  <a:pt x="28194" y="76539"/>
                  <a:pt x="34372" y="87666"/>
                  <a:pt x="43099" y="96393"/>
                </a:cubicBezTo>
                <a:cubicBezTo>
                  <a:pt x="46586" y="99880"/>
                  <a:pt x="51804" y="101288"/>
                  <a:pt x="55291" y="104775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">
  <p:cSld name="CUSTOM_4"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59"/>
          <p:cNvSpPr txBox="1"/>
          <p:nvPr>
            <p:ph type="title"/>
          </p:nvPr>
        </p:nvSpPr>
        <p:spPr>
          <a:xfrm>
            <a:off x="606525" y="485626"/>
            <a:ext cx="7919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70" name="Google Shape;70;p59"/>
          <p:cNvSpPr txBox="1"/>
          <p:nvPr>
            <p:ph idx="2" type="title"/>
          </p:nvPr>
        </p:nvSpPr>
        <p:spPr>
          <a:xfrm>
            <a:off x="873638" y="2717107"/>
            <a:ext cx="2320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0"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71" name="Google Shape;71;p59"/>
          <p:cNvSpPr txBox="1"/>
          <p:nvPr>
            <p:ph idx="1" type="subTitle"/>
          </p:nvPr>
        </p:nvSpPr>
        <p:spPr>
          <a:xfrm>
            <a:off x="945550" y="3254950"/>
            <a:ext cx="2176800" cy="8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" name="Google Shape;72;p59"/>
          <p:cNvSpPr txBox="1"/>
          <p:nvPr>
            <p:ph idx="3" type="title"/>
          </p:nvPr>
        </p:nvSpPr>
        <p:spPr>
          <a:xfrm>
            <a:off x="3415791" y="2717107"/>
            <a:ext cx="2320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0"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73" name="Google Shape;73;p59"/>
          <p:cNvSpPr txBox="1"/>
          <p:nvPr>
            <p:ph idx="4" type="subTitle"/>
          </p:nvPr>
        </p:nvSpPr>
        <p:spPr>
          <a:xfrm>
            <a:off x="3485729" y="3254950"/>
            <a:ext cx="2176800" cy="8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4" name="Google Shape;74;p59"/>
          <p:cNvSpPr txBox="1"/>
          <p:nvPr>
            <p:ph idx="5" type="title"/>
          </p:nvPr>
        </p:nvSpPr>
        <p:spPr>
          <a:xfrm>
            <a:off x="5957950" y="2717107"/>
            <a:ext cx="2320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0"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75" name="Google Shape;75;p59"/>
          <p:cNvSpPr txBox="1"/>
          <p:nvPr>
            <p:ph idx="6" type="subTitle"/>
          </p:nvPr>
        </p:nvSpPr>
        <p:spPr>
          <a:xfrm>
            <a:off x="6029950" y="3254950"/>
            <a:ext cx="2176800" cy="8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6" name="Google Shape;76;p59"/>
          <p:cNvSpPr/>
          <p:nvPr/>
        </p:nvSpPr>
        <p:spPr>
          <a:xfrm rot="-1286190">
            <a:off x="8071193" y="-14080"/>
            <a:ext cx="1396790" cy="2954919"/>
          </a:xfrm>
          <a:custGeom>
            <a:rect b="b" l="l" r="r" t="t"/>
            <a:pathLst>
              <a:path extrusionOk="0" h="118187" w="55867">
                <a:moveTo>
                  <a:pt x="50152" y="0"/>
                </a:moveTo>
                <a:cubicBezTo>
                  <a:pt x="50152" y="12460"/>
                  <a:pt x="42774" y="27116"/>
                  <a:pt x="31483" y="32385"/>
                </a:cubicBezTo>
                <a:cubicBezTo>
                  <a:pt x="25178" y="35327"/>
                  <a:pt x="18727" y="38042"/>
                  <a:pt x="12052" y="40005"/>
                </a:cubicBezTo>
                <a:cubicBezTo>
                  <a:pt x="8159" y="41150"/>
                  <a:pt x="1737" y="40294"/>
                  <a:pt x="622" y="44196"/>
                </a:cubicBezTo>
                <a:cubicBezTo>
                  <a:pt x="-3377" y="58193"/>
                  <a:pt x="16830" y="68446"/>
                  <a:pt x="26149" y="79629"/>
                </a:cubicBezTo>
                <a:cubicBezTo>
                  <a:pt x="33091" y="87959"/>
                  <a:pt x="30421" y="101468"/>
                  <a:pt x="36436" y="110490"/>
                </a:cubicBezTo>
                <a:cubicBezTo>
                  <a:pt x="38379" y="113405"/>
                  <a:pt x="40803" y="116428"/>
                  <a:pt x="44056" y="117729"/>
                </a:cubicBezTo>
                <a:cubicBezTo>
                  <a:pt x="47742" y="119203"/>
                  <a:pt x="51897" y="116205"/>
                  <a:pt x="55867" y="116205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59"/>
          <p:cNvSpPr/>
          <p:nvPr/>
        </p:nvSpPr>
        <p:spPr>
          <a:xfrm rot="-4063569">
            <a:off x="293359" y="3114694"/>
            <a:ext cx="835625" cy="2781051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ody 1">
  <p:cSld name="CUSTOM_14"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60"/>
          <p:cNvSpPr/>
          <p:nvPr/>
        </p:nvSpPr>
        <p:spPr>
          <a:xfrm>
            <a:off x="0" y="-125"/>
            <a:ext cx="9144000" cy="2551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60"/>
          <p:cNvSpPr txBox="1"/>
          <p:nvPr>
            <p:ph type="title"/>
          </p:nvPr>
        </p:nvSpPr>
        <p:spPr>
          <a:xfrm>
            <a:off x="602072" y="3411425"/>
            <a:ext cx="3375000" cy="801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1" name="Google Shape;81;p60"/>
          <p:cNvSpPr txBox="1"/>
          <p:nvPr>
            <p:ph idx="1" type="subTitle"/>
          </p:nvPr>
        </p:nvSpPr>
        <p:spPr>
          <a:xfrm>
            <a:off x="606325" y="4123275"/>
            <a:ext cx="3965700" cy="59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2" name="Google Shape;82;p60"/>
          <p:cNvSpPr/>
          <p:nvPr/>
        </p:nvSpPr>
        <p:spPr>
          <a:xfrm rot="-5400000">
            <a:off x="4429950" y="-1858350"/>
            <a:ext cx="309600" cy="9169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60"/>
          <p:cNvSpPr/>
          <p:nvPr/>
        </p:nvSpPr>
        <p:spPr>
          <a:xfrm rot="-7822198">
            <a:off x="6601169" y="2313112"/>
            <a:ext cx="1378468" cy="4333377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8">
    <p:bg>
      <p:bgPr>
        <a:solidFill>
          <a:schemeClr val="accent3"/>
        </a:solidFill>
      </p:bgPr>
    </p:bg>
    <p:spTree>
      <p:nvGrpSpPr>
        <p:cNvPr id="84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61"/>
          <p:cNvSpPr txBox="1"/>
          <p:nvPr>
            <p:ph type="title"/>
          </p:nvPr>
        </p:nvSpPr>
        <p:spPr>
          <a:xfrm>
            <a:off x="5295075" y="3064513"/>
            <a:ext cx="1883100" cy="46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b="0" sz="2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 b="0" sz="25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 b="0" sz="25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 b="0" sz="25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 b="0" sz="25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 b="0" sz="25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 b="0" sz="25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 b="0" sz="25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 b="0" sz="2500"/>
            </a:lvl9pPr>
          </a:lstStyle>
          <a:p/>
        </p:txBody>
      </p:sp>
      <p:sp>
        <p:nvSpPr>
          <p:cNvPr id="86" name="Google Shape;86;p61"/>
          <p:cNvSpPr txBox="1"/>
          <p:nvPr>
            <p:ph idx="1" type="subTitle"/>
          </p:nvPr>
        </p:nvSpPr>
        <p:spPr>
          <a:xfrm>
            <a:off x="1687200" y="1673938"/>
            <a:ext cx="5769600" cy="135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" name="Google Shape;87;p61"/>
          <p:cNvSpPr/>
          <p:nvPr/>
        </p:nvSpPr>
        <p:spPr>
          <a:xfrm flipH="1">
            <a:off x="-688575" y="-1074575"/>
            <a:ext cx="10589125" cy="8051618"/>
          </a:xfrm>
          <a:custGeom>
            <a:rect b="b" l="l" r="r" t="t"/>
            <a:pathLst>
              <a:path extrusionOk="0" h="242245" w="397527">
                <a:moveTo>
                  <a:pt x="8763" y="70798"/>
                </a:moveTo>
                <a:cubicBezTo>
                  <a:pt x="7357" y="63770"/>
                  <a:pt x="12336" y="53143"/>
                  <a:pt x="19431" y="52129"/>
                </a:cubicBezTo>
                <a:cubicBezTo>
                  <a:pt x="30083" y="50607"/>
                  <a:pt x="52780" y="59286"/>
                  <a:pt x="47244" y="68512"/>
                </a:cubicBezTo>
                <a:cubicBezTo>
                  <a:pt x="45806" y="70908"/>
                  <a:pt x="41558" y="69247"/>
                  <a:pt x="38862" y="68512"/>
                </a:cubicBezTo>
                <a:cubicBezTo>
                  <a:pt x="26486" y="65137"/>
                  <a:pt x="28981" y="37728"/>
                  <a:pt x="39243" y="30031"/>
                </a:cubicBezTo>
                <a:cubicBezTo>
                  <a:pt x="43815" y="26602"/>
                  <a:pt x="51392" y="27256"/>
                  <a:pt x="56388" y="30031"/>
                </a:cubicBezTo>
                <a:cubicBezTo>
                  <a:pt x="61434" y="32834"/>
                  <a:pt x="64773" y="38110"/>
                  <a:pt x="69723" y="41080"/>
                </a:cubicBezTo>
                <a:cubicBezTo>
                  <a:pt x="80304" y="47429"/>
                  <a:pt x="94199" y="49215"/>
                  <a:pt x="106299" y="46795"/>
                </a:cubicBezTo>
                <a:cubicBezTo>
                  <a:pt x="113177" y="45419"/>
                  <a:pt x="119998" y="41357"/>
                  <a:pt x="124206" y="35746"/>
                </a:cubicBezTo>
                <a:cubicBezTo>
                  <a:pt x="129710" y="28407"/>
                  <a:pt x="128989" y="17558"/>
                  <a:pt x="134493" y="10219"/>
                </a:cubicBezTo>
                <a:cubicBezTo>
                  <a:pt x="141098" y="1412"/>
                  <a:pt x="155285" y="-1275"/>
                  <a:pt x="166116" y="694"/>
                </a:cubicBezTo>
                <a:cubicBezTo>
                  <a:pt x="174177" y="2160"/>
                  <a:pt x="183564" y="2902"/>
                  <a:pt x="189357" y="8695"/>
                </a:cubicBezTo>
                <a:cubicBezTo>
                  <a:pt x="198399" y="17737"/>
                  <a:pt x="200230" y="33541"/>
                  <a:pt x="211074" y="40318"/>
                </a:cubicBezTo>
                <a:cubicBezTo>
                  <a:pt x="220370" y="46128"/>
                  <a:pt x="232497" y="46033"/>
                  <a:pt x="243459" y="46033"/>
                </a:cubicBezTo>
                <a:cubicBezTo>
                  <a:pt x="251876" y="46033"/>
                  <a:pt x="261388" y="48077"/>
                  <a:pt x="268605" y="43747"/>
                </a:cubicBezTo>
                <a:cubicBezTo>
                  <a:pt x="275950" y="39340"/>
                  <a:pt x="282590" y="23733"/>
                  <a:pt x="275463" y="18982"/>
                </a:cubicBezTo>
                <a:cubicBezTo>
                  <a:pt x="271691" y="16468"/>
                  <a:pt x="266633" y="16816"/>
                  <a:pt x="262128" y="16315"/>
                </a:cubicBezTo>
                <a:cubicBezTo>
                  <a:pt x="256288" y="15666"/>
                  <a:pt x="249303" y="14694"/>
                  <a:pt x="244602" y="18220"/>
                </a:cubicBezTo>
                <a:cubicBezTo>
                  <a:pt x="242447" y="19836"/>
                  <a:pt x="243016" y="23564"/>
                  <a:pt x="243459" y="26221"/>
                </a:cubicBezTo>
                <a:cubicBezTo>
                  <a:pt x="244774" y="34113"/>
                  <a:pt x="261146" y="31133"/>
                  <a:pt x="267462" y="26221"/>
                </a:cubicBezTo>
                <a:cubicBezTo>
                  <a:pt x="275055" y="20315"/>
                  <a:pt x="281287" y="12799"/>
                  <a:pt x="288798" y="6790"/>
                </a:cubicBezTo>
                <a:cubicBezTo>
                  <a:pt x="294950" y="1869"/>
                  <a:pt x="304730" y="4319"/>
                  <a:pt x="312420" y="6028"/>
                </a:cubicBezTo>
                <a:cubicBezTo>
                  <a:pt x="330384" y="10020"/>
                  <a:pt x="346482" y="20236"/>
                  <a:pt x="364236" y="25078"/>
                </a:cubicBezTo>
                <a:cubicBezTo>
                  <a:pt x="374762" y="27949"/>
                  <a:pt x="398034" y="28982"/>
                  <a:pt x="396240" y="18220"/>
                </a:cubicBezTo>
                <a:cubicBezTo>
                  <a:pt x="395956" y="16516"/>
                  <a:pt x="392176" y="15215"/>
                  <a:pt x="391287" y="16696"/>
                </a:cubicBezTo>
                <a:cubicBezTo>
                  <a:pt x="389050" y="20424"/>
                  <a:pt x="389453" y="25313"/>
                  <a:pt x="389763" y="29650"/>
                </a:cubicBezTo>
                <a:cubicBezTo>
                  <a:pt x="390637" y="41891"/>
                  <a:pt x="403537" y="58560"/>
                  <a:pt x="393954" y="66226"/>
                </a:cubicBezTo>
                <a:cubicBezTo>
                  <a:pt x="385055" y="73346"/>
                  <a:pt x="372020" y="59883"/>
                  <a:pt x="360807" y="57844"/>
                </a:cubicBezTo>
                <a:cubicBezTo>
                  <a:pt x="351897" y="56224"/>
                  <a:pt x="341394" y="58808"/>
                  <a:pt x="334518" y="64702"/>
                </a:cubicBezTo>
                <a:cubicBezTo>
                  <a:pt x="330507" y="68140"/>
                  <a:pt x="331196" y="75081"/>
                  <a:pt x="331851" y="80323"/>
                </a:cubicBezTo>
                <a:cubicBezTo>
                  <a:pt x="332445" y="85078"/>
                  <a:pt x="336477" y="88773"/>
                  <a:pt x="339471" y="92515"/>
                </a:cubicBezTo>
                <a:cubicBezTo>
                  <a:pt x="351008" y="106936"/>
                  <a:pt x="369766" y="123255"/>
                  <a:pt x="365760" y="141283"/>
                </a:cubicBezTo>
                <a:cubicBezTo>
                  <a:pt x="365069" y="144392"/>
                  <a:pt x="360019" y="146100"/>
                  <a:pt x="356997" y="145093"/>
                </a:cubicBezTo>
                <a:cubicBezTo>
                  <a:pt x="354490" y="144257"/>
                  <a:pt x="350839" y="140730"/>
                  <a:pt x="352425" y="138616"/>
                </a:cubicBezTo>
                <a:cubicBezTo>
                  <a:pt x="356952" y="132580"/>
                  <a:pt x="369113" y="147529"/>
                  <a:pt x="368046" y="154999"/>
                </a:cubicBezTo>
                <a:cubicBezTo>
                  <a:pt x="366749" y="164076"/>
                  <a:pt x="354376" y="167770"/>
                  <a:pt x="345948" y="171382"/>
                </a:cubicBezTo>
                <a:cubicBezTo>
                  <a:pt x="339770" y="174030"/>
                  <a:pt x="337494" y="183381"/>
                  <a:pt x="338328" y="190051"/>
                </a:cubicBezTo>
                <a:cubicBezTo>
                  <a:pt x="339605" y="200266"/>
                  <a:pt x="348240" y="210135"/>
                  <a:pt x="357759" y="214054"/>
                </a:cubicBezTo>
                <a:cubicBezTo>
                  <a:pt x="363517" y="216425"/>
                  <a:pt x="370265" y="215551"/>
                  <a:pt x="376047" y="217864"/>
                </a:cubicBezTo>
                <a:cubicBezTo>
                  <a:pt x="380759" y="219749"/>
                  <a:pt x="385653" y="226003"/>
                  <a:pt x="384048" y="230818"/>
                </a:cubicBezTo>
                <a:cubicBezTo>
                  <a:pt x="381758" y="237687"/>
                  <a:pt x="371065" y="238164"/>
                  <a:pt x="363855" y="238819"/>
                </a:cubicBezTo>
                <a:cubicBezTo>
                  <a:pt x="349816" y="240095"/>
                  <a:pt x="333804" y="245813"/>
                  <a:pt x="321564" y="238819"/>
                </a:cubicBezTo>
                <a:cubicBezTo>
                  <a:pt x="306766" y="230363"/>
                  <a:pt x="302755" y="210104"/>
                  <a:pt x="290703" y="198052"/>
                </a:cubicBezTo>
                <a:cubicBezTo>
                  <a:pt x="282939" y="190288"/>
                  <a:pt x="272376" y="185610"/>
                  <a:pt x="262128" y="181669"/>
                </a:cubicBezTo>
                <a:cubicBezTo>
                  <a:pt x="250674" y="177264"/>
                  <a:pt x="236724" y="172400"/>
                  <a:pt x="225552" y="177478"/>
                </a:cubicBezTo>
                <a:cubicBezTo>
                  <a:pt x="217986" y="180917"/>
                  <a:pt x="208756" y="188682"/>
                  <a:pt x="209931" y="196909"/>
                </a:cubicBezTo>
                <a:cubicBezTo>
                  <a:pt x="210967" y="204163"/>
                  <a:pt x="224562" y="211615"/>
                  <a:pt x="229743" y="206434"/>
                </a:cubicBezTo>
                <a:cubicBezTo>
                  <a:pt x="237848" y="198329"/>
                  <a:pt x="231849" y="180905"/>
                  <a:pt x="224028" y="172525"/>
                </a:cubicBezTo>
                <a:cubicBezTo>
                  <a:pt x="215266" y="163137"/>
                  <a:pt x="202883" y="155655"/>
                  <a:pt x="190119" y="154237"/>
                </a:cubicBezTo>
                <a:cubicBezTo>
                  <a:pt x="179646" y="153073"/>
                  <a:pt x="168183" y="164478"/>
                  <a:pt x="166116" y="174811"/>
                </a:cubicBezTo>
                <a:cubicBezTo>
                  <a:pt x="164265" y="184068"/>
                  <a:pt x="170553" y="196789"/>
                  <a:pt x="163449" y="203005"/>
                </a:cubicBezTo>
                <a:cubicBezTo>
                  <a:pt x="154096" y="211189"/>
                  <a:pt x="140415" y="212357"/>
                  <a:pt x="128778" y="216721"/>
                </a:cubicBezTo>
                <a:cubicBezTo>
                  <a:pt x="110379" y="223621"/>
                  <a:pt x="88746" y="228650"/>
                  <a:pt x="70104" y="222436"/>
                </a:cubicBezTo>
                <a:cubicBezTo>
                  <a:pt x="67357" y="221520"/>
                  <a:pt x="64411" y="218452"/>
                  <a:pt x="64770" y="215578"/>
                </a:cubicBezTo>
                <a:cubicBezTo>
                  <a:pt x="65968" y="205997"/>
                  <a:pt x="77216" y="200592"/>
                  <a:pt x="81534" y="191956"/>
                </a:cubicBezTo>
                <a:cubicBezTo>
                  <a:pt x="86143" y="182738"/>
                  <a:pt x="85620" y="169482"/>
                  <a:pt x="79629" y="161095"/>
                </a:cubicBezTo>
                <a:cubicBezTo>
                  <a:pt x="72614" y="151273"/>
                  <a:pt x="54294" y="149773"/>
                  <a:pt x="43815" y="155761"/>
                </a:cubicBezTo>
                <a:cubicBezTo>
                  <a:pt x="38445" y="158830"/>
                  <a:pt x="31654" y="172074"/>
                  <a:pt x="37719" y="173287"/>
                </a:cubicBezTo>
                <a:cubicBezTo>
                  <a:pt x="39449" y="173633"/>
                  <a:pt x="40880" y="171679"/>
                  <a:pt x="42291" y="170620"/>
                </a:cubicBezTo>
                <a:cubicBezTo>
                  <a:pt x="48655" y="165847"/>
                  <a:pt x="49149" y="155716"/>
                  <a:pt x="49149" y="147760"/>
                </a:cubicBezTo>
                <a:cubicBezTo>
                  <a:pt x="49149" y="138259"/>
                  <a:pt x="48701" y="128299"/>
                  <a:pt x="44958" y="119566"/>
                </a:cubicBezTo>
                <a:cubicBezTo>
                  <a:pt x="40525" y="109222"/>
                  <a:pt x="32445" y="99937"/>
                  <a:pt x="22860" y="94039"/>
                </a:cubicBezTo>
                <a:cubicBezTo>
                  <a:pt x="14748" y="89047"/>
                  <a:pt x="2310" y="86135"/>
                  <a:pt x="0" y="76894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61"/>
          <p:cNvSpPr/>
          <p:nvPr/>
        </p:nvSpPr>
        <p:spPr>
          <a:xfrm rot="5164503">
            <a:off x="736767" y="639227"/>
            <a:ext cx="879405" cy="727673"/>
          </a:xfrm>
          <a:custGeom>
            <a:rect b="b" l="l" r="r" t="t"/>
            <a:pathLst>
              <a:path extrusionOk="0" h="33206" w="40130">
                <a:moveTo>
                  <a:pt x="29100" y="0"/>
                </a:moveTo>
                <a:cubicBezTo>
                  <a:pt x="28453" y="0"/>
                  <a:pt x="28223" y="996"/>
                  <a:pt x="28788" y="1382"/>
                </a:cubicBezTo>
                <a:cubicBezTo>
                  <a:pt x="29855" y="2149"/>
                  <a:pt x="31023" y="2783"/>
                  <a:pt x="32224" y="3350"/>
                </a:cubicBezTo>
                <a:cubicBezTo>
                  <a:pt x="28821" y="3717"/>
                  <a:pt x="25285" y="4784"/>
                  <a:pt x="22283" y="5952"/>
                </a:cubicBezTo>
                <a:cubicBezTo>
                  <a:pt x="18247" y="7520"/>
                  <a:pt x="14411" y="9721"/>
                  <a:pt x="11075" y="12490"/>
                </a:cubicBezTo>
                <a:cubicBezTo>
                  <a:pt x="5571" y="17093"/>
                  <a:pt x="1" y="25366"/>
                  <a:pt x="1068" y="32905"/>
                </a:cubicBezTo>
                <a:cubicBezTo>
                  <a:pt x="1100" y="33112"/>
                  <a:pt x="1262" y="33205"/>
                  <a:pt x="1437" y="33205"/>
                </a:cubicBezTo>
                <a:cubicBezTo>
                  <a:pt x="1627" y="33205"/>
                  <a:pt x="1833" y="33096"/>
                  <a:pt x="1902" y="32905"/>
                </a:cubicBezTo>
                <a:cubicBezTo>
                  <a:pt x="2970" y="29235"/>
                  <a:pt x="3670" y="25799"/>
                  <a:pt x="5705" y="22464"/>
                </a:cubicBezTo>
                <a:cubicBezTo>
                  <a:pt x="7706" y="19228"/>
                  <a:pt x="10375" y="16259"/>
                  <a:pt x="13444" y="13958"/>
                </a:cubicBezTo>
                <a:cubicBezTo>
                  <a:pt x="16646" y="11556"/>
                  <a:pt x="20315" y="9921"/>
                  <a:pt x="24185" y="8754"/>
                </a:cubicBezTo>
                <a:cubicBezTo>
                  <a:pt x="27387" y="7787"/>
                  <a:pt x="30656" y="7453"/>
                  <a:pt x="33892" y="6919"/>
                </a:cubicBezTo>
                <a:lnTo>
                  <a:pt x="33892" y="6919"/>
                </a:lnTo>
                <a:cubicBezTo>
                  <a:pt x="32324" y="8687"/>
                  <a:pt x="31056" y="10722"/>
                  <a:pt x="30489" y="12823"/>
                </a:cubicBezTo>
                <a:cubicBezTo>
                  <a:pt x="30270" y="13634"/>
                  <a:pt x="30929" y="14215"/>
                  <a:pt x="31597" y="14215"/>
                </a:cubicBezTo>
                <a:cubicBezTo>
                  <a:pt x="31945" y="14215"/>
                  <a:pt x="32295" y="14057"/>
                  <a:pt x="32524" y="13691"/>
                </a:cubicBezTo>
                <a:cubicBezTo>
                  <a:pt x="33558" y="12056"/>
                  <a:pt x="34325" y="10355"/>
                  <a:pt x="35559" y="8854"/>
                </a:cubicBezTo>
                <a:cubicBezTo>
                  <a:pt x="36694" y="7453"/>
                  <a:pt x="38028" y="6319"/>
                  <a:pt x="39429" y="5185"/>
                </a:cubicBezTo>
                <a:cubicBezTo>
                  <a:pt x="40129" y="4618"/>
                  <a:pt x="39729" y="3417"/>
                  <a:pt x="38929" y="3250"/>
                </a:cubicBezTo>
                <a:cubicBezTo>
                  <a:pt x="35593" y="2483"/>
                  <a:pt x="32524" y="1182"/>
                  <a:pt x="29355" y="48"/>
                </a:cubicBezTo>
                <a:cubicBezTo>
                  <a:pt x="29264" y="15"/>
                  <a:pt x="29179" y="0"/>
                  <a:pt x="2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61"/>
          <p:cNvSpPr/>
          <p:nvPr/>
        </p:nvSpPr>
        <p:spPr>
          <a:xfrm rot="-4696254">
            <a:off x="6610319" y="158045"/>
            <a:ext cx="435234" cy="1161303"/>
          </a:xfrm>
          <a:custGeom>
            <a:rect b="b" l="l" r="r" t="t"/>
            <a:pathLst>
              <a:path extrusionOk="0" h="52991" w="19860">
                <a:moveTo>
                  <a:pt x="18133" y="1"/>
                </a:moveTo>
                <a:cubicBezTo>
                  <a:pt x="18027" y="1"/>
                  <a:pt x="17921" y="13"/>
                  <a:pt x="17817" y="38"/>
                </a:cubicBezTo>
                <a:cubicBezTo>
                  <a:pt x="15281" y="672"/>
                  <a:pt x="12780" y="1306"/>
                  <a:pt x="10244" y="1973"/>
                </a:cubicBezTo>
                <a:cubicBezTo>
                  <a:pt x="8729" y="2335"/>
                  <a:pt x="8710" y="4909"/>
                  <a:pt x="10413" y="4909"/>
                </a:cubicBezTo>
                <a:cubicBezTo>
                  <a:pt x="10434" y="4909"/>
                  <a:pt x="10456" y="4909"/>
                  <a:pt x="10478" y="4908"/>
                </a:cubicBezTo>
                <a:cubicBezTo>
                  <a:pt x="11545" y="4875"/>
                  <a:pt x="12546" y="4775"/>
                  <a:pt x="13547" y="4541"/>
                </a:cubicBezTo>
                <a:lnTo>
                  <a:pt x="13547" y="4541"/>
                </a:lnTo>
                <a:cubicBezTo>
                  <a:pt x="4841" y="17050"/>
                  <a:pt x="71" y="33328"/>
                  <a:pt x="4007" y="48373"/>
                </a:cubicBezTo>
                <a:cubicBezTo>
                  <a:pt x="3340" y="47906"/>
                  <a:pt x="2672" y="47472"/>
                  <a:pt x="1972" y="47105"/>
                </a:cubicBezTo>
                <a:cubicBezTo>
                  <a:pt x="1768" y="46994"/>
                  <a:pt x="1567" y="46944"/>
                  <a:pt x="1380" y="46944"/>
                </a:cubicBezTo>
                <a:cubicBezTo>
                  <a:pt x="558" y="46944"/>
                  <a:pt x="0" y="47897"/>
                  <a:pt x="571" y="48739"/>
                </a:cubicBezTo>
                <a:cubicBezTo>
                  <a:pt x="1672" y="50274"/>
                  <a:pt x="3340" y="51508"/>
                  <a:pt x="4774" y="52709"/>
                </a:cubicBezTo>
                <a:cubicBezTo>
                  <a:pt x="5022" y="52906"/>
                  <a:pt x="5294" y="52991"/>
                  <a:pt x="5563" y="52991"/>
                </a:cubicBezTo>
                <a:cubicBezTo>
                  <a:pt x="6344" y="52991"/>
                  <a:pt x="7101" y="52277"/>
                  <a:pt x="7176" y="51508"/>
                </a:cubicBezTo>
                <a:cubicBezTo>
                  <a:pt x="7376" y="49673"/>
                  <a:pt x="8110" y="48106"/>
                  <a:pt x="9411" y="46805"/>
                </a:cubicBezTo>
                <a:cubicBezTo>
                  <a:pt x="10505" y="45684"/>
                  <a:pt x="9502" y="44034"/>
                  <a:pt x="8296" y="44034"/>
                </a:cubicBezTo>
                <a:cubicBezTo>
                  <a:pt x="7958" y="44034"/>
                  <a:pt x="7604" y="44163"/>
                  <a:pt x="7276" y="44470"/>
                </a:cubicBezTo>
                <a:cubicBezTo>
                  <a:pt x="6542" y="45170"/>
                  <a:pt x="5908" y="46004"/>
                  <a:pt x="5408" y="46871"/>
                </a:cubicBezTo>
                <a:cubicBezTo>
                  <a:pt x="4440" y="39600"/>
                  <a:pt x="4440" y="32361"/>
                  <a:pt x="6142" y="25089"/>
                </a:cubicBezTo>
                <a:cubicBezTo>
                  <a:pt x="7909" y="17617"/>
                  <a:pt x="11245" y="10179"/>
                  <a:pt x="16249" y="4241"/>
                </a:cubicBezTo>
                <a:lnTo>
                  <a:pt x="16249" y="4241"/>
                </a:lnTo>
                <a:cubicBezTo>
                  <a:pt x="16215" y="4808"/>
                  <a:pt x="16215" y="5408"/>
                  <a:pt x="16249" y="6009"/>
                </a:cubicBezTo>
                <a:cubicBezTo>
                  <a:pt x="16328" y="7198"/>
                  <a:pt x="17183" y="7769"/>
                  <a:pt x="18023" y="7769"/>
                </a:cubicBezTo>
                <a:cubicBezTo>
                  <a:pt x="18951" y="7769"/>
                  <a:pt x="19860" y="7072"/>
                  <a:pt x="19685" y="5742"/>
                </a:cubicBezTo>
                <a:cubicBezTo>
                  <a:pt x="19518" y="4374"/>
                  <a:pt x="19551" y="3073"/>
                  <a:pt x="19718" y="1706"/>
                </a:cubicBezTo>
                <a:cubicBezTo>
                  <a:pt x="19837" y="813"/>
                  <a:pt x="19001" y="1"/>
                  <a:pt x="18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61"/>
          <p:cNvSpPr/>
          <p:nvPr/>
        </p:nvSpPr>
        <p:spPr>
          <a:xfrm flipH="1" rot="-9899998">
            <a:off x="5650707" y="4342725"/>
            <a:ext cx="506673" cy="513379"/>
          </a:xfrm>
          <a:custGeom>
            <a:rect b="b" l="l" r="r" t="t"/>
            <a:pathLst>
              <a:path extrusionOk="0" h="23424" w="23118">
                <a:moveTo>
                  <a:pt x="14929" y="0"/>
                </a:moveTo>
                <a:cubicBezTo>
                  <a:pt x="14297" y="0"/>
                  <a:pt x="13819" y="756"/>
                  <a:pt x="14345" y="1282"/>
                </a:cubicBezTo>
                <a:cubicBezTo>
                  <a:pt x="14845" y="1782"/>
                  <a:pt x="15446" y="2216"/>
                  <a:pt x="16079" y="2583"/>
                </a:cubicBezTo>
                <a:cubicBezTo>
                  <a:pt x="7907" y="6052"/>
                  <a:pt x="868" y="14158"/>
                  <a:pt x="35" y="22998"/>
                </a:cubicBezTo>
                <a:cubicBezTo>
                  <a:pt x="0" y="23291"/>
                  <a:pt x="188" y="23423"/>
                  <a:pt x="401" y="23423"/>
                </a:cubicBezTo>
                <a:cubicBezTo>
                  <a:pt x="600" y="23423"/>
                  <a:pt x="821" y="23307"/>
                  <a:pt x="902" y="23098"/>
                </a:cubicBezTo>
                <a:cubicBezTo>
                  <a:pt x="4304" y="14992"/>
                  <a:pt x="9541" y="8787"/>
                  <a:pt x="17547" y="5385"/>
                </a:cubicBezTo>
                <a:lnTo>
                  <a:pt x="17547" y="5385"/>
                </a:lnTo>
                <a:cubicBezTo>
                  <a:pt x="17213" y="6052"/>
                  <a:pt x="16947" y="6753"/>
                  <a:pt x="16780" y="7486"/>
                </a:cubicBezTo>
                <a:cubicBezTo>
                  <a:pt x="16539" y="8530"/>
                  <a:pt x="17408" y="9211"/>
                  <a:pt x="18227" y="9211"/>
                </a:cubicBezTo>
                <a:cubicBezTo>
                  <a:pt x="18769" y="9211"/>
                  <a:pt x="19289" y="8912"/>
                  <a:pt x="19448" y="8220"/>
                </a:cubicBezTo>
                <a:cubicBezTo>
                  <a:pt x="19815" y="6519"/>
                  <a:pt x="20716" y="5085"/>
                  <a:pt x="22150" y="4084"/>
                </a:cubicBezTo>
                <a:cubicBezTo>
                  <a:pt x="23051" y="3517"/>
                  <a:pt x="23118" y="1782"/>
                  <a:pt x="21850" y="1582"/>
                </a:cubicBezTo>
                <a:cubicBezTo>
                  <a:pt x="19548" y="1215"/>
                  <a:pt x="17347" y="415"/>
                  <a:pt x="15079" y="14"/>
                </a:cubicBezTo>
                <a:cubicBezTo>
                  <a:pt x="15028" y="5"/>
                  <a:pt x="14978" y="0"/>
                  <a:pt x="1492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18">
    <p:bg>
      <p:bgPr>
        <a:solidFill>
          <a:schemeClr val="accent2"/>
        </a:solidFill>
      </p:bgPr>
    </p:bg>
    <p:spTree>
      <p:nvGrpSpPr>
        <p:cNvPr id="9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62"/>
          <p:cNvSpPr/>
          <p:nvPr/>
        </p:nvSpPr>
        <p:spPr>
          <a:xfrm flipH="1" rot="-9999348">
            <a:off x="5537541" y="2871842"/>
            <a:ext cx="3759571" cy="2764222"/>
          </a:xfrm>
          <a:custGeom>
            <a:rect b="b" l="l" r="r" t="t"/>
            <a:pathLst>
              <a:path extrusionOk="0" h="110569" w="150383">
                <a:moveTo>
                  <a:pt x="150383" y="108346"/>
                </a:moveTo>
                <a:cubicBezTo>
                  <a:pt x="143137" y="111969"/>
                  <a:pt x="134186" y="110152"/>
                  <a:pt x="126109" y="109530"/>
                </a:cubicBezTo>
                <a:cubicBezTo>
                  <a:pt x="109546" y="108254"/>
                  <a:pt x="92265" y="101149"/>
                  <a:pt x="80520" y="89401"/>
                </a:cubicBezTo>
                <a:cubicBezTo>
                  <a:pt x="67217" y="76094"/>
                  <a:pt x="70733" y="51198"/>
                  <a:pt x="57430" y="37891"/>
                </a:cubicBezTo>
                <a:cubicBezTo>
                  <a:pt x="41216" y="21671"/>
                  <a:pt x="10257" y="20513"/>
                  <a:pt x="0" y="0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62"/>
          <p:cNvSpPr/>
          <p:nvPr/>
        </p:nvSpPr>
        <p:spPr>
          <a:xfrm flipH="1" rot="10800000">
            <a:off x="3078669" y="2000920"/>
            <a:ext cx="6275825" cy="3254500"/>
          </a:xfrm>
          <a:custGeom>
            <a:rect b="b" l="l" r="r" t="t"/>
            <a:pathLst>
              <a:path extrusionOk="0" h="130180" w="251033">
                <a:moveTo>
                  <a:pt x="0" y="0"/>
                </a:moveTo>
                <a:cubicBezTo>
                  <a:pt x="1428" y="5712"/>
                  <a:pt x="7983" y="8718"/>
                  <a:pt x="11249" y="13617"/>
                </a:cubicBezTo>
                <a:cubicBezTo>
                  <a:pt x="21651" y="29219"/>
                  <a:pt x="41301" y="38953"/>
                  <a:pt x="59798" y="42036"/>
                </a:cubicBezTo>
                <a:cubicBezTo>
                  <a:pt x="82012" y="45738"/>
                  <a:pt x="108552" y="32509"/>
                  <a:pt x="127293" y="44996"/>
                </a:cubicBezTo>
                <a:cubicBezTo>
                  <a:pt x="151529" y="61144"/>
                  <a:pt x="151361" y="100934"/>
                  <a:pt x="174657" y="118411"/>
                </a:cubicBezTo>
                <a:cubicBezTo>
                  <a:pt x="188992" y="129165"/>
                  <a:pt x="209674" y="132015"/>
                  <a:pt x="227350" y="129069"/>
                </a:cubicBezTo>
                <a:cubicBezTo>
                  <a:pt x="236145" y="127603"/>
                  <a:pt x="247046" y="124610"/>
                  <a:pt x="251033" y="116635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62"/>
          <p:cNvSpPr/>
          <p:nvPr/>
        </p:nvSpPr>
        <p:spPr>
          <a:xfrm flipH="1" rot="10406136">
            <a:off x="-411300" y="-773214"/>
            <a:ext cx="5292628" cy="3074809"/>
          </a:xfrm>
          <a:custGeom>
            <a:rect b="b" l="l" r="r" t="t"/>
            <a:pathLst>
              <a:path extrusionOk="0" h="122998" w="199523">
                <a:moveTo>
                  <a:pt x="0" y="0"/>
                </a:moveTo>
                <a:cubicBezTo>
                  <a:pt x="5699" y="14253"/>
                  <a:pt x="23641" y="20073"/>
                  <a:pt x="32563" y="32564"/>
                </a:cubicBezTo>
                <a:cubicBezTo>
                  <a:pt x="40249" y="43325"/>
                  <a:pt x="44291" y="59762"/>
                  <a:pt x="56837" y="63943"/>
                </a:cubicBezTo>
                <a:cubicBezTo>
                  <a:pt x="68686" y="67892"/>
                  <a:pt x="81709" y="68738"/>
                  <a:pt x="94137" y="67495"/>
                </a:cubicBezTo>
                <a:cubicBezTo>
                  <a:pt x="103367" y="66572"/>
                  <a:pt x="113910" y="62894"/>
                  <a:pt x="121964" y="67495"/>
                </a:cubicBezTo>
                <a:cubicBezTo>
                  <a:pt x="136606" y="75860"/>
                  <a:pt x="140854" y="95450"/>
                  <a:pt x="150974" y="108939"/>
                </a:cubicBezTo>
                <a:cubicBezTo>
                  <a:pt x="158695" y="119231"/>
                  <a:pt x="174224" y="122556"/>
                  <a:pt x="187090" y="122556"/>
                </a:cubicBezTo>
                <a:cubicBezTo>
                  <a:pt x="191239" y="122556"/>
                  <a:pt x="195812" y="123820"/>
                  <a:pt x="199523" y="121964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62"/>
          <p:cNvSpPr/>
          <p:nvPr/>
        </p:nvSpPr>
        <p:spPr>
          <a:xfrm flipH="1" rot="10800000">
            <a:off x="-197981" y="-560101"/>
            <a:ext cx="8673650" cy="4247996"/>
          </a:xfrm>
          <a:custGeom>
            <a:rect b="b" l="l" r="r" t="t"/>
            <a:pathLst>
              <a:path extrusionOk="0" h="158967" w="346946">
                <a:moveTo>
                  <a:pt x="0" y="0"/>
                </a:moveTo>
                <a:cubicBezTo>
                  <a:pt x="14215" y="4059"/>
                  <a:pt x="31075" y="7804"/>
                  <a:pt x="39668" y="19834"/>
                </a:cubicBezTo>
                <a:cubicBezTo>
                  <a:pt x="45523" y="28031"/>
                  <a:pt x="51445" y="36282"/>
                  <a:pt x="55950" y="45292"/>
                </a:cubicBezTo>
                <a:cubicBezTo>
                  <a:pt x="59693" y="52777"/>
                  <a:pt x="63651" y="61829"/>
                  <a:pt x="71343" y="65126"/>
                </a:cubicBezTo>
                <a:cubicBezTo>
                  <a:pt x="85502" y="71194"/>
                  <a:pt x="103427" y="66377"/>
                  <a:pt x="116636" y="74303"/>
                </a:cubicBezTo>
                <a:cubicBezTo>
                  <a:pt x="123851" y="78632"/>
                  <a:pt x="127953" y="86840"/>
                  <a:pt x="132621" y="93841"/>
                </a:cubicBezTo>
                <a:cubicBezTo>
                  <a:pt x="139554" y="104240"/>
                  <a:pt x="153152" y="109845"/>
                  <a:pt x="165480" y="111899"/>
                </a:cubicBezTo>
                <a:cubicBezTo>
                  <a:pt x="191557" y="116243"/>
                  <a:pt x="219103" y="111144"/>
                  <a:pt x="244520" y="118412"/>
                </a:cubicBezTo>
                <a:cubicBezTo>
                  <a:pt x="264590" y="124151"/>
                  <a:pt x="284053" y="132452"/>
                  <a:pt x="302246" y="142686"/>
                </a:cubicBezTo>
                <a:cubicBezTo>
                  <a:pt x="316067" y="150460"/>
                  <a:pt x="331088" y="158967"/>
                  <a:pt x="346946" y="158967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62"/>
          <p:cNvSpPr/>
          <p:nvPr/>
        </p:nvSpPr>
        <p:spPr>
          <a:xfrm flipH="1" rot="302386">
            <a:off x="1776988" y="1000799"/>
            <a:ext cx="5645024" cy="3141747"/>
          </a:xfrm>
          <a:prstGeom prst="rect">
            <a:avLst/>
          </a:prstGeom>
          <a:solidFill>
            <a:schemeClr val="accent3"/>
          </a:solidFill>
          <a:ln cap="flat" cmpd="sng" w="762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62"/>
          <p:cNvSpPr txBox="1"/>
          <p:nvPr>
            <p:ph type="title"/>
          </p:nvPr>
        </p:nvSpPr>
        <p:spPr>
          <a:xfrm>
            <a:off x="2626375" y="2073300"/>
            <a:ext cx="38913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50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8" name="Google Shape;98;p62"/>
          <p:cNvSpPr txBox="1"/>
          <p:nvPr>
            <p:ph idx="1" type="subTitle"/>
          </p:nvPr>
        </p:nvSpPr>
        <p:spPr>
          <a:xfrm>
            <a:off x="3431325" y="2963700"/>
            <a:ext cx="2281200" cy="5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9" name="Google Shape;99;p62"/>
          <p:cNvSpPr/>
          <p:nvPr/>
        </p:nvSpPr>
        <p:spPr>
          <a:xfrm flipH="1" rot="10291435">
            <a:off x="-649165" y="-733655"/>
            <a:ext cx="3537631" cy="1410732"/>
          </a:xfrm>
          <a:custGeom>
            <a:rect b="b" l="l" r="r" t="t"/>
            <a:pathLst>
              <a:path extrusionOk="0" h="56428" w="141502">
                <a:moveTo>
                  <a:pt x="0" y="3734"/>
                </a:moveTo>
                <a:cubicBezTo>
                  <a:pt x="8548" y="1292"/>
                  <a:pt x="19246" y="-2381"/>
                  <a:pt x="26643" y="2550"/>
                </a:cubicBezTo>
                <a:cubicBezTo>
                  <a:pt x="39189" y="10914"/>
                  <a:pt x="49273" y="23042"/>
                  <a:pt x="62759" y="29785"/>
                </a:cubicBezTo>
                <a:cubicBezTo>
                  <a:pt x="77789" y="37300"/>
                  <a:pt x="96448" y="30369"/>
                  <a:pt x="113083" y="32745"/>
                </a:cubicBezTo>
                <a:cubicBezTo>
                  <a:pt x="125290" y="34488"/>
                  <a:pt x="135991" y="45397"/>
                  <a:pt x="141502" y="56428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62"/>
          <p:cNvSpPr/>
          <p:nvPr/>
        </p:nvSpPr>
        <p:spPr>
          <a:xfrm flipH="1" rot="10497423">
            <a:off x="6977846" y="4195402"/>
            <a:ext cx="2545776" cy="1061494"/>
          </a:xfrm>
          <a:custGeom>
            <a:rect b="b" l="l" r="r" t="t"/>
            <a:pathLst>
              <a:path extrusionOk="0" h="42461" w="101834">
                <a:moveTo>
                  <a:pt x="0" y="0"/>
                </a:moveTo>
                <a:cubicBezTo>
                  <a:pt x="5313" y="10628"/>
                  <a:pt x="19566" y="13634"/>
                  <a:pt x="30195" y="18946"/>
                </a:cubicBezTo>
                <a:cubicBezTo>
                  <a:pt x="37196" y="22445"/>
                  <a:pt x="42890" y="28170"/>
                  <a:pt x="49732" y="31972"/>
                </a:cubicBezTo>
                <a:cubicBezTo>
                  <a:pt x="64961" y="40434"/>
                  <a:pt x="89504" y="48425"/>
                  <a:pt x="101834" y="36116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63"/>
          <p:cNvSpPr txBox="1"/>
          <p:nvPr>
            <p:ph type="title"/>
          </p:nvPr>
        </p:nvSpPr>
        <p:spPr>
          <a:xfrm>
            <a:off x="583849" y="48435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ly Title 1">
  <p:cSld name="CUSTOM_19">
    <p:bg>
      <p:bgPr>
        <a:solidFill>
          <a:schemeClr val="accent2"/>
        </a:solidFill>
      </p:bgPr>
    </p:bg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64"/>
          <p:cNvSpPr txBox="1"/>
          <p:nvPr>
            <p:ph type="title"/>
          </p:nvPr>
        </p:nvSpPr>
        <p:spPr>
          <a:xfrm>
            <a:off x="583849" y="667875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800"/>
              <a:buNone/>
              <a:defRPr>
                <a:solidFill>
                  <a:schemeClr val="accent3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800"/>
              <a:buNone/>
              <a:defRPr>
                <a:solidFill>
                  <a:schemeClr val="accent3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800"/>
              <a:buNone/>
              <a:defRPr>
                <a:solidFill>
                  <a:schemeClr val="accent3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800"/>
              <a:buNone/>
              <a:defRPr>
                <a:solidFill>
                  <a:schemeClr val="accent3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800"/>
              <a:buNone/>
              <a:defRPr>
                <a:solidFill>
                  <a:schemeClr val="accent3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800"/>
              <a:buNone/>
              <a:defRPr>
                <a:solidFill>
                  <a:schemeClr val="accent3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800"/>
              <a:buNone/>
              <a:defRPr>
                <a:solidFill>
                  <a:schemeClr val="accent3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05" name="Google Shape;105;p64"/>
          <p:cNvSpPr/>
          <p:nvPr/>
        </p:nvSpPr>
        <p:spPr>
          <a:xfrm flipH="1" rot="-10302178">
            <a:off x="5958518" y="2774567"/>
            <a:ext cx="3759449" cy="2764132"/>
          </a:xfrm>
          <a:custGeom>
            <a:rect b="b" l="l" r="r" t="t"/>
            <a:pathLst>
              <a:path extrusionOk="0" h="110569" w="150383">
                <a:moveTo>
                  <a:pt x="150383" y="108346"/>
                </a:moveTo>
                <a:cubicBezTo>
                  <a:pt x="143137" y="111969"/>
                  <a:pt x="134186" y="110152"/>
                  <a:pt x="126109" y="109530"/>
                </a:cubicBezTo>
                <a:cubicBezTo>
                  <a:pt x="109546" y="108254"/>
                  <a:pt x="92265" y="101149"/>
                  <a:pt x="80520" y="89401"/>
                </a:cubicBezTo>
                <a:cubicBezTo>
                  <a:pt x="67217" y="76094"/>
                  <a:pt x="70733" y="51198"/>
                  <a:pt x="57430" y="37891"/>
                </a:cubicBezTo>
                <a:cubicBezTo>
                  <a:pt x="41216" y="21671"/>
                  <a:pt x="10257" y="20513"/>
                  <a:pt x="0" y="0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64"/>
          <p:cNvSpPr/>
          <p:nvPr/>
        </p:nvSpPr>
        <p:spPr>
          <a:xfrm flipH="1" rot="10406136">
            <a:off x="-411300" y="-773214"/>
            <a:ext cx="5292628" cy="3074809"/>
          </a:xfrm>
          <a:custGeom>
            <a:rect b="b" l="l" r="r" t="t"/>
            <a:pathLst>
              <a:path extrusionOk="0" h="122998" w="199523">
                <a:moveTo>
                  <a:pt x="0" y="0"/>
                </a:moveTo>
                <a:cubicBezTo>
                  <a:pt x="5699" y="14253"/>
                  <a:pt x="23641" y="20073"/>
                  <a:pt x="32563" y="32564"/>
                </a:cubicBezTo>
                <a:cubicBezTo>
                  <a:pt x="40249" y="43325"/>
                  <a:pt x="44291" y="59762"/>
                  <a:pt x="56837" y="63943"/>
                </a:cubicBezTo>
                <a:cubicBezTo>
                  <a:pt x="68686" y="67892"/>
                  <a:pt x="81709" y="68738"/>
                  <a:pt x="94137" y="67495"/>
                </a:cubicBezTo>
                <a:cubicBezTo>
                  <a:pt x="103367" y="66572"/>
                  <a:pt x="113910" y="62894"/>
                  <a:pt x="121964" y="67495"/>
                </a:cubicBezTo>
                <a:cubicBezTo>
                  <a:pt x="136606" y="75860"/>
                  <a:pt x="140854" y="95450"/>
                  <a:pt x="150974" y="108939"/>
                </a:cubicBezTo>
                <a:cubicBezTo>
                  <a:pt x="158695" y="119231"/>
                  <a:pt x="174224" y="122556"/>
                  <a:pt x="187090" y="122556"/>
                </a:cubicBezTo>
                <a:cubicBezTo>
                  <a:pt x="191239" y="122556"/>
                  <a:pt x="195812" y="123820"/>
                  <a:pt x="199523" y="121964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64"/>
          <p:cNvSpPr/>
          <p:nvPr/>
        </p:nvSpPr>
        <p:spPr>
          <a:xfrm flipH="1" rot="10291435">
            <a:off x="-649165" y="-733655"/>
            <a:ext cx="3537631" cy="1410732"/>
          </a:xfrm>
          <a:custGeom>
            <a:rect b="b" l="l" r="r" t="t"/>
            <a:pathLst>
              <a:path extrusionOk="0" h="56428" w="141502">
                <a:moveTo>
                  <a:pt x="0" y="3734"/>
                </a:moveTo>
                <a:cubicBezTo>
                  <a:pt x="8548" y="1292"/>
                  <a:pt x="19246" y="-2381"/>
                  <a:pt x="26643" y="2550"/>
                </a:cubicBezTo>
                <a:cubicBezTo>
                  <a:pt x="39189" y="10914"/>
                  <a:pt x="49273" y="23042"/>
                  <a:pt x="62759" y="29785"/>
                </a:cubicBezTo>
                <a:cubicBezTo>
                  <a:pt x="77789" y="37300"/>
                  <a:pt x="96448" y="30369"/>
                  <a:pt x="113083" y="32745"/>
                </a:cubicBezTo>
                <a:cubicBezTo>
                  <a:pt x="125290" y="34488"/>
                  <a:pt x="135991" y="45397"/>
                  <a:pt x="141502" y="56428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64"/>
          <p:cNvSpPr/>
          <p:nvPr/>
        </p:nvSpPr>
        <p:spPr>
          <a:xfrm flipH="1" rot="10291405">
            <a:off x="7347320" y="3284472"/>
            <a:ext cx="3681415" cy="1777865"/>
          </a:xfrm>
          <a:custGeom>
            <a:rect b="b" l="l" r="r" t="t"/>
            <a:pathLst>
              <a:path extrusionOk="0" h="56428" w="141502">
                <a:moveTo>
                  <a:pt x="0" y="3734"/>
                </a:moveTo>
                <a:cubicBezTo>
                  <a:pt x="8548" y="1292"/>
                  <a:pt x="19246" y="-2381"/>
                  <a:pt x="26643" y="2550"/>
                </a:cubicBezTo>
                <a:cubicBezTo>
                  <a:pt x="39189" y="10914"/>
                  <a:pt x="49273" y="23042"/>
                  <a:pt x="62759" y="29785"/>
                </a:cubicBezTo>
                <a:cubicBezTo>
                  <a:pt x="77789" y="37300"/>
                  <a:pt x="96448" y="30369"/>
                  <a:pt x="113083" y="32745"/>
                </a:cubicBezTo>
                <a:cubicBezTo>
                  <a:pt x="125290" y="34488"/>
                  <a:pt x="135991" y="45397"/>
                  <a:pt x="141502" y="56428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1">
  <p:cSld name="CUSTOM_5"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65"/>
          <p:cNvSpPr txBox="1"/>
          <p:nvPr>
            <p:ph type="title"/>
          </p:nvPr>
        </p:nvSpPr>
        <p:spPr>
          <a:xfrm>
            <a:off x="583850" y="598900"/>
            <a:ext cx="3988200" cy="64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11" name="Google Shape;111;p65"/>
          <p:cNvSpPr txBox="1"/>
          <p:nvPr>
            <p:ph idx="2" type="title"/>
          </p:nvPr>
        </p:nvSpPr>
        <p:spPr>
          <a:xfrm>
            <a:off x="1278065" y="1659305"/>
            <a:ext cx="25317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25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12" name="Google Shape;112;p65"/>
          <p:cNvSpPr txBox="1"/>
          <p:nvPr>
            <p:ph idx="1" type="subTitle"/>
          </p:nvPr>
        </p:nvSpPr>
        <p:spPr>
          <a:xfrm>
            <a:off x="1278050" y="2079600"/>
            <a:ext cx="28368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3" name="Google Shape;113;p65"/>
          <p:cNvSpPr txBox="1"/>
          <p:nvPr>
            <p:ph idx="3" type="title"/>
          </p:nvPr>
        </p:nvSpPr>
        <p:spPr>
          <a:xfrm>
            <a:off x="1278055" y="2713554"/>
            <a:ext cx="25317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25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14" name="Google Shape;114;p65"/>
          <p:cNvSpPr txBox="1"/>
          <p:nvPr>
            <p:ph idx="4" type="subTitle"/>
          </p:nvPr>
        </p:nvSpPr>
        <p:spPr>
          <a:xfrm>
            <a:off x="1278050" y="3111844"/>
            <a:ext cx="28368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5" name="Google Shape;115;p65"/>
          <p:cNvSpPr txBox="1"/>
          <p:nvPr>
            <p:ph idx="5" type="title"/>
          </p:nvPr>
        </p:nvSpPr>
        <p:spPr>
          <a:xfrm>
            <a:off x="1278065" y="3745806"/>
            <a:ext cx="25317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25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16" name="Google Shape;116;p65"/>
          <p:cNvSpPr txBox="1"/>
          <p:nvPr>
            <p:ph idx="6" type="subTitle"/>
          </p:nvPr>
        </p:nvSpPr>
        <p:spPr>
          <a:xfrm>
            <a:off x="1278050" y="4166100"/>
            <a:ext cx="28368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" name="Google Shape;117;p65"/>
          <p:cNvSpPr/>
          <p:nvPr/>
        </p:nvSpPr>
        <p:spPr>
          <a:xfrm rot="4024234">
            <a:off x="465320" y="-1390455"/>
            <a:ext cx="105098" cy="3574942"/>
          </a:xfrm>
          <a:custGeom>
            <a:rect b="b" l="l" r="r" t="t"/>
            <a:pathLst>
              <a:path extrusionOk="0" h="227968" w="11059">
                <a:moveTo>
                  <a:pt x="10255" y="0"/>
                </a:moveTo>
                <a:cubicBezTo>
                  <a:pt x="7659" y="10386"/>
                  <a:pt x="6859" y="21427"/>
                  <a:pt x="8187" y="32050"/>
                </a:cubicBezTo>
                <a:cubicBezTo>
                  <a:pt x="9066" y="39079"/>
                  <a:pt x="11456" y="46372"/>
                  <a:pt x="9738" y="53244"/>
                </a:cubicBezTo>
                <a:cubicBezTo>
                  <a:pt x="6999" y="64197"/>
                  <a:pt x="-2017" y="74790"/>
                  <a:pt x="433" y="85811"/>
                </a:cubicBezTo>
                <a:cubicBezTo>
                  <a:pt x="3589" y="100008"/>
                  <a:pt x="8968" y="113768"/>
                  <a:pt x="10772" y="128200"/>
                </a:cubicBezTo>
                <a:cubicBezTo>
                  <a:pt x="11918" y="137364"/>
                  <a:pt x="6636" y="146361"/>
                  <a:pt x="6636" y="155597"/>
                </a:cubicBezTo>
                <a:cubicBezTo>
                  <a:pt x="6636" y="165816"/>
                  <a:pt x="11743" y="176076"/>
                  <a:pt x="9738" y="186097"/>
                </a:cubicBezTo>
                <a:cubicBezTo>
                  <a:pt x="8831" y="190631"/>
                  <a:pt x="4108" y="193915"/>
                  <a:pt x="3535" y="198503"/>
                </a:cubicBezTo>
                <a:cubicBezTo>
                  <a:pt x="2302" y="208370"/>
                  <a:pt x="8187" y="218025"/>
                  <a:pt x="8187" y="227968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 VS">
  <p:cSld name="CUSTOM_6"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66"/>
          <p:cNvSpPr txBox="1"/>
          <p:nvPr>
            <p:ph idx="1" type="subTitle"/>
          </p:nvPr>
        </p:nvSpPr>
        <p:spPr>
          <a:xfrm>
            <a:off x="1236975" y="2571800"/>
            <a:ext cx="2784900" cy="1653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0" name="Google Shape;120;p66"/>
          <p:cNvSpPr txBox="1"/>
          <p:nvPr>
            <p:ph idx="2" type="subTitle"/>
          </p:nvPr>
        </p:nvSpPr>
        <p:spPr>
          <a:xfrm>
            <a:off x="5066000" y="2571800"/>
            <a:ext cx="2841000" cy="1653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1" name="Google Shape;121;p66"/>
          <p:cNvSpPr txBox="1"/>
          <p:nvPr>
            <p:ph type="title"/>
          </p:nvPr>
        </p:nvSpPr>
        <p:spPr>
          <a:xfrm>
            <a:off x="1278625" y="2661036"/>
            <a:ext cx="2729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5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22" name="Google Shape;122;p66"/>
          <p:cNvSpPr txBox="1"/>
          <p:nvPr>
            <p:ph idx="3" type="title"/>
          </p:nvPr>
        </p:nvSpPr>
        <p:spPr>
          <a:xfrm>
            <a:off x="5135850" y="2661036"/>
            <a:ext cx="2729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5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23" name="Google Shape;123;p66"/>
          <p:cNvSpPr txBox="1"/>
          <p:nvPr>
            <p:ph idx="4" type="title"/>
          </p:nvPr>
        </p:nvSpPr>
        <p:spPr>
          <a:xfrm>
            <a:off x="2069550" y="583337"/>
            <a:ext cx="4993200" cy="133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24" name="Google Shape;124;p66"/>
          <p:cNvSpPr/>
          <p:nvPr/>
        </p:nvSpPr>
        <p:spPr>
          <a:xfrm rot="-7755445">
            <a:off x="542329" y="-557427"/>
            <a:ext cx="767809" cy="2562575"/>
          </a:xfrm>
          <a:custGeom>
            <a:rect b="b" l="l" r="r" t="t"/>
            <a:pathLst>
              <a:path extrusionOk="0" h="101882" w="8072">
                <a:moveTo>
                  <a:pt x="8072" y="0"/>
                </a:moveTo>
                <a:cubicBezTo>
                  <a:pt x="2098" y="7467"/>
                  <a:pt x="-1210" y="18240"/>
                  <a:pt x="452" y="27657"/>
                </a:cubicBezTo>
                <a:cubicBezTo>
                  <a:pt x="2300" y="38129"/>
                  <a:pt x="7790" y="48069"/>
                  <a:pt x="7790" y="58702"/>
                </a:cubicBezTo>
                <a:cubicBezTo>
                  <a:pt x="7790" y="67116"/>
                  <a:pt x="6587" y="75803"/>
                  <a:pt x="3274" y="83537"/>
                </a:cubicBezTo>
                <a:cubicBezTo>
                  <a:pt x="866" y="89158"/>
                  <a:pt x="-1046" y="97554"/>
                  <a:pt x="3274" y="10188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66"/>
          <p:cNvSpPr/>
          <p:nvPr/>
        </p:nvSpPr>
        <p:spPr>
          <a:xfrm rot="10800000">
            <a:off x="8296782" y="-176062"/>
            <a:ext cx="983368" cy="2424737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accent3"/>
        </a:solidFill>
      </p:bgPr>
    </p:bg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67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8" name="Google Shape;128;p67"/>
          <p:cNvSpPr txBox="1"/>
          <p:nvPr>
            <p:ph type="title"/>
          </p:nvPr>
        </p:nvSpPr>
        <p:spPr>
          <a:xfrm>
            <a:off x="1583750" y="2993926"/>
            <a:ext cx="5976600" cy="105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500"/>
              <a:buNone/>
              <a:defRPr sz="8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9pPr>
          </a:lstStyle>
          <a:p/>
        </p:txBody>
      </p:sp>
      <p:sp>
        <p:nvSpPr>
          <p:cNvPr id="129" name="Google Shape;129;p67"/>
          <p:cNvSpPr txBox="1"/>
          <p:nvPr>
            <p:ph idx="1" type="subTitle"/>
          </p:nvPr>
        </p:nvSpPr>
        <p:spPr>
          <a:xfrm>
            <a:off x="2912600" y="3932900"/>
            <a:ext cx="3318900" cy="35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grpSp>
        <p:nvGrpSpPr>
          <p:cNvPr id="130" name="Google Shape;130;p67"/>
          <p:cNvGrpSpPr/>
          <p:nvPr/>
        </p:nvGrpSpPr>
        <p:grpSpPr>
          <a:xfrm>
            <a:off x="-15825" y="-18425"/>
            <a:ext cx="9159925" cy="5166501"/>
            <a:chOff x="-15825" y="-18425"/>
            <a:chExt cx="9159925" cy="5166501"/>
          </a:xfrm>
        </p:grpSpPr>
        <p:sp>
          <p:nvSpPr>
            <p:cNvPr id="131" name="Google Shape;131;p67"/>
            <p:cNvSpPr/>
            <p:nvPr/>
          </p:nvSpPr>
          <p:spPr>
            <a:xfrm>
              <a:off x="-15825" y="4879276"/>
              <a:ext cx="9159900" cy="268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67"/>
            <p:cNvSpPr/>
            <p:nvPr/>
          </p:nvSpPr>
          <p:spPr>
            <a:xfrm>
              <a:off x="-15825" y="-18425"/>
              <a:ext cx="9159900" cy="268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67"/>
            <p:cNvSpPr/>
            <p:nvPr/>
          </p:nvSpPr>
          <p:spPr>
            <a:xfrm rot="5400000">
              <a:off x="-2429850" y="2425800"/>
              <a:ext cx="5128500" cy="268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67"/>
            <p:cNvSpPr/>
            <p:nvPr/>
          </p:nvSpPr>
          <p:spPr>
            <a:xfrm rot="5400000">
              <a:off x="6445450" y="2425800"/>
              <a:ext cx="5128500" cy="268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accent2"/>
        </a:solidFill>
      </p:bgPr>
    </p:bg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68"/>
          <p:cNvSpPr/>
          <p:nvPr/>
        </p:nvSpPr>
        <p:spPr>
          <a:xfrm>
            <a:off x="3123100" y="-384825"/>
            <a:ext cx="6275825" cy="3254500"/>
          </a:xfrm>
          <a:custGeom>
            <a:rect b="b" l="l" r="r" t="t"/>
            <a:pathLst>
              <a:path extrusionOk="0" h="130180" w="251033">
                <a:moveTo>
                  <a:pt x="0" y="0"/>
                </a:moveTo>
                <a:cubicBezTo>
                  <a:pt x="1428" y="5712"/>
                  <a:pt x="7983" y="8718"/>
                  <a:pt x="11249" y="13617"/>
                </a:cubicBezTo>
                <a:cubicBezTo>
                  <a:pt x="21651" y="29219"/>
                  <a:pt x="41301" y="38953"/>
                  <a:pt x="59798" y="42036"/>
                </a:cubicBezTo>
                <a:cubicBezTo>
                  <a:pt x="82012" y="45738"/>
                  <a:pt x="108552" y="32509"/>
                  <a:pt x="127293" y="44996"/>
                </a:cubicBezTo>
                <a:cubicBezTo>
                  <a:pt x="151529" y="61144"/>
                  <a:pt x="151361" y="100934"/>
                  <a:pt x="174657" y="118411"/>
                </a:cubicBezTo>
                <a:cubicBezTo>
                  <a:pt x="188992" y="129165"/>
                  <a:pt x="209674" y="132015"/>
                  <a:pt x="227350" y="129069"/>
                </a:cubicBezTo>
                <a:cubicBezTo>
                  <a:pt x="236145" y="127603"/>
                  <a:pt x="247046" y="124610"/>
                  <a:pt x="251033" y="116635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68"/>
          <p:cNvSpPr/>
          <p:nvPr/>
        </p:nvSpPr>
        <p:spPr>
          <a:xfrm rot="393864">
            <a:off x="-376144" y="2494225"/>
            <a:ext cx="5292628" cy="3074809"/>
          </a:xfrm>
          <a:custGeom>
            <a:rect b="b" l="l" r="r" t="t"/>
            <a:pathLst>
              <a:path extrusionOk="0" h="122998" w="199523">
                <a:moveTo>
                  <a:pt x="0" y="0"/>
                </a:moveTo>
                <a:cubicBezTo>
                  <a:pt x="5699" y="14253"/>
                  <a:pt x="23641" y="20073"/>
                  <a:pt x="32563" y="32564"/>
                </a:cubicBezTo>
                <a:cubicBezTo>
                  <a:pt x="40249" y="43325"/>
                  <a:pt x="44291" y="59762"/>
                  <a:pt x="56837" y="63943"/>
                </a:cubicBezTo>
                <a:cubicBezTo>
                  <a:pt x="68686" y="67892"/>
                  <a:pt x="81709" y="68738"/>
                  <a:pt x="94137" y="67495"/>
                </a:cubicBezTo>
                <a:cubicBezTo>
                  <a:pt x="103367" y="66572"/>
                  <a:pt x="113910" y="62894"/>
                  <a:pt x="121964" y="67495"/>
                </a:cubicBezTo>
                <a:cubicBezTo>
                  <a:pt x="136606" y="75860"/>
                  <a:pt x="140854" y="95450"/>
                  <a:pt x="150974" y="108939"/>
                </a:cubicBezTo>
                <a:cubicBezTo>
                  <a:pt x="158695" y="119231"/>
                  <a:pt x="174224" y="122556"/>
                  <a:pt x="187090" y="122556"/>
                </a:cubicBezTo>
                <a:cubicBezTo>
                  <a:pt x="191239" y="122556"/>
                  <a:pt x="195812" y="123820"/>
                  <a:pt x="199523" y="121964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68"/>
          <p:cNvSpPr/>
          <p:nvPr/>
        </p:nvSpPr>
        <p:spPr>
          <a:xfrm>
            <a:off x="-162825" y="1184125"/>
            <a:ext cx="8673650" cy="4247996"/>
          </a:xfrm>
          <a:custGeom>
            <a:rect b="b" l="l" r="r" t="t"/>
            <a:pathLst>
              <a:path extrusionOk="0" h="158967" w="346946">
                <a:moveTo>
                  <a:pt x="0" y="0"/>
                </a:moveTo>
                <a:cubicBezTo>
                  <a:pt x="14215" y="4059"/>
                  <a:pt x="31075" y="7804"/>
                  <a:pt x="39668" y="19834"/>
                </a:cubicBezTo>
                <a:cubicBezTo>
                  <a:pt x="45523" y="28031"/>
                  <a:pt x="51445" y="36282"/>
                  <a:pt x="55950" y="45292"/>
                </a:cubicBezTo>
                <a:cubicBezTo>
                  <a:pt x="59693" y="52777"/>
                  <a:pt x="63651" y="61829"/>
                  <a:pt x="71343" y="65126"/>
                </a:cubicBezTo>
                <a:cubicBezTo>
                  <a:pt x="85502" y="71194"/>
                  <a:pt x="103427" y="66377"/>
                  <a:pt x="116636" y="74303"/>
                </a:cubicBezTo>
                <a:cubicBezTo>
                  <a:pt x="123851" y="78632"/>
                  <a:pt x="127953" y="86840"/>
                  <a:pt x="132621" y="93841"/>
                </a:cubicBezTo>
                <a:cubicBezTo>
                  <a:pt x="139554" y="104240"/>
                  <a:pt x="153152" y="109845"/>
                  <a:pt x="165480" y="111899"/>
                </a:cubicBezTo>
                <a:cubicBezTo>
                  <a:pt x="191557" y="116243"/>
                  <a:pt x="219103" y="111144"/>
                  <a:pt x="244520" y="118412"/>
                </a:cubicBezTo>
                <a:cubicBezTo>
                  <a:pt x="264590" y="124151"/>
                  <a:pt x="284053" y="132452"/>
                  <a:pt x="302246" y="142686"/>
                </a:cubicBezTo>
                <a:cubicBezTo>
                  <a:pt x="316067" y="150460"/>
                  <a:pt x="331088" y="158967"/>
                  <a:pt x="346946" y="158967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68"/>
          <p:cNvSpPr/>
          <p:nvPr/>
        </p:nvSpPr>
        <p:spPr>
          <a:xfrm rot="-302386">
            <a:off x="1776988" y="1000799"/>
            <a:ext cx="5645024" cy="3141747"/>
          </a:xfrm>
          <a:prstGeom prst="rect">
            <a:avLst/>
          </a:prstGeom>
          <a:solidFill>
            <a:schemeClr val="accent3"/>
          </a:solidFill>
          <a:ln cap="flat" cmpd="sng" w="7620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" name="Google Shape;140;p68"/>
          <p:cNvSpPr txBox="1"/>
          <p:nvPr>
            <p:ph type="title"/>
          </p:nvPr>
        </p:nvSpPr>
        <p:spPr>
          <a:xfrm>
            <a:off x="2626375" y="2073300"/>
            <a:ext cx="38913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50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41" name="Google Shape;141;p68"/>
          <p:cNvSpPr txBox="1"/>
          <p:nvPr>
            <p:ph idx="1" type="subTitle"/>
          </p:nvPr>
        </p:nvSpPr>
        <p:spPr>
          <a:xfrm>
            <a:off x="3431325" y="2963700"/>
            <a:ext cx="2281200" cy="5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2" name="Google Shape;142;p68"/>
          <p:cNvSpPr/>
          <p:nvPr/>
        </p:nvSpPr>
        <p:spPr>
          <a:xfrm rot="864019">
            <a:off x="-613966" y="4194869"/>
            <a:ext cx="3537617" cy="1410727"/>
          </a:xfrm>
          <a:custGeom>
            <a:rect b="b" l="l" r="r" t="t"/>
            <a:pathLst>
              <a:path extrusionOk="0" h="56428" w="141502">
                <a:moveTo>
                  <a:pt x="0" y="3734"/>
                </a:moveTo>
                <a:cubicBezTo>
                  <a:pt x="8548" y="1292"/>
                  <a:pt x="19246" y="-2381"/>
                  <a:pt x="26643" y="2550"/>
                </a:cubicBezTo>
                <a:cubicBezTo>
                  <a:pt x="39189" y="10914"/>
                  <a:pt x="49273" y="23042"/>
                  <a:pt x="62759" y="29785"/>
                </a:cubicBezTo>
                <a:cubicBezTo>
                  <a:pt x="77789" y="37300"/>
                  <a:pt x="96448" y="30369"/>
                  <a:pt x="113083" y="32745"/>
                </a:cubicBezTo>
                <a:cubicBezTo>
                  <a:pt x="125290" y="34488"/>
                  <a:pt x="135991" y="45397"/>
                  <a:pt x="141502" y="56428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68"/>
          <p:cNvSpPr/>
          <p:nvPr/>
        </p:nvSpPr>
        <p:spPr>
          <a:xfrm rot="-800652">
            <a:off x="5798997" y="-754769"/>
            <a:ext cx="3759571" cy="2764222"/>
          </a:xfrm>
          <a:custGeom>
            <a:rect b="b" l="l" r="r" t="t"/>
            <a:pathLst>
              <a:path extrusionOk="0" h="110569" w="150383">
                <a:moveTo>
                  <a:pt x="150383" y="108346"/>
                </a:moveTo>
                <a:cubicBezTo>
                  <a:pt x="143137" y="111969"/>
                  <a:pt x="134186" y="110152"/>
                  <a:pt x="126109" y="109530"/>
                </a:cubicBezTo>
                <a:cubicBezTo>
                  <a:pt x="109546" y="108254"/>
                  <a:pt x="92265" y="101149"/>
                  <a:pt x="80520" y="89401"/>
                </a:cubicBezTo>
                <a:cubicBezTo>
                  <a:pt x="67217" y="76094"/>
                  <a:pt x="70733" y="51198"/>
                  <a:pt x="57430" y="37891"/>
                </a:cubicBezTo>
                <a:cubicBezTo>
                  <a:pt x="41216" y="21671"/>
                  <a:pt x="10257" y="20513"/>
                  <a:pt x="0" y="0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68"/>
          <p:cNvSpPr/>
          <p:nvPr/>
        </p:nvSpPr>
        <p:spPr>
          <a:xfrm>
            <a:off x="7012975" y="-384825"/>
            <a:ext cx="2545850" cy="1061525"/>
          </a:xfrm>
          <a:custGeom>
            <a:rect b="b" l="l" r="r" t="t"/>
            <a:pathLst>
              <a:path extrusionOk="0" h="42461" w="101834">
                <a:moveTo>
                  <a:pt x="0" y="0"/>
                </a:moveTo>
                <a:cubicBezTo>
                  <a:pt x="5313" y="10628"/>
                  <a:pt x="19566" y="13634"/>
                  <a:pt x="30195" y="18946"/>
                </a:cubicBezTo>
                <a:cubicBezTo>
                  <a:pt x="37196" y="22445"/>
                  <a:pt x="42890" y="28170"/>
                  <a:pt x="49732" y="31972"/>
                </a:cubicBezTo>
                <a:cubicBezTo>
                  <a:pt x="64961" y="40434"/>
                  <a:pt x="89504" y="48425"/>
                  <a:pt x="101834" y="36116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ody 2">
  <p:cSld name="CUSTOM_15"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69"/>
          <p:cNvSpPr txBox="1"/>
          <p:nvPr>
            <p:ph type="title"/>
          </p:nvPr>
        </p:nvSpPr>
        <p:spPr>
          <a:xfrm>
            <a:off x="2367800" y="496451"/>
            <a:ext cx="4408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47" name="Google Shape;147;p69"/>
          <p:cNvSpPr txBox="1"/>
          <p:nvPr>
            <p:ph idx="1" type="body"/>
          </p:nvPr>
        </p:nvSpPr>
        <p:spPr>
          <a:xfrm>
            <a:off x="2554350" y="1299225"/>
            <a:ext cx="4035600" cy="97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  <a:defRPr sz="1600">
                <a:solidFill>
                  <a:srgbClr val="000000"/>
                </a:solidFill>
              </a:defRPr>
            </a:lvl1pPr>
            <a:lvl2pPr indent="-3175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  <a:defRPr>
                <a:solidFill>
                  <a:srgbClr val="000000"/>
                </a:solidFill>
              </a:defRPr>
            </a:lvl2pPr>
            <a:lvl3pPr indent="-3175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  <a:defRPr>
                <a:solidFill>
                  <a:srgbClr val="000000"/>
                </a:solidFill>
              </a:defRPr>
            </a:lvl3pPr>
            <a:lvl4pPr indent="-3175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  <a:defRPr>
                <a:solidFill>
                  <a:srgbClr val="000000"/>
                </a:solidFill>
              </a:defRPr>
            </a:lvl4pPr>
            <a:lvl5pPr indent="-3175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  <a:defRPr>
                <a:solidFill>
                  <a:srgbClr val="000000"/>
                </a:solidFill>
              </a:defRPr>
            </a:lvl5pPr>
            <a:lvl6pPr indent="-3175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■"/>
              <a:defRPr>
                <a:solidFill>
                  <a:srgbClr val="000000"/>
                </a:solidFill>
              </a:defRPr>
            </a:lvl6pPr>
            <a:lvl7pPr indent="-3175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  <a:defRPr>
                <a:solidFill>
                  <a:srgbClr val="000000"/>
                </a:solidFill>
              </a:defRPr>
            </a:lvl7pPr>
            <a:lvl8pPr indent="-3175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400"/>
              <a:buChar char="○"/>
              <a:defRPr>
                <a:solidFill>
                  <a:srgbClr val="000000"/>
                </a:solidFill>
              </a:defRPr>
            </a:lvl8pPr>
            <a:lvl9pPr indent="-3175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000000"/>
              </a:buClr>
              <a:buSzPts val="1400"/>
              <a:buChar char="■"/>
              <a:defRPr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8" name="Google Shape;148;p69"/>
          <p:cNvSpPr/>
          <p:nvPr/>
        </p:nvSpPr>
        <p:spPr>
          <a:xfrm>
            <a:off x="8193429" y="156675"/>
            <a:ext cx="1003808" cy="1657802"/>
          </a:xfrm>
          <a:custGeom>
            <a:rect b="b" l="l" r="r" t="t"/>
            <a:pathLst>
              <a:path extrusionOk="0" h="104775" w="55291">
                <a:moveTo>
                  <a:pt x="53767" y="0"/>
                </a:moveTo>
                <a:cubicBezTo>
                  <a:pt x="52109" y="11606"/>
                  <a:pt x="37989" y="19258"/>
                  <a:pt x="26716" y="22479"/>
                </a:cubicBezTo>
                <a:cubicBezTo>
                  <a:pt x="17320" y="25163"/>
                  <a:pt x="4147" y="27012"/>
                  <a:pt x="808" y="36195"/>
                </a:cubicBezTo>
                <a:cubicBezTo>
                  <a:pt x="-3391" y="47742"/>
                  <a:pt x="10039" y="59896"/>
                  <a:pt x="19096" y="68199"/>
                </a:cubicBezTo>
                <a:cubicBezTo>
                  <a:pt x="28194" y="76539"/>
                  <a:pt x="34372" y="87666"/>
                  <a:pt x="43099" y="96393"/>
                </a:cubicBezTo>
                <a:cubicBezTo>
                  <a:pt x="46586" y="99880"/>
                  <a:pt x="51804" y="101288"/>
                  <a:pt x="55291" y="104775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69"/>
          <p:cNvSpPr/>
          <p:nvPr/>
        </p:nvSpPr>
        <p:spPr>
          <a:xfrm>
            <a:off x="-77525" y="614025"/>
            <a:ext cx="904644" cy="1657813"/>
          </a:xfrm>
          <a:custGeom>
            <a:rect b="b" l="l" r="r" t="t"/>
            <a:pathLst>
              <a:path extrusionOk="0" h="82192" w="53904">
                <a:moveTo>
                  <a:pt x="1034" y="0"/>
                </a:moveTo>
                <a:cubicBezTo>
                  <a:pt x="10519" y="7117"/>
                  <a:pt x="23404" y="10810"/>
                  <a:pt x="29982" y="20677"/>
                </a:cubicBezTo>
                <a:cubicBezTo>
                  <a:pt x="34310" y="27169"/>
                  <a:pt x="37338" y="34489"/>
                  <a:pt x="41872" y="40838"/>
                </a:cubicBezTo>
                <a:cubicBezTo>
                  <a:pt x="45274" y="45601"/>
                  <a:pt x="54909" y="48021"/>
                  <a:pt x="53761" y="53761"/>
                </a:cubicBezTo>
                <a:cubicBezTo>
                  <a:pt x="53033" y="57401"/>
                  <a:pt x="46991" y="56876"/>
                  <a:pt x="43422" y="57896"/>
                </a:cubicBezTo>
                <a:cubicBezTo>
                  <a:pt x="38640" y="59262"/>
                  <a:pt x="33666" y="59942"/>
                  <a:pt x="28948" y="61515"/>
                </a:cubicBezTo>
                <a:cubicBezTo>
                  <a:pt x="23395" y="63366"/>
                  <a:pt x="21198" y="70299"/>
                  <a:pt x="17059" y="74438"/>
                </a:cubicBezTo>
                <a:cubicBezTo>
                  <a:pt x="12642" y="78855"/>
                  <a:pt x="4419" y="77777"/>
                  <a:pt x="0" y="8219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" name="Google Shape;150;p69"/>
          <p:cNvSpPr/>
          <p:nvPr/>
        </p:nvSpPr>
        <p:spPr>
          <a:xfrm rot="-5400000">
            <a:off x="4429950" y="-1858350"/>
            <a:ext cx="309600" cy="9169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1" name="Google Shape;151;p69"/>
          <p:cNvSpPr/>
          <p:nvPr/>
        </p:nvSpPr>
        <p:spPr>
          <a:xfrm>
            <a:off x="18550" y="2884800"/>
            <a:ext cx="9144000" cy="225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">
  <p:cSld name="CUSTOM_2"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70"/>
          <p:cNvSpPr txBox="1"/>
          <p:nvPr>
            <p:ph type="title"/>
          </p:nvPr>
        </p:nvSpPr>
        <p:spPr>
          <a:xfrm>
            <a:off x="593500" y="487171"/>
            <a:ext cx="7944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154" name="Google Shape;154;p70"/>
          <p:cNvSpPr txBox="1"/>
          <p:nvPr>
            <p:ph idx="2" type="title"/>
          </p:nvPr>
        </p:nvSpPr>
        <p:spPr>
          <a:xfrm>
            <a:off x="2151775" y="1849850"/>
            <a:ext cx="19743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55" name="Google Shape;155;p70"/>
          <p:cNvSpPr txBox="1"/>
          <p:nvPr>
            <p:ph idx="1" type="subTitle"/>
          </p:nvPr>
        </p:nvSpPr>
        <p:spPr>
          <a:xfrm>
            <a:off x="2204075" y="2400686"/>
            <a:ext cx="19221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56" name="Google Shape;156;p70"/>
          <p:cNvSpPr txBox="1"/>
          <p:nvPr>
            <p:ph idx="3" type="title"/>
          </p:nvPr>
        </p:nvSpPr>
        <p:spPr>
          <a:xfrm>
            <a:off x="2151775" y="3306475"/>
            <a:ext cx="19743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57" name="Google Shape;157;p70"/>
          <p:cNvSpPr txBox="1"/>
          <p:nvPr>
            <p:ph idx="4" type="subTitle"/>
          </p:nvPr>
        </p:nvSpPr>
        <p:spPr>
          <a:xfrm>
            <a:off x="2204075" y="3857361"/>
            <a:ext cx="19221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58" name="Google Shape;158;p70"/>
          <p:cNvSpPr txBox="1"/>
          <p:nvPr>
            <p:ph idx="5" type="title"/>
          </p:nvPr>
        </p:nvSpPr>
        <p:spPr>
          <a:xfrm>
            <a:off x="5017900" y="1849850"/>
            <a:ext cx="19743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59" name="Google Shape;159;p70"/>
          <p:cNvSpPr txBox="1"/>
          <p:nvPr>
            <p:ph idx="6" type="subTitle"/>
          </p:nvPr>
        </p:nvSpPr>
        <p:spPr>
          <a:xfrm>
            <a:off x="5017900" y="2400686"/>
            <a:ext cx="19221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0" name="Google Shape;160;p70"/>
          <p:cNvSpPr txBox="1"/>
          <p:nvPr>
            <p:ph idx="7" type="title"/>
          </p:nvPr>
        </p:nvSpPr>
        <p:spPr>
          <a:xfrm>
            <a:off x="5017900" y="3306475"/>
            <a:ext cx="19743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l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61" name="Google Shape;161;p70"/>
          <p:cNvSpPr txBox="1"/>
          <p:nvPr>
            <p:ph idx="8" type="subTitle"/>
          </p:nvPr>
        </p:nvSpPr>
        <p:spPr>
          <a:xfrm>
            <a:off x="5017900" y="3857361"/>
            <a:ext cx="19221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2" name="Google Shape;162;p70"/>
          <p:cNvSpPr/>
          <p:nvPr/>
        </p:nvSpPr>
        <p:spPr>
          <a:xfrm>
            <a:off x="6942513" y="3556556"/>
            <a:ext cx="2597650" cy="1624950"/>
          </a:xfrm>
          <a:custGeom>
            <a:rect b="b" l="l" r="r" t="t"/>
            <a:pathLst>
              <a:path extrusionOk="0" h="64998" w="103906">
                <a:moveTo>
                  <a:pt x="103906" y="3424"/>
                </a:moveTo>
                <a:cubicBezTo>
                  <a:pt x="94295" y="-4265"/>
                  <a:pt x="76496" y="2419"/>
                  <a:pt x="67791" y="11121"/>
                </a:cubicBezTo>
                <a:cubicBezTo>
                  <a:pt x="59798" y="19112"/>
                  <a:pt x="62540" y="35017"/>
                  <a:pt x="53581" y="41908"/>
                </a:cubicBezTo>
                <a:cubicBezTo>
                  <a:pt x="38166" y="53766"/>
                  <a:pt x="6150" y="46548"/>
                  <a:pt x="0" y="64998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70"/>
          <p:cNvSpPr/>
          <p:nvPr/>
        </p:nvSpPr>
        <p:spPr>
          <a:xfrm>
            <a:off x="7312538" y="3860331"/>
            <a:ext cx="2597650" cy="1624950"/>
          </a:xfrm>
          <a:custGeom>
            <a:rect b="b" l="l" r="r" t="t"/>
            <a:pathLst>
              <a:path extrusionOk="0" h="64998" w="103906">
                <a:moveTo>
                  <a:pt x="103906" y="3424"/>
                </a:moveTo>
                <a:cubicBezTo>
                  <a:pt x="94295" y="-4265"/>
                  <a:pt x="76496" y="2419"/>
                  <a:pt x="67791" y="11121"/>
                </a:cubicBezTo>
                <a:cubicBezTo>
                  <a:pt x="59798" y="19112"/>
                  <a:pt x="62540" y="35017"/>
                  <a:pt x="53581" y="41908"/>
                </a:cubicBezTo>
                <a:cubicBezTo>
                  <a:pt x="38166" y="53766"/>
                  <a:pt x="6150" y="46548"/>
                  <a:pt x="0" y="64998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70"/>
          <p:cNvSpPr/>
          <p:nvPr/>
        </p:nvSpPr>
        <p:spPr>
          <a:xfrm rot="10800000">
            <a:off x="-396225" y="-38006"/>
            <a:ext cx="2597650" cy="1624950"/>
          </a:xfrm>
          <a:custGeom>
            <a:rect b="b" l="l" r="r" t="t"/>
            <a:pathLst>
              <a:path extrusionOk="0" h="64998" w="103906">
                <a:moveTo>
                  <a:pt x="103906" y="3424"/>
                </a:moveTo>
                <a:cubicBezTo>
                  <a:pt x="94295" y="-4265"/>
                  <a:pt x="76496" y="2419"/>
                  <a:pt x="67791" y="11121"/>
                </a:cubicBezTo>
                <a:cubicBezTo>
                  <a:pt x="59798" y="19112"/>
                  <a:pt x="62540" y="35017"/>
                  <a:pt x="53581" y="41908"/>
                </a:cubicBezTo>
                <a:cubicBezTo>
                  <a:pt x="38166" y="53766"/>
                  <a:pt x="6150" y="46548"/>
                  <a:pt x="0" y="64998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70"/>
          <p:cNvSpPr/>
          <p:nvPr/>
        </p:nvSpPr>
        <p:spPr>
          <a:xfrm rot="10800000">
            <a:off x="-766250" y="-341781"/>
            <a:ext cx="2597650" cy="1624950"/>
          </a:xfrm>
          <a:custGeom>
            <a:rect b="b" l="l" r="r" t="t"/>
            <a:pathLst>
              <a:path extrusionOk="0" h="64998" w="103906">
                <a:moveTo>
                  <a:pt x="103906" y="3424"/>
                </a:moveTo>
                <a:cubicBezTo>
                  <a:pt x="94295" y="-4265"/>
                  <a:pt x="76496" y="2419"/>
                  <a:pt x="67791" y="11121"/>
                </a:cubicBezTo>
                <a:cubicBezTo>
                  <a:pt x="59798" y="19112"/>
                  <a:pt x="62540" y="35017"/>
                  <a:pt x="53581" y="41908"/>
                </a:cubicBezTo>
                <a:cubicBezTo>
                  <a:pt x="38166" y="53766"/>
                  <a:pt x="6150" y="46548"/>
                  <a:pt x="0" y="64998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 1">
  <p:cSld name="CUSTOM_3"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p71"/>
          <p:cNvSpPr/>
          <p:nvPr/>
        </p:nvSpPr>
        <p:spPr>
          <a:xfrm>
            <a:off x="-76875" y="3194907"/>
            <a:ext cx="9364400" cy="1760325"/>
          </a:xfrm>
          <a:custGeom>
            <a:rect b="b" l="l" r="r" t="t"/>
            <a:pathLst>
              <a:path extrusionOk="0" h="70413" w="374576">
                <a:moveTo>
                  <a:pt x="0" y="38887"/>
                </a:moveTo>
                <a:cubicBezTo>
                  <a:pt x="2838" y="34156"/>
                  <a:pt x="9462" y="32546"/>
                  <a:pt x="12301" y="27816"/>
                </a:cubicBezTo>
                <a:cubicBezTo>
                  <a:pt x="15597" y="22324"/>
                  <a:pt x="21116" y="17893"/>
                  <a:pt x="27063" y="15515"/>
                </a:cubicBezTo>
                <a:cubicBezTo>
                  <a:pt x="28758" y="14837"/>
                  <a:pt x="29557" y="11905"/>
                  <a:pt x="31368" y="12132"/>
                </a:cubicBezTo>
                <a:cubicBezTo>
                  <a:pt x="41195" y="13362"/>
                  <a:pt x="43984" y="27521"/>
                  <a:pt x="48898" y="36119"/>
                </a:cubicBezTo>
                <a:cubicBezTo>
                  <a:pt x="51393" y="40484"/>
                  <a:pt x="56768" y="42380"/>
                  <a:pt x="60584" y="45653"/>
                </a:cubicBezTo>
                <a:cubicBezTo>
                  <a:pt x="65238" y="49645"/>
                  <a:pt x="66269" y="57830"/>
                  <a:pt x="71963" y="60107"/>
                </a:cubicBezTo>
                <a:cubicBezTo>
                  <a:pt x="77569" y="62349"/>
                  <a:pt x="81531" y="52689"/>
                  <a:pt x="85802" y="48421"/>
                </a:cubicBezTo>
                <a:cubicBezTo>
                  <a:pt x="89225" y="45001"/>
                  <a:pt x="94465" y="43588"/>
                  <a:pt x="97488" y="39810"/>
                </a:cubicBezTo>
                <a:cubicBezTo>
                  <a:pt x="98664" y="38341"/>
                  <a:pt x="98494" y="35550"/>
                  <a:pt x="100256" y="34889"/>
                </a:cubicBezTo>
                <a:cubicBezTo>
                  <a:pt x="104945" y="33132"/>
                  <a:pt x="111317" y="36566"/>
                  <a:pt x="114095" y="40732"/>
                </a:cubicBezTo>
                <a:cubicBezTo>
                  <a:pt x="115905" y="43447"/>
                  <a:pt x="117765" y="48838"/>
                  <a:pt x="120860" y="47806"/>
                </a:cubicBezTo>
                <a:cubicBezTo>
                  <a:pt x="125468" y="46269"/>
                  <a:pt x="128906" y="41874"/>
                  <a:pt x="131317" y="37657"/>
                </a:cubicBezTo>
                <a:cubicBezTo>
                  <a:pt x="132324" y="35895"/>
                  <a:pt x="133933" y="32226"/>
                  <a:pt x="135622" y="33352"/>
                </a:cubicBezTo>
                <a:cubicBezTo>
                  <a:pt x="142260" y="37776"/>
                  <a:pt x="149703" y="40945"/>
                  <a:pt x="157149" y="43808"/>
                </a:cubicBezTo>
                <a:cubicBezTo>
                  <a:pt x="162328" y="45799"/>
                  <a:pt x="168993" y="46366"/>
                  <a:pt x="172218" y="50881"/>
                </a:cubicBezTo>
                <a:cubicBezTo>
                  <a:pt x="173791" y="53083"/>
                  <a:pt x="173977" y="56097"/>
                  <a:pt x="175601" y="58262"/>
                </a:cubicBezTo>
                <a:cubicBezTo>
                  <a:pt x="178698" y="62389"/>
                  <a:pt x="185631" y="61143"/>
                  <a:pt x="190055" y="63797"/>
                </a:cubicBezTo>
                <a:cubicBezTo>
                  <a:pt x="193872" y="66086"/>
                  <a:pt x="197336" y="70886"/>
                  <a:pt x="201742" y="70256"/>
                </a:cubicBezTo>
                <a:cubicBezTo>
                  <a:pt x="207323" y="69458"/>
                  <a:pt x="208367" y="61126"/>
                  <a:pt x="211890" y="56724"/>
                </a:cubicBezTo>
                <a:cubicBezTo>
                  <a:pt x="215212" y="52573"/>
                  <a:pt x="220255" y="49965"/>
                  <a:pt x="225114" y="47806"/>
                </a:cubicBezTo>
                <a:cubicBezTo>
                  <a:pt x="227739" y="46640"/>
                  <a:pt x="229619" y="51441"/>
                  <a:pt x="232188" y="52726"/>
                </a:cubicBezTo>
                <a:cubicBezTo>
                  <a:pt x="236210" y="54737"/>
                  <a:pt x="240634" y="55948"/>
                  <a:pt x="244489" y="58262"/>
                </a:cubicBezTo>
                <a:cubicBezTo>
                  <a:pt x="248497" y="60668"/>
                  <a:pt x="251024" y="65739"/>
                  <a:pt x="255560" y="66873"/>
                </a:cubicBezTo>
                <a:cubicBezTo>
                  <a:pt x="259716" y="67912"/>
                  <a:pt x="263854" y="64419"/>
                  <a:pt x="267554" y="62260"/>
                </a:cubicBezTo>
                <a:cubicBezTo>
                  <a:pt x="279099" y="55524"/>
                  <a:pt x="283567" y="40473"/>
                  <a:pt x="294002" y="32121"/>
                </a:cubicBezTo>
                <a:cubicBezTo>
                  <a:pt x="296381" y="30217"/>
                  <a:pt x="297426" y="23993"/>
                  <a:pt x="300152" y="25356"/>
                </a:cubicBezTo>
                <a:cubicBezTo>
                  <a:pt x="301711" y="26135"/>
                  <a:pt x="301100" y="29104"/>
                  <a:pt x="302613" y="29969"/>
                </a:cubicBezTo>
                <a:cubicBezTo>
                  <a:pt x="304126" y="30834"/>
                  <a:pt x="305572" y="26958"/>
                  <a:pt x="307226" y="27508"/>
                </a:cubicBezTo>
                <a:cubicBezTo>
                  <a:pt x="309995" y="28429"/>
                  <a:pt x="308688" y="33203"/>
                  <a:pt x="309994" y="35812"/>
                </a:cubicBezTo>
                <a:cubicBezTo>
                  <a:pt x="313400" y="42619"/>
                  <a:pt x="319410" y="48277"/>
                  <a:pt x="325985" y="52111"/>
                </a:cubicBezTo>
                <a:cubicBezTo>
                  <a:pt x="328991" y="53864"/>
                  <a:pt x="330253" y="61046"/>
                  <a:pt x="333366" y="59492"/>
                </a:cubicBezTo>
                <a:cubicBezTo>
                  <a:pt x="336370" y="57992"/>
                  <a:pt x="333656" y="52445"/>
                  <a:pt x="335519" y="49651"/>
                </a:cubicBezTo>
                <a:cubicBezTo>
                  <a:pt x="340513" y="42163"/>
                  <a:pt x="346928" y="35680"/>
                  <a:pt x="351818" y="28124"/>
                </a:cubicBezTo>
                <a:cubicBezTo>
                  <a:pt x="354360" y="24195"/>
                  <a:pt x="355079" y="18923"/>
                  <a:pt x="358584" y="15822"/>
                </a:cubicBezTo>
                <a:cubicBezTo>
                  <a:pt x="364068" y="10971"/>
                  <a:pt x="372493" y="7549"/>
                  <a:pt x="374268" y="446"/>
                </a:cubicBezTo>
                <a:cubicBezTo>
                  <a:pt x="374303" y="305"/>
                  <a:pt x="374530" y="0"/>
                  <a:pt x="374576" y="138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71"/>
          <p:cNvSpPr txBox="1"/>
          <p:nvPr>
            <p:ph idx="1" type="subTitle"/>
          </p:nvPr>
        </p:nvSpPr>
        <p:spPr>
          <a:xfrm>
            <a:off x="4790801" y="3535200"/>
            <a:ext cx="1390500" cy="8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69" name="Google Shape;169;p71"/>
          <p:cNvSpPr txBox="1"/>
          <p:nvPr>
            <p:ph idx="2" type="subTitle"/>
          </p:nvPr>
        </p:nvSpPr>
        <p:spPr>
          <a:xfrm>
            <a:off x="6624500" y="3535200"/>
            <a:ext cx="1389900" cy="8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70" name="Google Shape;170;p71"/>
          <p:cNvSpPr txBox="1"/>
          <p:nvPr>
            <p:ph idx="3" type="subTitle"/>
          </p:nvPr>
        </p:nvSpPr>
        <p:spPr>
          <a:xfrm>
            <a:off x="1124000" y="3535200"/>
            <a:ext cx="1390200" cy="8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71" name="Google Shape;171;p71"/>
          <p:cNvSpPr txBox="1"/>
          <p:nvPr>
            <p:ph idx="4" type="subTitle"/>
          </p:nvPr>
        </p:nvSpPr>
        <p:spPr>
          <a:xfrm>
            <a:off x="2957402" y="3535200"/>
            <a:ext cx="1390200" cy="8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72" name="Google Shape;172;p71"/>
          <p:cNvSpPr txBox="1"/>
          <p:nvPr>
            <p:ph type="title"/>
          </p:nvPr>
        </p:nvSpPr>
        <p:spPr>
          <a:xfrm>
            <a:off x="963285" y="2370876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i="0"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73" name="Google Shape;173;p71"/>
          <p:cNvSpPr txBox="1"/>
          <p:nvPr>
            <p:ph idx="5" type="title"/>
          </p:nvPr>
        </p:nvSpPr>
        <p:spPr>
          <a:xfrm>
            <a:off x="2796739" y="2370887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i="0"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74" name="Google Shape;174;p71"/>
          <p:cNvSpPr txBox="1"/>
          <p:nvPr>
            <p:ph idx="6" type="title"/>
          </p:nvPr>
        </p:nvSpPr>
        <p:spPr>
          <a:xfrm>
            <a:off x="4628050" y="2370876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i="0"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75" name="Google Shape;175;p71"/>
          <p:cNvSpPr txBox="1"/>
          <p:nvPr>
            <p:ph idx="7" type="title"/>
          </p:nvPr>
        </p:nvSpPr>
        <p:spPr>
          <a:xfrm>
            <a:off x="6463692" y="2370876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i="0"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500"/>
              <a:buNone/>
              <a:defRPr sz="25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76" name="Google Shape;176;p71"/>
          <p:cNvSpPr txBox="1"/>
          <p:nvPr>
            <p:ph idx="8" type="title"/>
          </p:nvPr>
        </p:nvSpPr>
        <p:spPr>
          <a:xfrm>
            <a:off x="605800" y="486625"/>
            <a:ext cx="7932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72"/>
          <p:cNvSpPr/>
          <p:nvPr/>
        </p:nvSpPr>
        <p:spPr>
          <a:xfrm rot="120236">
            <a:off x="4522215" y="-63938"/>
            <a:ext cx="4727107" cy="1278646"/>
          </a:xfrm>
          <a:custGeom>
            <a:rect b="b" l="l" r="r" t="t"/>
            <a:pathLst>
              <a:path extrusionOk="0" h="63284" w="182649">
                <a:moveTo>
                  <a:pt x="182649" y="2302"/>
                </a:moveTo>
                <a:cubicBezTo>
                  <a:pt x="179506" y="-1888"/>
                  <a:pt x="172180" y="979"/>
                  <a:pt x="166960" y="1414"/>
                </a:cubicBezTo>
                <a:cubicBezTo>
                  <a:pt x="159029" y="2075"/>
                  <a:pt x="149794" y="2892"/>
                  <a:pt x="144166" y="8519"/>
                </a:cubicBezTo>
                <a:cubicBezTo>
                  <a:pt x="130652" y="22029"/>
                  <a:pt x="136093" y="51480"/>
                  <a:pt x="119003" y="60028"/>
                </a:cubicBezTo>
                <a:cubicBezTo>
                  <a:pt x="109695" y="64684"/>
                  <a:pt x="96245" y="63313"/>
                  <a:pt x="87920" y="57067"/>
                </a:cubicBezTo>
                <a:cubicBezTo>
                  <a:pt x="78959" y="50344"/>
                  <a:pt x="70296" y="41186"/>
                  <a:pt x="59205" y="39602"/>
                </a:cubicBezTo>
                <a:cubicBezTo>
                  <a:pt x="38163" y="36597"/>
                  <a:pt x="20164" y="56563"/>
                  <a:pt x="0" y="63284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72"/>
          <p:cNvSpPr txBox="1"/>
          <p:nvPr>
            <p:ph type="title"/>
          </p:nvPr>
        </p:nvSpPr>
        <p:spPr>
          <a:xfrm>
            <a:off x="5313600" y="2515675"/>
            <a:ext cx="2375700" cy="666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80" name="Google Shape;180;p72"/>
          <p:cNvSpPr txBox="1"/>
          <p:nvPr>
            <p:ph idx="1" type="body"/>
          </p:nvPr>
        </p:nvSpPr>
        <p:spPr>
          <a:xfrm>
            <a:off x="5313600" y="3088925"/>
            <a:ext cx="2375700" cy="91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>
                <a:solidFill>
                  <a:schemeClr val="dk1"/>
                </a:solidFill>
              </a:defRPr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1">
  <p:cSld name="CUSTOM_11"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73"/>
          <p:cNvSpPr/>
          <p:nvPr/>
        </p:nvSpPr>
        <p:spPr>
          <a:xfrm rot="515571">
            <a:off x="99533" y="102554"/>
            <a:ext cx="4502900" cy="963188"/>
          </a:xfrm>
          <a:custGeom>
            <a:rect b="b" l="l" r="r" t="t"/>
            <a:pathLst>
              <a:path extrusionOk="0" h="68653" w="167256">
                <a:moveTo>
                  <a:pt x="0" y="8559"/>
                </a:moveTo>
                <a:cubicBezTo>
                  <a:pt x="9262" y="840"/>
                  <a:pt x="25941" y="-3386"/>
                  <a:pt x="35819" y="3527"/>
                </a:cubicBezTo>
                <a:cubicBezTo>
                  <a:pt x="49192" y="12887"/>
                  <a:pt x="53916" y="31634"/>
                  <a:pt x="67198" y="41122"/>
                </a:cubicBezTo>
                <a:cubicBezTo>
                  <a:pt x="76683" y="47898"/>
                  <a:pt x="89606" y="49799"/>
                  <a:pt x="101242" y="49115"/>
                </a:cubicBezTo>
                <a:cubicBezTo>
                  <a:pt x="109145" y="48650"/>
                  <a:pt x="116781" y="43925"/>
                  <a:pt x="124628" y="44971"/>
                </a:cubicBezTo>
                <a:cubicBezTo>
                  <a:pt x="135126" y="46371"/>
                  <a:pt x="144370" y="53108"/>
                  <a:pt x="153047" y="59180"/>
                </a:cubicBezTo>
                <a:cubicBezTo>
                  <a:pt x="157711" y="62444"/>
                  <a:pt x="161564" y="68653"/>
                  <a:pt x="167256" y="68653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73"/>
          <p:cNvSpPr txBox="1"/>
          <p:nvPr>
            <p:ph type="title"/>
          </p:nvPr>
        </p:nvSpPr>
        <p:spPr>
          <a:xfrm>
            <a:off x="1505625" y="2515675"/>
            <a:ext cx="2375700" cy="666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6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84" name="Google Shape;184;p73"/>
          <p:cNvSpPr txBox="1"/>
          <p:nvPr>
            <p:ph idx="1" type="body"/>
          </p:nvPr>
        </p:nvSpPr>
        <p:spPr>
          <a:xfrm>
            <a:off x="1505575" y="3088925"/>
            <a:ext cx="2375700" cy="91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>
                <a:solidFill>
                  <a:schemeClr val="dk1"/>
                </a:solidFill>
              </a:defRPr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2">
  <p:cSld name="CUSTOM_11_1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74"/>
          <p:cNvSpPr/>
          <p:nvPr/>
        </p:nvSpPr>
        <p:spPr>
          <a:xfrm rot="-504627">
            <a:off x="4061961" y="474311"/>
            <a:ext cx="5472702" cy="952312"/>
          </a:xfrm>
          <a:custGeom>
            <a:rect b="b" l="l" r="r" t="t"/>
            <a:pathLst>
              <a:path extrusionOk="0" h="38094" w="226758">
                <a:moveTo>
                  <a:pt x="226758" y="13025"/>
                </a:moveTo>
                <a:cubicBezTo>
                  <a:pt x="222710" y="29219"/>
                  <a:pt x="197668" y="36285"/>
                  <a:pt x="181170" y="33747"/>
                </a:cubicBezTo>
                <a:cubicBezTo>
                  <a:pt x="169719" y="31985"/>
                  <a:pt x="161892" y="20805"/>
                  <a:pt x="153047" y="13321"/>
                </a:cubicBezTo>
                <a:cubicBezTo>
                  <a:pt x="143955" y="5628"/>
                  <a:pt x="131802" y="0"/>
                  <a:pt x="119892" y="0"/>
                </a:cubicBezTo>
                <a:cubicBezTo>
                  <a:pt x="108605" y="0"/>
                  <a:pt x="98314" y="8970"/>
                  <a:pt x="90881" y="17465"/>
                </a:cubicBezTo>
                <a:cubicBezTo>
                  <a:pt x="83158" y="26291"/>
                  <a:pt x="71812" y="31814"/>
                  <a:pt x="60686" y="35523"/>
                </a:cubicBezTo>
                <a:cubicBezTo>
                  <a:pt x="40933" y="42107"/>
                  <a:pt x="14723" y="35445"/>
                  <a:pt x="0" y="2072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74"/>
          <p:cNvSpPr txBox="1"/>
          <p:nvPr>
            <p:ph type="title"/>
          </p:nvPr>
        </p:nvSpPr>
        <p:spPr>
          <a:xfrm>
            <a:off x="5313600" y="2515675"/>
            <a:ext cx="2375700" cy="666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6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88" name="Google Shape;188;p74"/>
          <p:cNvSpPr txBox="1"/>
          <p:nvPr>
            <p:ph idx="1" type="body"/>
          </p:nvPr>
        </p:nvSpPr>
        <p:spPr>
          <a:xfrm>
            <a:off x="5313600" y="3088925"/>
            <a:ext cx="2375700" cy="91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>
                <a:solidFill>
                  <a:schemeClr val="dk1"/>
                </a:solidFill>
              </a:defRPr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accent2"/>
        </a:solidFill>
      </p:bgPr>
    </p:bg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75"/>
          <p:cNvSpPr txBox="1"/>
          <p:nvPr>
            <p:ph type="title"/>
          </p:nvPr>
        </p:nvSpPr>
        <p:spPr>
          <a:xfrm>
            <a:off x="-135075" y="445050"/>
            <a:ext cx="9414000" cy="14313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None/>
              <a:defRPr b="0" sz="5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accent2"/>
        </a:solidFill>
      </p:bgPr>
    </p:bg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76"/>
          <p:cNvSpPr txBox="1"/>
          <p:nvPr>
            <p:ph hasCustomPrompt="1" type="title"/>
          </p:nvPr>
        </p:nvSpPr>
        <p:spPr>
          <a:xfrm>
            <a:off x="911100" y="1650025"/>
            <a:ext cx="7321800" cy="1977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0"/>
              <a:buNone/>
              <a:defRPr sz="120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93" name="Google Shape;193;p76"/>
          <p:cNvSpPr txBox="1"/>
          <p:nvPr>
            <p:ph idx="1" type="subTitle"/>
          </p:nvPr>
        </p:nvSpPr>
        <p:spPr>
          <a:xfrm>
            <a:off x="1678600" y="3429263"/>
            <a:ext cx="5786700" cy="37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94" name="Google Shape;194;p76"/>
          <p:cNvSpPr/>
          <p:nvPr/>
        </p:nvSpPr>
        <p:spPr>
          <a:xfrm>
            <a:off x="-144200" y="-104125"/>
            <a:ext cx="9407740" cy="5342125"/>
          </a:xfrm>
          <a:custGeom>
            <a:rect b="b" l="l" r="r" t="t"/>
            <a:pathLst>
              <a:path extrusionOk="0" h="213685" w="363058">
                <a:moveTo>
                  <a:pt x="219863" y="3573"/>
                </a:moveTo>
                <a:cubicBezTo>
                  <a:pt x="196833" y="-1033"/>
                  <a:pt x="172193" y="-1531"/>
                  <a:pt x="149408" y="4165"/>
                </a:cubicBezTo>
                <a:cubicBezTo>
                  <a:pt x="134967" y="7775"/>
                  <a:pt x="119443" y="5285"/>
                  <a:pt x="105004" y="8901"/>
                </a:cubicBezTo>
                <a:cubicBezTo>
                  <a:pt x="82355" y="14573"/>
                  <a:pt x="60491" y="24123"/>
                  <a:pt x="40470" y="36136"/>
                </a:cubicBezTo>
                <a:cubicBezTo>
                  <a:pt x="32797" y="40740"/>
                  <a:pt x="27672" y="48820"/>
                  <a:pt x="22708" y="56266"/>
                </a:cubicBezTo>
                <a:cubicBezTo>
                  <a:pt x="18124" y="63141"/>
                  <a:pt x="10417" y="67821"/>
                  <a:pt x="6722" y="75212"/>
                </a:cubicBezTo>
                <a:cubicBezTo>
                  <a:pt x="1078" y="86501"/>
                  <a:pt x="210" y="99891"/>
                  <a:pt x="210" y="112512"/>
                </a:cubicBezTo>
                <a:cubicBezTo>
                  <a:pt x="210" y="121499"/>
                  <a:pt x="-631" y="131676"/>
                  <a:pt x="4354" y="139154"/>
                </a:cubicBezTo>
                <a:cubicBezTo>
                  <a:pt x="8406" y="145232"/>
                  <a:pt x="12126" y="151942"/>
                  <a:pt x="17971" y="156324"/>
                </a:cubicBezTo>
                <a:cubicBezTo>
                  <a:pt x="24234" y="161019"/>
                  <a:pt x="31974" y="163814"/>
                  <a:pt x="37509" y="169349"/>
                </a:cubicBezTo>
                <a:cubicBezTo>
                  <a:pt x="46222" y="178062"/>
                  <a:pt x="57448" y="184311"/>
                  <a:pt x="68888" y="188887"/>
                </a:cubicBezTo>
                <a:cubicBezTo>
                  <a:pt x="80036" y="193346"/>
                  <a:pt x="89609" y="202307"/>
                  <a:pt x="101452" y="204280"/>
                </a:cubicBezTo>
                <a:cubicBezTo>
                  <a:pt x="114862" y="206514"/>
                  <a:pt x="128254" y="208871"/>
                  <a:pt x="141712" y="210793"/>
                </a:cubicBezTo>
                <a:cubicBezTo>
                  <a:pt x="150701" y="212077"/>
                  <a:pt x="159989" y="209892"/>
                  <a:pt x="168946" y="211385"/>
                </a:cubicBezTo>
                <a:cubicBezTo>
                  <a:pt x="201430" y="216799"/>
                  <a:pt x="235986" y="211734"/>
                  <a:pt x="267228" y="201320"/>
                </a:cubicBezTo>
                <a:cubicBezTo>
                  <a:pt x="275459" y="198576"/>
                  <a:pt x="284333" y="197503"/>
                  <a:pt x="292094" y="193623"/>
                </a:cubicBezTo>
                <a:cubicBezTo>
                  <a:pt x="296013" y="191663"/>
                  <a:pt x="298832" y="187887"/>
                  <a:pt x="302751" y="185927"/>
                </a:cubicBezTo>
                <a:cubicBezTo>
                  <a:pt x="315981" y="179312"/>
                  <a:pt x="330184" y="173295"/>
                  <a:pt x="340643" y="162836"/>
                </a:cubicBezTo>
                <a:cubicBezTo>
                  <a:pt x="348307" y="155172"/>
                  <a:pt x="355776" y="146116"/>
                  <a:pt x="358405" y="135602"/>
                </a:cubicBezTo>
                <a:cubicBezTo>
                  <a:pt x="360287" y="128074"/>
                  <a:pt x="360185" y="120181"/>
                  <a:pt x="361365" y="112512"/>
                </a:cubicBezTo>
                <a:cubicBezTo>
                  <a:pt x="363142" y="100962"/>
                  <a:pt x="364887" y="87303"/>
                  <a:pt x="358405" y="77580"/>
                </a:cubicBezTo>
                <a:cubicBezTo>
                  <a:pt x="338208" y="47285"/>
                  <a:pt x="304327" y="23653"/>
                  <a:pt x="269004" y="14822"/>
                </a:cubicBezTo>
                <a:cubicBezTo>
                  <a:pt x="254005" y="11072"/>
                  <a:pt x="239468" y="3573"/>
                  <a:pt x="224008" y="3573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76"/>
          <p:cNvSpPr/>
          <p:nvPr/>
        </p:nvSpPr>
        <p:spPr>
          <a:xfrm>
            <a:off x="-610475" y="-888700"/>
            <a:ext cx="10425036" cy="6755153"/>
          </a:xfrm>
          <a:custGeom>
            <a:rect b="b" l="l" r="r" t="t"/>
            <a:pathLst>
              <a:path extrusionOk="0" h="273101" w="421469">
                <a:moveTo>
                  <a:pt x="282424" y="6802"/>
                </a:moveTo>
                <a:cubicBezTo>
                  <a:pt x="270491" y="836"/>
                  <a:pt x="255915" y="3671"/>
                  <a:pt x="242756" y="1474"/>
                </a:cubicBezTo>
                <a:cubicBezTo>
                  <a:pt x="228735" y="-867"/>
                  <a:pt x="214343" y="289"/>
                  <a:pt x="200128" y="289"/>
                </a:cubicBezTo>
                <a:cubicBezTo>
                  <a:pt x="164401" y="289"/>
                  <a:pt x="128636" y="8529"/>
                  <a:pt x="94742" y="19827"/>
                </a:cubicBezTo>
                <a:cubicBezTo>
                  <a:pt x="86265" y="22653"/>
                  <a:pt x="79643" y="29449"/>
                  <a:pt x="71651" y="33445"/>
                </a:cubicBezTo>
                <a:cubicBezTo>
                  <a:pt x="55974" y="41284"/>
                  <a:pt x="39972" y="50545"/>
                  <a:pt x="29023" y="64232"/>
                </a:cubicBezTo>
                <a:cubicBezTo>
                  <a:pt x="15538" y="81089"/>
                  <a:pt x="7209" y="102659"/>
                  <a:pt x="4157" y="124029"/>
                </a:cubicBezTo>
                <a:cubicBezTo>
                  <a:pt x="2502" y="135615"/>
                  <a:pt x="-1323" y="147417"/>
                  <a:pt x="604" y="158961"/>
                </a:cubicBezTo>
                <a:cubicBezTo>
                  <a:pt x="3647" y="177185"/>
                  <a:pt x="11425" y="195097"/>
                  <a:pt x="22511" y="209878"/>
                </a:cubicBezTo>
                <a:cubicBezTo>
                  <a:pt x="29119" y="218688"/>
                  <a:pt x="40343" y="222808"/>
                  <a:pt x="49153" y="229416"/>
                </a:cubicBezTo>
                <a:cubicBezTo>
                  <a:pt x="80064" y="252600"/>
                  <a:pt x="121754" y="257403"/>
                  <a:pt x="159868" y="263755"/>
                </a:cubicBezTo>
                <a:cubicBezTo>
                  <a:pt x="195014" y="269613"/>
                  <a:pt x="230954" y="275269"/>
                  <a:pt x="266438" y="272044"/>
                </a:cubicBezTo>
                <a:cubicBezTo>
                  <a:pt x="275095" y="271257"/>
                  <a:pt x="284056" y="272968"/>
                  <a:pt x="292489" y="270860"/>
                </a:cubicBezTo>
                <a:cubicBezTo>
                  <a:pt x="320320" y="263902"/>
                  <a:pt x="348579" y="251477"/>
                  <a:pt x="368864" y="231192"/>
                </a:cubicBezTo>
                <a:cubicBezTo>
                  <a:pt x="372921" y="227135"/>
                  <a:pt x="379485" y="226677"/>
                  <a:pt x="384258" y="223495"/>
                </a:cubicBezTo>
                <a:cubicBezTo>
                  <a:pt x="390545" y="219304"/>
                  <a:pt x="396084" y="214037"/>
                  <a:pt x="401427" y="208694"/>
                </a:cubicBezTo>
                <a:cubicBezTo>
                  <a:pt x="409605" y="200516"/>
                  <a:pt x="413424" y="188535"/>
                  <a:pt x="416229" y="177315"/>
                </a:cubicBezTo>
                <a:cubicBezTo>
                  <a:pt x="421735" y="155289"/>
                  <a:pt x="423511" y="131254"/>
                  <a:pt x="418005" y="109228"/>
                </a:cubicBezTo>
                <a:cubicBezTo>
                  <a:pt x="415903" y="100821"/>
                  <a:pt x="409787" y="93940"/>
                  <a:pt x="404980" y="86730"/>
                </a:cubicBezTo>
                <a:cubicBezTo>
                  <a:pt x="400361" y="79802"/>
                  <a:pt x="396576" y="72342"/>
                  <a:pt x="391955" y="65416"/>
                </a:cubicBezTo>
                <a:cubicBezTo>
                  <a:pt x="381140" y="49207"/>
                  <a:pt x="361496" y="40095"/>
                  <a:pt x="343406" y="32853"/>
                </a:cubicBezTo>
                <a:cubicBezTo>
                  <a:pt x="324224" y="25174"/>
                  <a:pt x="307822" y="6802"/>
                  <a:pt x="287160" y="6802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76"/>
          <p:cNvSpPr/>
          <p:nvPr/>
        </p:nvSpPr>
        <p:spPr>
          <a:xfrm>
            <a:off x="631050" y="525950"/>
            <a:ext cx="7955235" cy="4123034"/>
          </a:xfrm>
          <a:custGeom>
            <a:rect b="b" l="l" r="r" t="t"/>
            <a:pathLst>
              <a:path extrusionOk="0" h="159483" w="302970">
                <a:moveTo>
                  <a:pt x="185003" y="2293"/>
                </a:moveTo>
                <a:cubicBezTo>
                  <a:pt x="177572" y="-1426"/>
                  <a:pt x="168447" y="516"/>
                  <a:pt x="160137" y="516"/>
                </a:cubicBezTo>
                <a:cubicBezTo>
                  <a:pt x="143895" y="516"/>
                  <a:pt x="127514" y="1476"/>
                  <a:pt x="111588" y="4661"/>
                </a:cubicBezTo>
                <a:cubicBezTo>
                  <a:pt x="99847" y="7009"/>
                  <a:pt x="87183" y="5543"/>
                  <a:pt x="76065" y="9989"/>
                </a:cubicBezTo>
                <a:cubicBezTo>
                  <a:pt x="53856" y="18870"/>
                  <a:pt x="29031" y="25634"/>
                  <a:pt x="12122" y="42552"/>
                </a:cubicBezTo>
                <a:cubicBezTo>
                  <a:pt x="-2152" y="56834"/>
                  <a:pt x="-3814" y="86141"/>
                  <a:pt x="7386" y="102942"/>
                </a:cubicBezTo>
                <a:cubicBezTo>
                  <a:pt x="17141" y="117574"/>
                  <a:pt x="28594" y="134090"/>
                  <a:pt x="45278" y="139650"/>
                </a:cubicBezTo>
                <a:cubicBezTo>
                  <a:pt x="63899" y="145855"/>
                  <a:pt x="82868" y="151194"/>
                  <a:pt x="102115" y="155043"/>
                </a:cubicBezTo>
                <a:cubicBezTo>
                  <a:pt x="113381" y="157296"/>
                  <a:pt x="125188" y="155752"/>
                  <a:pt x="136454" y="158004"/>
                </a:cubicBezTo>
                <a:cubicBezTo>
                  <a:pt x="148265" y="160365"/>
                  <a:pt x="160525" y="159188"/>
                  <a:pt x="172570" y="159188"/>
                </a:cubicBezTo>
                <a:cubicBezTo>
                  <a:pt x="184059" y="159188"/>
                  <a:pt x="196010" y="159860"/>
                  <a:pt x="206909" y="156227"/>
                </a:cubicBezTo>
                <a:cubicBezTo>
                  <a:pt x="217898" y="152564"/>
                  <a:pt x="227642" y="145418"/>
                  <a:pt x="238880" y="142610"/>
                </a:cubicBezTo>
                <a:cubicBezTo>
                  <a:pt x="256679" y="138162"/>
                  <a:pt x="274645" y="128276"/>
                  <a:pt x="285653" y="113599"/>
                </a:cubicBezTo>
                <a:cubicBezTo>
                  <a:pt x="296031" y="99762"/>
                  <a:pt x="308186" y="79338"/>
                  <a:pt x="300454" y="63867"/>
                </a:cubicBezTo>
                <a:cubicBezTo>
                  <a:pt x="284816" y="32577"/>
                  <a:pt x="246539" y="13888"/>
                  <a:pt x="212238" y="7029"/>
                </a:cubicBezTo>
                <a:cubicBezTo>
                  <a:pt x="204344" y="5450"/>
                  <a:pt x="196606" y="2293"/>
                  <a:pt x="188556" y="2293"/>
                </a:cubicBezTo>
              </a:path>
            </a:pathLst>
          </a:custGeom>
          <a:noFill/>
          <a:ln cap="flat" cmpd="sng" w="38100">
            <a:solidFill>
              <a:schemeClr val="accent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numbers">
  <p:cSld name="CUSTOM_10">
    <p:bg>
      <p:bgPr>
        <a:solidFill>
          <a:schemeClr val="accent3"/>
        </a:solidFill>
      </p:bgPr>
    </p:bg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77"/>
          <p:cNvSpPr txBox="1"/>
          <p:nvPr>
            <p:ph type="title"/>
          </p:nvPr>
        </p:nvSpPr>
        <p:spPr>
          <a:xfrm>
            <a:off x="1185325" y="527225"/>
            <a:ext cx="6773400" cy="87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None/>
              <a:defRPr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99" name="Google Shape;199;p77"/>
          <p:cNvSpPr txBox="1"/>
          <p:nvPr>
            <p:ph idx="1" type="subTitle"/>
          </p:nvPr>
        </p:nvSpPr>
        <p:spPr>
          <a:xfrm>
            <a:off x="1678600" y="1254650"/>
            <a:ext cx="5786700" cy="37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00" name="Google Shape;200;p77"/>
          <p:cNvSpPr txBox="1"/>
          <p:nvPr>
            <p:ph idx="2" type="title"/>
          </p:nvPr>
        </p:nvSpPr>
        <p:spPr>
          <a:xfrm>
            <a:off x="1185325" y="1980180"/>
            <a:ext cx="6773400" cy="87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None/>
              <a:defRPr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01" name="Google Shape;201;p77"/>
          <p:cNvSpPr txBox="1"/>
          <p:nvPr>
            <p:ph idx="3" type="subTitle"/>
          </p:nvPr>
        </p:nvSpPr>
        <p:spPr>
          <a:xfrm>
            <a:off x="1678600" y="2707600"/>
            <a:ext cx="5786700" cy="37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02" name="Google Shape;202;p77"/>
          <p:cNvSpPr txBox="1"/>
          <p:nvPr>
            <p:ph idx="4" type="title"/>
          </p:nvPr>
        </p:nvSpPr>
        <p:spPr>
          <a:xfrm>
            <a:off x="1185325" y="3448072"/>
            <a:ext cx="6773400" cy="87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None/>
              <a:defRPr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03" name="Google Shape;203;p77"/>
          <p:cNvSpPr txBox="1"/>
          <p:nvPr>
            <p:ph idx="5" type="subTitle"/>
          </p:nvPr>
        </p:nvSpPr>
        <p:spPr>
          <a:xfrm>
            <a:off x="1678600" y="4175487"/>
            <a:ext cx="5786700" cy="37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04" name="Google Shape;204;p77"/>
          <p:cNvSpPr/>
          <p:nvPr/>
        </p:nvSpPr>
        <p:spPr>
          <a:xfrm rot="8100000">
            <a:off x="6107245" y="-352425"/>
            <a:ext cx="3113861" cy="2161080"/>
          </a:xfrm>
          <a:custGeom>
            <a:rect b="b" l="l" r="r" t="t"/>
            <a:pathLst>
              <a:path extrusionOk="0" h="105551" w="150142">
                <a:moveTo>
                  <a:pt x="0" y="0"/>
                </a:moveTo>
                <a:cubicBezTo>
                  <a:pt x="4059" y="5075"/>
                  <a:pt x="11708" y="5977"/>
                  <a:pt x="18062" y="7338"/>
                </a:cubicBezTo>
                <a:cubicBezTo>
                  <a:pt x="32342" y="10397"/>
                  <a:pt x="49352" y="12487"/>
                  <a:pt x="58702" y="23706"/>
                </a:cubicBezTo>
                <a:cubicBezTo>
                  <a:pt x="70113" y="37397"/>
                  <a:pt x="57453" y="62507"/>
                  <a:pt x="68862" y="76200"/>
                </a:cubicBezTo>
                <a:cubicBezTo>
                  <a:pt x="76137" y="84932"/>
                  <a:pt x="90649" y="82873"/>
                  <a:pt x="101035" y="87489"/>
                </a:cubicBezTo>
                <a:cubicBezTo>
                  <a:pt x="116973" y="94573"/>
                  <a:pt x="132701" y="105551"/>
                  <a:pt x="150142" y="105551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77"/>
          <p:cNvSpPr/>
          <p:nvPr/>
        </p:nvSpPr>
        <p:spPr>
          <a:xfrm>
            <a:off x="5686775" y="3201290"/>
            <a:ext cx="4134550" cy="2517725"/>
          </a:xfrm>
          <a:custGeom>
            <a:rect b="b" l="l" r="r" t="t"/>
            <a:pathLst>
              <a:path extrusionOk="0" h="100709" w="165382">
                <a:moveTo>
                  <a:pt x="165382" y="100709"/>
                </a:moveTo>
                <a:cubicBezTo>
                  <a:pt x="158765" y="100709"/>
                  <a:pt x="152494" y="97646"/>
                  <a:pt x="146191" y="95629"/>
                </a:cubicBezTo>
                <a:cubicBezTo>
                  <a:pt x="136651" y="92577"/>
                  <a:pt x="124816" y="90106"/>
                  <a:pt x="119662" y="81518"/>
                </a:cubicBezTo>
                <a:cubicBezTo>
                  <a:pt x="113064" y="70523"/>
                  <a:pt x="114122" y="56429"/>
                  <a:pt x="110067" y="44264"/>
                </a:cubicBezTo>
                <a:cubicBezTo>
                  <a:pt x="106795" y="34447"/>
                  <a:pt x="99894" y="25396"/>
                  <a:pt x="91440" y="19429"/>
                </a:cubicBezTo>
                <a:cubicBezTo>
                  <a:pt x="74814" y="7694"/>
                  <a:pt x="53303" y="-2948"/>
                  <a:pt x="33302" y="802"/>
                </a:cubicBezTo>
                <a:cubicBezTo>
                  <a:pt x="25713" y="2225"/>
                  <a:pt x="22959" y="12277"/>
                  <a:pt x="17498" y="17736"/>
                </a:cubicBezTo>
                <a:cubicBezTo>
                  <a:pt x="12728" y="22504"/>
                  <a:pt x="6031" y="24878"/>
                  <a:pt x="0" y="27896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77"/>
          <p:cNvSpPr/>
          <p:nvPr/>
        </p:nvSpPr>
        <p:spPr>
          <a:xfrm>
            <a:off x="-536225" y="1150637"/>
            <a:ext cx="3810000" cy="1335200"/>
          </a:xfrm>
          <a:custGeom>
            <a:rect b="b" l="l" r="r" t="t"/>
            <a:pathLst>
              <a:path extrusionOk="0" h="53408" w="152400">
                <a:moveTo>
                  <a:pt x="0" y="3082"/>
                </a:moveTo>
                <a:cubicBezTo>
                  <a:pt x="24010" y="-1720"/>
                  <a:pt x="49976" y="-733"/>
                  <a:pt x="73378" y="6468"/>
                </a:cubicBezTo>
                <a:cubicBezTo>
                  <a:pt x="83864" y="9695"/>
                  <a:pt x="92113" y="23869"/>
                  <a:pt x="90311" y="34691"/>
                </a:cubicBezTo>
                <a:cubicBezTo>
                  <a:pt x="89195" y="41395"/>
                  <a:pt x="83509" y="49087"/>
                  <a:pt x="76765" y="49931"/>
                </a:cubicBezTo>
                <a:cubicBezTo>
                  <a:pt x="67127" y="51137"/>
                  <a:pt x="53081" y="48301"/>
                  <a:pt x="49671" y="39206"/>
                </a:cubicBezTo>
                <a:cubicBezTo>
                  <a:pt x="47491" y="33392"/>
                  <a:pt x="45945" y="25546"/>
                  <a:pt x="49671" y="20579"/>
                </a:cubicBezTo>
                <a:cubicBezTo>
                  <a:pt x="56569" y="11383"/>
                  <a:pt x="70389" y="9116"/>
                  <a:pt x="81845" y="8162"/>
                </a:cubicBezTo>
                <a:cubicBezTo>
                  <a:pt x="109372" y="5870"/>
                  <a:pt x="127689" y="63968"/>
                  <a:pt x="152400" y="51624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Columns 1">
  <p:cSld name="CUSTOM_1"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78"/>
          <p:cNvSpPr txBox="1"/>
          <p:nvPr>
            <p:ph type="title"/>
          </p:nvPr>
        </p:nvSpPr>
        <p:spPr>
          <a:xfrm>
            <a:off x="598475" y="492175"/>
            <a:ext cx="7939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209" name="Google Shape;209;p78"/>
          <p:cNvSpPr txBox="1"/>
          <p:nvPr>
            <p:ph idx="2" type="title"/>
          </p:nvPr>
        </p:nvSpPr>
        <p:spPr>
          <a:xfrm>
            <a:off x="844400" y="2161248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210" name="Google Shape;210;p78"/>
          <p:cNvSpPr txBox="1"/>
          <p:nvPr>
            <p:ph idx="1" type="subTitle"/>
          </p:nvPr>
        </p:nvSpPr>
        <p:spPr>
          <a:xfrm>
            <a:off x="1037275" y="2533923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1" name="Google Shape;211;p78"/>
          <p:cNvSpPr txBox="1"/>
          <p:nvPr>
            <p:ph idx="3" type="title"/>
          </p:nvPr>
        </p:nvSpPr>
        <p:spPr>
          <a:xfrm>
            <a:off x="3433643" y="2161248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212" name="Google Shape;212;p78"/>
          <p:cNvSpPr txBox="1"/>
          <p:nvPr>
            <p:ph idx="4" type="subTitle"/>
          </p:nvPr>
        </p:nvSpPr>
        <p:spPr>
          <a:xfrm>
            <a:off x="3626549" y="2533923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3" name="Google Shape;213;p78"/>
          <p:cNvSpPr txBox="1"/>
          <p:nvPr>
            <p:ph idx="5" type="title"/>
          </p:nvPr>
        </p:nvSpPr>
        <p:spPr>
          <a:xfrm>
            <a:off x="6022897" y="2161248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214" name="Google Shape;214;p78"/>
          <p:cNvSpPr txBox="1"/>
          <p:nvPr>
            <p:ph idx="6" type="subTitle"/>
          </p:nvPr>
        </p:nvSpPr>
        <p:spPr>
          <a:xfrm>
            <a:off x="6215813" y="2533923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5" name="Google Shape;215;p78"/>
          <p:cNvSpPr txBox="1"/>
          <p:nvPr>
            <p:ph idx="7" type="title"/>
          </p:nvPr>
        </p:nvSpPr>
        <p:spPr>
          <a:xfrm>
            <a:off x="844400" y="3788273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216" name="Google Shape;216;p78"/>
          <p:cNvSpPr txBox="1"/>
          <p:nvPr>
            <p:ph idx="8" type="subTitle"/>
          </p:nvPr>
        </p:nvSpPr>
        <p:spPr>
          <a:xfrm>
            <a:off x="1037275" y="4160948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7" name="Google Shape;217;p78"/>
          <p:cNvSpPr txBox="1"/>
          <p:nvPr>
            <p:ph idx="9" type="title"/>
          </p:nvPr>
        </p:nvSpPr>
        <p:spPr>
          <a:xfrm>
            <a:off x="3433643" y="3788273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218" name="Google Shape;218;p78"/>
          <p:cNvSpPr txBox="1"/>
          <p:nvPr>
            <p:ph idx="13" type="subTitle"/>
          </p:nvPr>
        </p:nvSpPr>
        <p:spPr>
          <a:xfrm>
            <a:off x="3626549" y="4160948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9" name="Google Shape;219;p78"/>
          <p:cNvSpPr txBox="1"/>
          <p:nvPr>
            <p:ph idx="14" type="title"/>
          </p:nvPr>
        </p:nvSpPr>
        <p:spPr>
          <a:xfrm>
            <a:off x="6022897" y="3788273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220" name="Google Shape;220;p78"/>
          <p:cNvSpPr txBox="1"/>
          <p:nvPr>
            <p:ph idx="15" type="subTitle"/>
          </p:nvPr>
        </p:nvSpPr>
        <p:spPr>
          <a:xfrm>
            <a:off x="6215813" y="4160948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1" name="Google Shape;221;p78"/>
          <p:cNvSpPr/>
          <p:nvPr/>
        </p:nvSpPr>
        <p:spPr>
          <a:xfrm rot="7725931">
            <a:off x="7596812" y="-275647"/>
            <a:ext cx="1188414" cy="1907174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and Credits">
  <p:cSld name="CUSTOM_12"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79"/>
          <p:cNvSpPr txBox="1"/>
          <p:nvPr>
            <p:ph type="title"/>
          </p:nvPr>
        </p:nvSpPr>
        <p:spPr>
          <a:xfrm>
            <a:off x="583850" y="595505"/>
            <a:ext cx="3503100" cy="10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8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24" name="Google Shape;224;p79"/>
          <p:cNvSpPr txBox="1"/>
          <p:nvPr>
            <p:ph idx="1" type="subTitle"/>
          </p:nvPr>
        </p:nvSpPr>
        <p:spPr>
          <a:xfrm>
            <a:off x="587276" y="1697800"/>
            <a:ext cx="2946900" cy="10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25" name="Google Shape;225;p79"/>
          <p:cNvSpPr txBox="1"/>
          <p:nvPr/>
        </p:nvSpPr>
        <p:spPr>
          <a:xfrm>
            <a:off x="625659" y="3638100"/>
            <a:ext cx="3148800" cy="71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en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b="1" i="0" lang="en" sz="10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b="1" i="0" lang="en" sz="10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b="1" i="0" lang="en" sz="10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en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. </a:t>
            </a:r>
            <a:endParaRPr b="0" i="0" sz="1000" u="none" cap="none" strike="noStrike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t/>
            </a:r>
            <a:endParaRPr b="1" i="0" sz="1000" u="none" cap="none" strike="noStrike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26" name="Google Shape;226;p79"/>
          <p:cNvSpPr/>
          <p:nvPr/>
        </p:nvSpPr>
        <p:spPr>
          <a:xfrm rot="5906790">
            <a:off x="2885485" y="-323037"/>
            <a:ext cx="1185682" cy="1470269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1">
  <p:cSld name="CUSTOM_16"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80"/>
          <p:cNvSpPr txBox="1"/>
          <p:nvPr>
            <p:ph type="title"/>
          </p:nvPr>
        </p:nvSpPr>
        <p:spPr>
          <a:xfrm>
            <a:off x="583850" y="48905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229" name="Google Shape;229;p80"/>
          <p:cNvSpPr txBox="1"/>
          <p:nvPr>
            <p:ph idx="1" type="body"/>
          </p:nvPr>
        </p:nvSpPr>
        <p:spPr>
          <a:xfrm>
            <a:off x="713225" y="1522525"/>
            <a:ext cx="4490700" cy="30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marR="50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1200">
                <a:solidFill>
                  <a:srgbClr val="000000"/>
                </a:solidFill>
              </a:defRPr>
            </a:lvl1pPr>
            <a:lvl2pPr indent="-3175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rgbClr val="000000"/>
                </a:solidFill>
              </a:defRPr>
            </a:lvl2pPr>
            <a:lvl3pPr indent="-3175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rgbClr val="000000"/>
                </a:solidFill>
              </a:defRPr>
            </a:lvl3pPr>
            <a:lvl4pPr indent="-3175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rgbClr val="000000"/>
                </a:solidFill>
              </a:defRPr>
            </a:lvl4pPr>
            <a:lvl5pPr indent="-3175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rgbClr val="000000"/>
                </a:solidFill>
              </a:defRPr>
            </a:lvl5pPr>
            <a:lvl6pPr indent="-3175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rgbClr val="000000"/>
                </a:solidFill>
              </a:defRPr>
            </a:lvl6pPr>
            <a:lvl7pPr indent="-3175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rgbClr val="000000"/>
                </a:solidFill>
              </a:defRPr>
            </a:lvl7pPr>
            <a:lvl8pPr indent="-3175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rgbClr val="000000"/>
                </a:solidFill>
              </a:defRPr>
            </a:lvl8pPr>
            <a:lvl9pPr indent="-3175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Char char="■"/>
              <a:defRPr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p81"/>
          <p:cNvSpPr txBox="1"/>
          <p:nvPr>
            <p:ph idx="1" type="body"/>
          </p:nvPr>
        </p:nvSpPr>
        <p:spPr>
          <a:xfrm>
            <a:off x="609725" y="1938169"/>
            <a:ext cx="3780000" cy="28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1150" lvl="0" marL="457200" marR="50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050"/>
            </a:lvl1pPr>
            <a:lvl2pPr indent="-3111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2pPr>
            <a:lvl3pPr indent="-31115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3pPr>
            <a:lvl4pPr indent="-31115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4pPr>
            <a:lvl5pPr indent="-31115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5pPr>
            <a:lvl6pPr indent="-31115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6pPr>
            <a:lvl7pPr indent="-31115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7pPr>
            <a:lvl8pPr indent="-31115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8pPr>
            <a:lvl9pPr indent="-31115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300"/>
              <a:buChar char="■"/>
              <a:defRPr sz="1300"/>
            </a:lvl9pPr>
          </a:lstStyle>
          <a:p/>
        </p:txBody>
      </p:sp>
      <p:sp>
        <p:nvSpPr>
          <p:cNvPr id="232" name="Google Shape;232;p81"/>
          <p:cNvSpPr txBox="1"/>
          <p:nvPr>
            <p:ph idx="2" type="body"/>
          </p:nvPr>
        </p:nvSpPr>
        <p:spPr>
          <a:xfrm>
            <a:off x="4758450" y="2148537"/>
            <a:ext cx="3780000" cy="25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115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300"/>
            </a:lvl1pPr>
            <a:lvl2pPr indent="-31115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Char char="○"/>
              <a:defRPr sz="1300"/>
            </a:lvl2pPr>
            <a:lvl3pPr indent="-31115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Char char="■"/>
              <a:defRPr sz="1300"/>
            </a:lvl3pPr>
            <a:lvl4pPr indent="-31115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300"/>
            </a:lvl4pPr>
            <a:lvl5pPr indent="-31115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Char char="○"/>
              <a:defRPr sz="1300"/>
            </a:lvl5pPr>
            <a:lvl6pPr indent="-31115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Char char="■"/>
              <a:defRPr sz="1300"/>
            </a:lvl6pPr>
            <a:lvl7pPr indent="-31115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300"/>
            </a:lvl7pPr>
            <a:lvl8pPr indent="-31115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Char char="○"/>
              <a:defRPr sz="1300"/>
            </a:lvl8pPr>
            <a:lvl9pPr indent="-31115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300"/>
              <a:buChar char="■"/>
              <a:defRPr sz="1300"/>
            </a:lvl9pPr>
          </a:lstStyle>
          <a:p/>
        </p:txBody>
      </p:sp>
      <p:sp>
        <p:nvSpPr>
          <p:cNvPr id="233" name="Google Shape;233;p81"/>
          <p:cNvSpPr txBox="1"/>
          <p:nvPr>
            <p:ph type="title"/>
          </p:nvPr>
        </p:nvSpPr>
        <p:spPr>
          <a:xfrm>
            <a:off x="583850" y="495425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/>
            </a:lvl9pPr>
          </a:lstStyle>
          <a:p/>
        </p:txBody>
      </p:sp>
      <p:sp>
        <p:nvSpPr>
          <p:cNvPr id="234" name="Google Shape;234;p81"/>
          <p:cNvSpPr/>
          <p:nvPr/>
        </p:nvSpPr>
        <p:spPr>
          <a:xfrm rot="-2698925">
            <a:off x="7795322" y="-533963"/>
            <a:ext cx="937440" cy="2684547"/>
          </a:xfrm>
          <a:custGeom>
            <a:rect b="b" l="l" r="r" t="t"/>
            <a:pathLst>
              <a:path extrusionOk="0" h="104775" w="55291">
                <a:moveTo>
                  <a:pt x="53767" y="0"/>
                </a:moveTo>
                <a:cubicBezTo>
                  <a:pt x="52109" y="11606"/>
                  <a:pt x="37989" y="19258"/>
                  <a:pt x="26716" y="22479"/>
                </a:cubicBezTo>
                <a:cubicBezTo>
                  <a:pt x="17320" y="25163"/>
                  <a:pt x="4147" y="27012"/>
                  <a:pt x="808" y="36195"/>
                </a:cubicBezTo>
                <a:cubicBezTo>
                  <a:pt x="-3391" y="47742"/>
                  <a:pt x="10039" y="59896"/>
                  <a:pt x="19096" y="68199"/>
                </a:cubicBezTo>
                <a:cubicBezTo>
                  <a:pt x="28194" y="76539"/>
                  <a:pt x="34372" y="87666"/>
                  <a:pt x="43099" y="96393"/>
                </a:cubicBezTo>
                <a:cubicBezTo>
                  <a:pt x="46586" y="99880"/>
                  <a:pt x="51804" y="101288"/>
                  <a:pt x="55291" y="104775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7"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7_1"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p86"/>
          <p:cNvSpPr/>
          <p:nvPr/>
        </p:nvSpPr>
        <p:spPr>
          <a:xfrm>
            <a:off x="1794675" y="-649108"/>
            <a:ext cx="9260933" cy="5856100"/>
          </a:xfrm>
          <a:custGeom>
            <a:rect b="b" l="l" r="r" t="t"/>
            <a:pathLst>
              <a:path extrusionOk="0" h="234244" w="360839">
                <a:moveTo>
                  <a:pt x="14271" y="0"/>
                </a:moveTo>
                <a:cubicBezTo>
                  <a:pt x="9159" y="5110"/>
                  <a:pt x="3956" y="10467"/>
                  <a:pt x="724" y="16933"/>
                </a:cubicBezTo>
                <a:cubicBezTo>
                  <a:pt x="-1174" y="20730"/>
                  <a:pt x="1079" y="25896"/>
                  <a:pt x="3546" y="29351"/>
                </a:cubicBezTo>
                <a:cubicBezTo>
                  <a:pt x="17231" y="48515"/>
                  <a:pt x="48412" y="49757"/>
                  <a:pt x="71844" y="47413"/>
                </a:cubicBezTo>
                <a:cubicBezTo>
                  <a:pt x="95930" y="45004"/>
                  <a:pt x="118758" y="32737"/>
                  <a:pt x="142964" y="32737"/>
                </a:cubicBezTo>
                <a:cubicBezTo>
                  <a:pt x="150902" y="32737"/>
                  <a:pt x="158777" y="34164"/>
                  <a:pt x="166671" y="34995"/>
                </a:cubicBezTo>
                <a:cubicBezTo>
                  <a:pt x="170671" y="35416"/>
                  <a:pt x="176725" y="33656"/>
                  <a:pt x="178524" y="37253"/>
                </a:cubicBezTo>
                <a:cubicBezTo>
                  <a:pt x="182480" y="45164"/>
                  <a:pt x="174344" y="55574"/>
                  <a:pt x="167799" y="61524"/>
                </a:cubicBezTo>
                <a:cubicBezTo>
                  <a:pt x="162071" y="66732"/>
                  <a:pt x="153356" y="67390"/>
                  <a:pt x="146915" y="71684"/>
                </a:cubicBezTo>
                <a:cubicBezTo>
                  <a:pt x="142224" y="74812"/>
                  <a:pt x="135590" y="82937"/>
                  <a:pt x="139577" y="86924"/>
                </a:cubicBezTo>
                <a:cubicBezTo>
                  <a:pt x="142868" y="90215"/>
                  <a:pt x="148469" y="90311"/>
                  <a:pt x="153124" y="90311"/>
                </a:cubicBezTo>
                <a:cubicBezTo>
                  <a:pt x="169655" y="90311"/>
                  <a:pt x="185546" y="83814"/>
                  <a:pt x="201666" y="80151"/>
                </a:cubicBezTo>
                <a:cubicBezTo>
                  <a:pt x="216400" y="76803"/>
                  <a:pt x="232719" y="78679"/>
                  <a:pt x="246822" y="84102"/>
                </a:cubicBezTo>
                <a:cubicBezTo>
                  <a:pt x="254440" y="87032"/>
                  <a:pt x="263736" y="88452"/>
                  <a:pt x="268835" y="94826"/>
                </a:cubicBezTo>
                <a:cubicBezTo>
                  <a:pt x="276197" y="104030"/>
                  <a:pt x="280372" y="116988"/>
                  <a:pt x="278995" y="128693"/>
                </a:cubicBezTo>
                <a:cubicBezTo>
                  <a:pt x="277854" y="138390"/>
                  <a:pt x="272784" y="147685"/>
                  <a:pt x="266577" y="155222"/>
                </a:cubicBezTo>
                <a:cubicBezTo>
                  <a:pt x="255412" y="168780"/>
                  <a:pt x="223199" y="175251"/>
                  <a:pt x="228759" y="191911"/>
                </a:cubicBezTo>
                <a:cubicBezTo>
                  <a:pt x="231004" y="198639"/>
                  <a:pt x="241436" y="199371"/>
                  <a:pt x="248515" y="199813"/>
                </a:cubicBezTo>
                <a:cubicBezTo>
                  <a:pt x="264111" y="200787"/>
                  <a:pt x="279858" y="199566"/>
                  <a:pt x="295364" y="201506"/>
                </a:cubicBezTo>
                <a:cubicBezTo>
                  <a:pt x="311061" y="203470"/>
                  <a:pt x="324738" y="213883"/>
                  <a:pt x="337697" y="222955"/>
                </a:cubicBezTo>
                <a:cubicBezTo>
                  <a:pt x="344728" y="227877"/>
                  <a:pt x="352256" y="234244"/>
                  <a:pt x="360839" y="234244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86"/>
          <p:cNvSpPr/>
          <p:nvPr/>
        </p:nvSpPr>
        <p:spPr>
          <a:xfrm rot="10800000">
            <a:off x="-1660625" y="225659"/>
            <a:ext cx="9020975" cy="6265441"/>
          </a:xfrm>
          <a:custGeom>
            <a:rect b="b" l="l" r="r" t="t"/>
            <a:pathLst>
              <a:path extrusionOk="0" h="234244" w="360839">
                <a:moveTo>
                  <a:pt x="14271" y="0"/>
                </a:moveTo>
                <a:cubicBezTo>
                  <a:pt x="9159" y="5110"/>
                  <a:pt x="3956" y="10467"/>
                  <a:pt x="724" y="16933"/>
                </a:cubicBezTo>
                <a:cubicBezTo>
                  <a:pt x="-1174" y="20730"/>
                  <a:pt x="1079" y="25896"/>
                  <a:pt x="3546" y="29351"/>
                </a:cubicBezTo>
                <a:cubicBezTo>
                  <a:pt x="17231" y="48515"/>
                  <a:pt x="48412" y="49757"/>
                  <a:pt x="71844" y="47413"/>
                </a:cubicBezTo>
                <a:cubicBezTo>
                  <a:pt x="95930" y="45004"/>
                  <a:pt x="118758" y="32737"/>
                  <a:pt x="142964" y="32737"/>
                </a:cubicBezTo>
                <a:cubicBezTo>
                  <a:pt x="150902" y="32737"/>
                  <a:pt x="158777" y="34164"/>
                  <a:pt x="166671" y="34995"/>
                </a:cubicBezTo>
                <a:cubicBezTo>
                  <a:pt x="170671" y="35416"/>
                  <a:pt x="176725" y="33656"/>
                  <a:pt x="178524" y="37253"/>
                </a:cubicBezTo>
                <a:cubicBezTo>
                  <a:pt x="182480" y="45164"/>
                  <a:pt x="174344" y="55574"/>
                  <a:pt x="167799" y="61524"/>
                </a:cubicBezTo>
                <a:cubicBezTo>
                  <a:pt x="162071" y="66732"/>
                  <a:pt x="153356" y="67390"/>
                  <a:pt x="146915" y="71684"/>
                </a:cubicBezTo>
                <a:cubicBezTo>
                  <a:pt x="142224" y="74812"/>
                  <a:pt x="135590" y="82937"/>
                  <a:pt x="139577" y="86924"/>
                </a:cubicBezTo>
                <a:cubicBezTo>
                  <a:pt x="142868" y="90215"/>
                  <a:pt x="148469" y="90311"/>
                  <a:pt x="153124" y="90311"/>
                </a:cubicBezTo>
                <a:cubicBezTo>
                  <a:pt x="169655" y="90311"/>
                  <a:pt x="185546" y="83814"/>
                  <a:pt x="201666" y="80151"/>
                </a:cubicBezTo>
                <a:cubicBezTo>
                  <a:pt x="216400" y="76803"/>
                  <a:pt x="232719" y="78679"/>
                  <a:pt x="246822" y="84102"/>
                </a:cubicBezTo>
                <a:cubicBezTo>
                  <a:pt x="254440" y="87032"/>
                  <a:pt x="263736" y="88452"/>
                  <a:pt x="268835" y="94826"/>
                </a:cubicBezTo>
                <a:cubicBezTo>
                  <a:pt x="276197" y="104030"/>
                  <a:pt x="280372" y="116988"/>
                  <a:pt x="278995" y="128693"/>
                </a:cubicBezTo>
                <a:cubicBezTo>
                  <a:pt x="277854" y="138390"/>
                  <a:pt x="272784" y="147685"/>
                  <a:pt x="266577" y="155222"/>
                </a:cubicBezTo>
                <a:cubicBezTo>
                  <a:pt x="255412" y="168780"/>
                  <a:pt x="223199" y="175251"/>
                  <a:pt x="228759" y="191911"/>
                </a:cubicBezTo>
                <a:cubicBezTo>
                  <a:pt x="231004" y="198639"/>
                  <a:pt x="241436" y="199371"/>
                  <a:pt x="248515" y="199813"/>
                </a:cubicBezTo>
                <a:cubicBezTo>
                  <a:pt x="264111" y="200787"/>
                  <a:pt x="279858" y="199566"/>
                  <a:pt x="295364" y="201506"/>
                </a:cubicBezTo>
                <a:cubicBezTo>
                  <a:pt x="311061" y="203470"/>
                  <a:pt x="324738" y="213883"/>
                  <a:pt x="337697" y="222955"/>
                </a:cubicBezTo>
                <a:cubicBezTo>
                  <a:pt x="344728" y="227877"/>
                  <a:pt x="352256" y="234244"/>
                  <a:pt x="360839" y="234244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theme" Target="../theme/theme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3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52"/>
          <p:cNvSpPr txBox="1"/>
          <p:nvPr>
            <p:ph type="title"/>
          </p:nvPr>
        </p:nvSpPr>
        <p:spPr>
          <a:xfrm>
            <a:off x="599025" y="445025"/>
            <a:ext cx="794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Just Another Hand"/>
              <a:buNone/>
              <a:defRPr b="0" i="0" sz="4000" u="none" cap="none" strike="noStrike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Montserrat"/>
              <a:buNone/>
              <a:defRPr b="1" i="0" sz="3800" u="none" cap="none" strike="noStrike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Montserrat"/>
              <a:buNone/>
              <a:defRPr b="1" i="0" sz="3800" u="none" cap="none" strike="noStrike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Montserrat"/>
              <a:buNone/>
              <a:defRPr b="1" i="0" sz="3800" u="none" cap="none" strike="noStrike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Montserrat"/>
              <a:buNone/>
              <a:defRPr b="1" i="0" sz="3800" u="none" cap="none" strike="noStrike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Montserrat"/>
              <a:buNone/>
              <a:defRPr b="1" i="0" sz="3800" u="none" cap="none" strike="noStrike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Montserrat"/>
              <a:buNone/>
              <a:defRPr b="1" i="0" sz="3800" u="none" cap="none" strike="noStrike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Montserrat"/>
              <a:buNone/>
              <a:defRPr b="1" i="0" sz="3800" u="none" cap="none" strike="noStrike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Montserrat"/>
              <a:buNone/>
              <a:defRPr b="1" i="0" sz="3800" u="none" cap="none" strike="noStrike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7" name="Google Shape;7;p52"/>
          <p:cNvSpPr txBox="1"/>
          <p:nvPr>
            <p:ph idx="1" type="body"/>
          </p:nvPr>
        </p:nvSpPr>
        <p:spPr>
          <a:xfrm>
            <a:off x="599025" y="1152475"/>
            <a:ext cx="79461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●"/>
              <a:defRPr b="0" i="0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17500" lvl="1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○"/>
              <a:defRPr b="0" i="0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17500" lvl="2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■"/>
              <a:defRPr b="0" i="0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17500" lvl="3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●"/>
              <a:defRPr b="0" i="0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17500" lvl="4" marL="22860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○"/>
              <a:defRPr b="0" i="0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17500" lvl="5" marL="2743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■"/>
              <a:defRPr b="0" i="0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17500" lvl="6" marL="3200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●"/>
              <a:defRPr b="0" i="0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17500" lvl="7" marL="3657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○"/>
              <a:defRPr b="0" i="0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17500" lvl="8" marL="4114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Char char="■"/>
              <a:defRPr b="0" i="0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p8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b="0" i="0" sz="24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b="0" i="0" sz="24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b="0" i="0" sz="24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b="0" i="0" sz="24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b="0" i="0" sz="24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b="0" i="0" sz="24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b="0" i="0" sz="24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b="0" i="0" sz="24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b="0" i="0" sz="24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42" name="Google Shape;242;p8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b="0" i="0" sz="1100" u="none" cap="none" strike="noStrik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b="0" i="0" sz="1100" u="none" cap="none" strike="noStrik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b="0" i="0" sz="1100" u="none" cap="none" strike="noStrik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b="0" i="0" sz="1100" u="none" cap="none" strike="noStrik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b="0" i="0" sz="1100" u="none" cap="none" strike="noStrik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b="0" i="0" sz="1100" u="none" cap="none" strike="noStrik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b="0" i="0" sz="1100" u="none" cap="none" strike="noStrik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b="0" i="0" sz="1100" u="none" cap="none" strike="noStrik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b="0" i="0" sz="1100" u="none" cap="none" strike="noStrik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3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4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3.xml"/><Relationship Id="rId7" Type="http://schemas.openxmlformats.org/officeDocument/2006/relationships/slide" Target="/ppt/slides/slide33.xml"/><Relationship Id="rId8" Type="http://schemas.openxmlformats.org/officeDocument/2006/relationships/slide" Target="/ppt/slides/slide31.xml"/><Relationship Id="rId11" Type="http://schemas.openxmlformats.org/officeDocument/2006/relationships/slide" Target="/ppt/slides/slide37.xml"/><Relationship Id="rId10" Type="http://schemas.openxmlformats.org/officeDocument/2006/relationships/slide" Target="/ppt/slides/slide35.xml"/><Relationship Id="rId13" Type="http://schemas.openxmlformats.org/officeDocument/2006/relationships/slide" Target="/ppt/slides/slide38.xml"/><Relationship Id="rId12" Type="http://schemas.openxmlformats.org/officeDocument/2006/relationships/slide" Target="/ppt/slides/slide37.xml"/><Relationship Id="rId15" Type="http://schemas.openxmlformats.org/officeDocument/2006/relationships/slide" Target="/ppt/slides/slide44.xml"/><Relationship Id="rId14" Type="http://schemas.openxmlformats.org/officeDocument/2006/relationships/slide" Target="/ppt/slides/slide38.xml"/><Relationship Id="rId16" Type="http://schemas.openxmlformats.org/officeDocument/2006/relationships/slide" Target="/ppt/slides/slide44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jpg"/><Relationship Id="rId4" Type="http://schemas.openxmlformats.org/officeDocument/2006/relationships/image" Target="../media/image8.jpg"/><Relationship Id="rId5" Type="http://schemas.openxmlformats.org/officeDocument/2006/relationships/image" Target="../media/image4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docs.google.com/spreadsheets/d/1qtnx1cxXIpX5y2xDd4eQSprZTu0RndCzBJb8iL4v2SM/copy" TargetMode="External"/><Relationship Id="rId4" Type="http://schemas.openxmlformats.org/officeDocument/2006/relationships/image" Target="../media/image7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4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3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6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0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5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2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1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5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freepik.com/free-photo/hanging-suspension-bridge-tropical-rainforest_523457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boat-docked-calm-lake-dreamy-landscape-with-beautiful-mountain_4513640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friends-taking-backpack-out-car_627880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ide-view-traveler-taking-photo_5124370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medium-shot-traveler-beach_5107668.htm#page=2&amp;query=woman+map+trip&amp;position=11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woman-looking-map-from_5228417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medium-shot-excited-people-outdoors_7064057.htm#position=31&amp;page=1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coniferous-trees-snow-covered-mountain_452279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travel-elements-composition-with-frame_3378354.htm#page=1&amp;query=FRAME+WITH+MAP&amp;position=12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anonymous-women-gesturing-peace_2444841.htm#page=1&amp;query=woman%20hands%20up%20back&amp;position=8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colorful-flip-flops-sand_4417814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sd/it-s-time-travel-lettering-frame-world-map_4894515.htm/?utm_source=slidesgo_template&amp;utm_medium=referral-link&amp;utm_campaign=sg_resources&amp;utm_content=freepik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www.freepik.com/free-photo/view-suspension-bridge-costa-rica-rainforest_5245838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ouple-offering-join-them_2247900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bike-lying-tent_1149708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miley-travelling-woman-holding-map_5124530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medium-shot-couple-looking-each-other_7064041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group-friends-trip-together_6281291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close-up-people-walking-together_7052784.htm#page=2&amp;query=travel&amp;position=25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footprints-sand-beach_4435812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new-york-city-skyline-with-urban-skyscrapers_4800859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sd/say-yes-adventures-lettering-traveling_4894459.htm#page=1&amp;query=tourist&amp;position=40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rear-view-woman-with-backpack-raising-her-arms-overlooking-mountain-landscape_4440746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vector/flat-seals-vintage-style_861513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electronic-devices-mock-ups_713789.htm#page=1&amp;query=DESKTOP&amp;position=3/?utm_source=slidesgo_template&amp;utm_medium=referral-link&amp;utm_campaign=sg_resources&amp;utm_content=freepik" TargetMode="External"/><Relationship Id="rId16" Type="http://schemas.openxmlformats.org/officeDocument/2006/relationships/hyperlink" Target="https://www.flaticon.com/packs/travel-246/?utm_source=slidesgo_template&amp;utm_medium=referral-link&amp;utm_campaign=sg_resources&amp;utm_content=flaticon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://bit.ly/2PfT4lq" TargetMode="External"/><Relationship Id="rId4" Type="http://schemas.openxmlformats.org/officeDocument/2006/relationships/hyperlink" Target="http://bit.ly/33VAFh3" TargetMode="External"/><Relationship Id="rId5" Type="http://schemas.openxmlformats.org/officeDocument/2006/relationships/hyperlink" Target="http://bit.ly/30B07Gq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://bit.ly/2PfT4lq" TargetMode="External"/><Relationship Id="rId4" Type="http://schemas.openxmlformats.org/officeDocument/2006/relationships/hyperlink" Target="http://bit.ly/33VAFh3" TargetMode="External"/><Relationship Id="rId5" Type="http://schemas.openxmlformats.org/officeDocument/2006/relationships/hyperlink" Target="http://bit.ly/30B07Gq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s://fonts.google.com/specimen/Just+Another+Hand" TargetMode="External"/><Relationship Id="rId4" Type="http://schemas.openxmlformats.org/officeDocument/2006/relationships/hyperlink" Target="https://fonts.google.com/specimen/Lato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4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50.xml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51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6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1"/>
          <p:cNvSpPr/>
          <p:nvPr/>
        </p:nvSpPr>
        <p:spPr>
          <a:xfrm>
            <a:off x="-100" y="0"/>
            <a:ext cx="9144000" cy="51435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9" name="Google Shape;249;p1"/>
          <p:cNvGrpSpPr/>
          <p:nvPr/>
        </p:nvGrpSpPr>
        <p:grpSpPr>
          <a:xfrm>
            <a:off x="3112500" y="589053"/>
            <a:ext cx="2919000" cy="3319425"/>
            <a:chOff x="3112500" y="711850"/>
            <a:chExt cx="2919000" cy="3319425"/>
          </a:xfrm>
        </p:grpSpPr>
        <p:sp>
          <p:nvSpPr>
            <p:cNvPr id="250" name="Google Shape;250;p1"/>
            <p:cNvSpPr/>
            <p:nvPr/>
          </p:nvSpPr>
          <p:spPr>
            <a:xfrm>
              <a:off x="3112500" y="1112275"/>
              <a:ext cx="2919000" cy="2919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1"/>
            <p:cNvSpPr/>
            <p:nvPr/>
          </p:nvSpPr>
          <p:spPr>
            <a:xfrm>
              <a:off x="3374231" y="1374006"/>
              <a:ext cx="2395500" cy="2395500"/>
            </a:xfrm>
            <a:prstGeom prst="ellipse">
              <a:avLst/>
            </a:prstGeom>
            <a:noFill/>
            <a:ln cap="flat" cmpd="sng" w="38100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52" name="Google Shape;252;p1"/>
            <p:cNvCxnSpPr/>
            <p:nvPr/>
          </p:nvCxnSpPr>
          <p:spPr>
            <a:xfrm>
              <a:off x="3813275" y="2579625"/>
              <a:ext cx="481200" cy="0"/>
            </a:xfrm>
            <a:prstGeom prst="straightConnector1">
              <a:avLst/>
            </a:prstGeom>
            <a:noFill/>
            <a:ln cap="flat" cmpd="sng" w="38100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</p:cxnSp>
        <p:cxnSp>
          <p:nvCxnSpPr>
            <p:cNvPr id="253" name="Google Shape;253;p1"/>
            <p:cNvCxnSpPr/>
            <p:nvPr/>
          </p:nvCxnSpPr>
          <p:spPr>
            <a:xfrm>
              <a:off x="4849375" y="2579625"/>
              <a:ext cx="481200" cy="0"/>
            </a:xfrm>
            <a:prstGeom prst="straightConnector1">
              <a:avLst/>
            </a:prstGeom>
            <a:noFill/>
            <a:ln cap="flat" cmpd="sng" w="38100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</p:cxnSp>
        <p:grpSp>
          <p:nvGrpSpPr>
            <p:cNvPr id="254" name="Google Shape;254;p1"/>
            <p:cNvGrpSpPr/>
            <p:nvPr/>
          </p:nvGrpSpPr>
          <p:grpSpPr>
            <a:xfrm>
              <a:off x="4228025" y="711850"/>
              <a:ext cx="687750" cy="1012069"/>
              <a:chOff x="4228025" y="711850"/>
              <a:chExt cx="687750" cy="1012069"/>
            </a:xfrm>
          </p:grpSpPr>
          <p:sp>
            <p:nvSpPr>
              <p:cNvPr id="255" name="Google Shape;255;p1"/>
              <p:cNvSpPr/>
              <p:nvPr/>
            </p:nvSpPr>
            <p:spPr>
              <a:xfrm>
                <a:off x="4355750" y="828800"/>
                <a:ext cx="432300" cy="432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" name="Google Shape;256;p1"/>
              <p:cNvSpPr/>
              <p:nvPr/>
            </p:nvSpPr>
            <p:spPr>
              <a:xfrm flipH="1">
                <a:off x="4228025" y="711850"/>
                <a:ext cx="687750" cy="1012069"/>
              </a:xfrm>
              <a:custGeom>
                <a:rect b="b" l="l" r="r" t="t"/>
                <a:pathLst>
                  <a:path extrusionOk="0" h="195758" w="133027">
                    <a:moveTo>
                      <a:pt x="65846" y="26249"/>
                    </a:moveTo>
                    <a:cubicBezTo>
                      <a:pt x="87201" y="26249"/>
                      <a:pt x="104108" y="43156"/>
                      <a:pt x="104108" y="64511"/>
                    </a:cubicBezTo>
                    <a:cubicBezTo>
                      <a:pt x="104108" y="85422"/>
                      <a:pt x="87201" y="102328"/>
                      <a:pt x="65846" y="102328"/>
                    </a:cubicBezTo>
                    <a:cubicBezTo>
                      <a:pt x="44936" y="102328"/>
                      <a:pt x="28029" y="85422"/>
                      <a:pt x="28029" y="64511"/>
                    </a:cubicBezTo>
                    <a:cubicBezTo>
                      <a:pt x="28029" y="43156"/>
                      <a:pt x="44936" y="26249"/>
                      <a:pt x="65846" y="26249"/>
                    </a:cubicBezTo>
                    <a:close/>
                    <a:moveTo>
                      <a:pt x="66291" y="0"/>
                    </a:moveTo>
                    <a:cubicBezTo>
                      <a:pt x="29809" y="0"/>
                      <a:pt x="0" y="29809"/>
                      <a:pt x="0" y="66291"/>
                    </a:cubicBezTo>
                    <a:cubicBezTo>
                      <a:pt x="0" y="84977"/>
                      <a:pt x="18241" y="118345"/>
                      <a:pt x="18241" y="118345"/>
                    </a:cubicBezTo>
                    <a:lnTo>
                      <a:pt x="64066" y="195758"/>
                    </a:lnTo>
                    <a:lnTo>
                      <a:pt x="111671" y="119234"/>
                    </a:lnTo>
                    <a:cubicBezTo>
                      <a:pt x="111671" y="119234"/>
                      <a:pt x="133027" y="87201"/>
                      <a:pt x="133027" y="66291"/>
                    </a:cubicBezTo>
                    <a:cubicBezTo>
                      <a:pt x="133027" y="29809"/>
                      <a:pt x="103218" y="0"/>
                      <a:pt x="66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7" name="Google Shape;257;p1"/>
          <p:cNvSpPr txBox="1"/>
          <p:nvPr>
            <p:ph type="ctrTitle"/>
          </p:nvPr>
        </p:nvSpPr>
        <p:spPr>
          <a:xfrm>
            <a:off x="3534075" y="1712728"/>
            <a:ext cx="2075700" cy="1620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en" sz="4800"/>
              <a:t>EURO</a:t>
            </a:r>
            <a:r>
              <a:rPr lang="en" sz="4000"/>
              <a:t> </a:t>
            </a:r>
            <a:endParaRPr sz="2500"/>
          </a:p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t/>
            </a:r>
            <a:endParaRPr sz="2500"/>
          </a:p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en"/>
              <a:t>TRIP</a:t>
            </a:r>
            <a:endParaRPr/>
          </a:p>
        </p:txBody>
      </p:sp>
      <p:sp>
        <p:nvSpPr>
          <p:cNvPr id="258" name="Google Shape;258;p1"/>
          <p:cNvSpPr txBox="1"/>
          <p:nvPr>
            <p:ph idx="1" type="subTitle"/>
          </p:nvPr>
        </p:nvSpPr>
        <p:spPr>
          <a:xfrm>
            <a:off x="3553189" y="4133846"/>
            <a:ext cx="2037600" cy="764109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/>
              <a:t>Kovács Barnabás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/>
              <a:t>Mucza János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/>
              <a:t>Nagy Donát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"/>
          <p:cNvSpPr txBox="1"/>
          <p:nvPr>
            <p:ph type="title"/>
          </p:nvPr>
        </p:nvSpPr>
        <p:spPr>
          <a:xfrm>
            <a:off x="583849" y="48905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64" name="Google Shape;264;p2"/>
          <p:cNvSpPr txBox="1"/>
          <p:nvPr>
            <p:ph idx="1" type="body"/>
          </p:nvPr>
        </p:nvSpPr>
        <p:spPr>
          <a:xfrm>
            <a:off x="614425" y="1370125"/>
            <a:ext cx="7919400" cy="283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/>
              <a:t>Here’s what you’ll find in this </a:t>
            </a: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/>
              <a:t> template: </a:t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A slide structure based on a multi-purpose structure, which you can easily adapt to your needs. For more info on how to edit the template, please visit </a:t>
            </a: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 sz="1200"/>
              <a:t> or read our </a:t>
            </a: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b="1" lang="en" sz="1200"/>
              <a:t>.</a:t>
            </a:r>
            <a:endParaRPr b="1"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An assortment of pictures and illustrations that are suitable for use in the presentation can be found in the </a:t>
            </a: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.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A</a:t>
            </a:r>
            <a:r>
              <a:rPr b="1" lang="en" sz="1200"/>
              <a:t> </a:t>
            </a: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 sz="1200"/>
              <a:t>, which you must keep so that proper credits for our design are given.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A </a:t>
            </a: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 sz="1200"/>
              <a:t>, where you’ll find links to all the elements used in the template.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 sz="1200"/>
              <a:t>.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Final slides with:</a:t>
            </a:r>
            <a:endParaRPr sz="1200"/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The</a:t>
            </a: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11"/>
              </a:rPr>
              <a:t> </a:t>
            </a: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 used</a:t>
            </a:r>
            <a:r>
              <a:rPr lang="en" sz="1200"/>
              <a:t> in the template.</a:t>
            </a:r>
            <a:endParaRPr sz="1200"/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More</a:t>
            </a: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13"/>
              </a:rPr>
              <a:t> </a:t>
            </a: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 sz="1200"/>
              <a:t>, whose size and color can be edited. </a:t>
            </a:r>
            <a:endParaRPr sz="1200"/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b="1" lang="en" sz="1200">
                <a:solidFill>
                  <a:schemeClr val="accent5"/>
                </a:solidFill>
                <a:uFill>
                  <a:noFill/>
                </a:uFill>
                <a:hlinkClick action="ppaction://hlinksldjump"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Sets of customizable icons</a:t>
            </a: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16"/>
              </a:rPr>
              <a:t> </a:t>
            </a:r>
            <a:r>
              <a:rPr lang="en" sz="1200"/>
              <a:t>of the following themes: general, business, avatar, creative process, education, help &amp; support, medical, nature, performing arts, SEO &amp; marketing, and teamwork.</a:t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t/>
            </a:r>
            <a:endParaRPr/>
          </a:p>
        </p:txBody>
      </p:sp>
      <p:sp>
        <p:nvSpPr>
          <p:cNvPr id="265" name="Google Shape;265;p2"/>
          <p:cNvSpPr txBox="1"/>
          <p:nvPr/>
        </p:nvSpPr>
        <p:spPr>
          <a:xfrm>
            <a:off x="614429" y="4287654"/>
            <a:ext cx="5393100" cy="3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You can delete this slide when you’re done editing the presentation.</a:t>
            </a:r>
            <a:endParaRPr b="0" i="0" sz="1200" u="none" cap="none" strike="noStrike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66" name="Google Shape;266;p2"/>
          <p:cNvSpPr/>
          <p:nvPr/>
        </p:nvSpPr>
        <p:spPr>
          <a:xfrm>
            <a:off x="0" y="4782000"/>
            <a:ext cx="9144000" cy="361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0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p3"/>
          <p:cNvSpPr txBox="1"/>
          <p:nvPr>
            <p:ph type="title"/>
          </p:nvPr>
        </p:nvSpPr>
        <p:spPr>
          <a:xfrm>
            <a:off x="2414250" y="1652817"/>
            <a:ext cx="4315500" cy="138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500"/>
              <a:buNone/>
            </a:pPr>
            <a:r>
              <a:rPr lang="en"/>
              <a:t>WHOA!</a:t>
            </a:r>
            <a:endParaRPr/>
          </a:p>
        </p:txBody>
      </p:sp>
      <p:sp>
        <p:nvSpPr>
          <p:cNvPr id="272" name="Google Shape;272;p3"/>
          <p:cNvSpPr txBox="1"/>
          <p:nvPr>
            <p:ph idx="1" type="subTitle"/>
          </p:nvPr>
        </p:nvSpPr>
        <p:spPr>
          <a:xfrm>
            <a:off x="2500400" y="2978917"/>
            <a:ext cx="4143300" cy="63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This could be the part of the presentation where you can introduce yourself, write your email...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p4"/>
          <p:cNvSpPr txBox="1"/>
          <p:nvPr>
            <p:ph idx="15" type="title"/>
          </p:nvPr>
        </p:nvSpPr>
        <p:spPr>
          <a:xfrm>
            <a:off x="583849" y="48500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278" name="Google Shape;278;p4"/>
          <p:cNvSpPr txBox="1"/>
          <p:nvPr>
            <p:ph type="title"/>
          </p:nvPr>
        </p:nvSpPr>
        <p:spPr>
          <a:xfrm>
            <a:off x="2348913" y="1496639"/>
            <a:ext cx="1549800" cy="676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79" name="Google Shape;279;p4"/>
          <p:cNvSpPr txBox="1"/>
          <p:nvPr>
            <p:ph idx="3" type="title"/>
          </p:nvPr>
        </p:nvSpPr>
        <p:spPr>
          <a:xfrm>
            <a:off x="5242306" y="1529228"/>
            <a:ext cx="1549800" cy="6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80" name="Google Shape;280;p4"/>
          <p:cNvSpPr txBox="1"/>
          <p:nvPr>
            <p:ph idx="1" type="subTitle"/>
          </p:nvPr>
        </p:nvSpPr>
        <p:spPr>
          <a:xfrm>
            <a:off x="1942208" y="4103663"/>
            <a:ext cx="2363700" cy="49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281" name="Google Shape;281;p4"/>
          <p:cNvSpPr txBox="1"/>
          <p:nvPr>
            <p:ph idx="7" type="subTitle"/>
          </p:nvPr>
        </p:nvSpPr>
        <p:spPr>
          <a:xfrm>
            <a:off x="4743438" y="1975720"/>
            <a:ext cx="25401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DESTINATIONS</a:t>
            </a:r>
            <a:endParaRPr/>
          </a:p>
        </p:txBody>
      </p:sp>
      <p:sp>
        <p:nvSpPr>
          <p:cNvPr id="282" name="Google Shape;282;p4"/>
          <p:cNvSpPr txBox="1"/>
          <p:nvPr>
            <p:ph idx="14" type="subTitle"/>
          </p:nvPr>
        </p:nvSpPr>
        <p:spPr>
          <a:xfrm>
            <a:off x="1821938" y="3678413"/>
            <a:ext cx="26022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PLANNING</a:t>
            </a:r>
            <a:endParaRPr/>
          </a:p>
        </p:txBody>
      </p:sp>
      <p:sp>
        <p:nvSpPr>
          <p:cNvPr id="283" name="Google Shape;283;p4"/>
          <p:cNvSpPr txBox="1"/>
          <p:nvPr>
            <p:ph idx="2" type="subTitle"/>
          </p:nvPr>
        </p:nvSpPr>
        <p:spPr>
          <a:xfrm>
            <a:off x="4831583" y="4103663"/>
            <a:ext cx="2363700" cy="49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284" name="Google Shape;284;p4"/>
          <p:cNvSpPr txBox="1"/>
          <p:nvPr>
            <p:ph idx="4" type="title"/>
          </p:nvPr>
        </p:nvSpPr>
        <p:spPr>
          <a:xfrm>
            <a:off x="2349156" y="3227857"/>
            <a:ext cx="1549800" cy="6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85" name="Google Shape;285;p4"/>
          <p:cNvSpPr txBox="1"/>
          <p:nvPr>
            <p:ph idx="5" type="title"/>
          </p:nvPr>
        </p:nvSpPr>
        <p:spPr>
          <a:xfrm>
            <a:off x="5242549" y="3227857"/>
            <a:ext cx="1549800" cy="6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286" name="Google Shape;286;p4"/>
          <p:cNvSpPr txBox="1"/>
          <p:nvPr>
            <p:ph idx="6" type="subTitle"/>
          </p:nvPr>
        </p:nvSpPr>
        <p:spPr>
          <a:xfrm>
            <a:off x="1822938" y="1975720"/>
            <a:ext cx="26022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287" name="Google Shape;287;p4"/>
          <p:cNvSpPr txBox="1"/>
          <p:nvPr>
            <p:ph idx="8" type="subTitle"/>
          </p:nvPr>
        </p:nvSpPr>
        <p:spPr>
          <a:xfrm>
            <a:off x="4719863" y="3678413"/>
            <a:ext cx="26022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CONCLUSION</a:t>
            </a:r>
            <a:endParaRPr/>
          </a:p>
        </p:txBody>
      </p:sp>
      <p:sp>
        <p:nvSpPr>
          <p:cNvPr id="288" name="Google Shape;288;p4"/>
          <p:cNvSpPr txBox="1"/>
          <p:nvPr>
            <p:ph idx="13" type="subTitle"/>
          </p:nvPr>
        </p:nvSpPr>
        <p:spPr>
          <a:xfrm>
            <a:off x="4835583" y="2398042"/>
            <a:ext cx="2363700" cy="49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grpSp>
        <p:nvGrpSpPr>
          <p:cNvPr id="289" name="Google Shape;289;p4"/>
          <p:cNvGrpSpPr/>
          <p:nvPr/>
        </p:nvGrpSpPr>
        <p:grpSpPr>
          <a:xfrm rot="1230688">
            <a:off x="-688768" y="3409230"/>
            <a:ext cx="2380396" cy="2380396"/>
            <a:chOff x="-146650" y="2998550"/>
            <a:chExt cx="1719750" cy="1719750"/>
          </a:xfrm>
        </p:grpSpPr>
        <p:sp>
          <p:nvSpPr>
            <p:cNvPr id="290" name="Google Shape;290;p4"/>
            <p:cNvSpPr/>
            <p:nvPr/>
          </p:nvSpPr>
          <p:spPr>
            <a:xfrm>
              <a:off x="681875" y="2998550"/>
              <a:ext cx="62175" cy="271575"/>
            </a:xfrm>
            <a:custGeom>
              <a:rect b="b" l="l" r="r" t="t"/>
              <a:pathLst>
                <a:path extrusionOk="0" h="10863" w="2487">
                  <a:moveTo>
                    <a:pt x="1254" y="1"/>
                  </a:moveTo>
                  <a:cubicBezTo>
                    <a:pt x="557" y="1"/>
                    <a:pt x="0" y="558"/>
                    <a:pt x="0" y="1234"/>
                  </a:cubicBezTo>
                  <a:lnTo>
                    <a:pt x="0" y="10862"/>
                  </a:lnTo>
                  <a:lnTo>
                    <a:pt x="2487" y="10862"/>
                  </a:lnTo>
                  <a:lnTo>
                    <a:pt x="2487" y="1234"/>
                  </a:lnTo>
                  <a:cubicBezTo>
                    <a:pt x="2487" y="558"/>
                    <a:pt x="1930" y="1"/>
                    <a:pt x="1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-146650" y="3825100"/>
              <a:ext cx="271550" cy="62200"/>
            </a:xfrm>
            <a:custGeom>
              <a:rect b="b" l="l" r="r" t="t"/>
              <a:pathLst>
                <a:path extrusionOk="0" h="2488" w="10862">
                  <a:moveTo>
                    <a:pt x="1234" y="0"/>
                  </a:moveTo>
                  <a:cubicBezTo>
                    <a:pt x="557" y="0"/>
                    <a:pt x="0" y="557"/>
                    <a:pt x="0" y="1254"/>
                  </a:cubicBezTo>
                  <a:cubicBezTo>
                    <a:pt x="0" y="1930"/>
                    <a:pt x="557" y="2487"/>
                    <a:pt x="1234" y="2487"/>
                  </a:cubicBezTo>
                  <a:lnTo>
                    <a:pt x="10862" y="2487"/>
                  </a:lnTo>
                  <a:lnTo>
                    <a:pt x="1086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681875" y="4446750"/>
              <a:ext cx="62175" cy="271550"/>
            </a:xfrm>
            <a:custGeom>
              <a:rect b="b" l="l" r="r" t="t"/>
              <a:pathLst>
                <a:path extrusionOk="0" h="10862" w="2487">
                  <a:moveTo>
                    <a:pt x="0" y="0"/>
                  </a:moveTo>
                  <a:lnTo>
                    <a:pt x="0" y="9628"/>
                  </a:lnTo>
                  <a:cubicBezTo>
                    <a:pt x="0" y="10305"/>
                    <a:pt x="557" y="10862"/>
                    <a:pt x="1254" y="10862"/>
                  </a:cubicBezTo>
                  <a:cubicBezTo>
                    <a:pt x="1930" y="10862"/>
                    <a:pt x="2487" y="10305"/>
                    <a:pt x="2487" y="9628"/>
                  </a:cubicBezTo>
                  <a:lnTo>
                    <a:pt x="248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1301525" y="3825100"/>
              <a:ext cx="271575" cy="62200"/>
            </a:xfrm>
            <a:custGeom>
              <a:rect b="b" l="l" r="r" t="t"/>
              <a:pathLst>
                <a:path extrusionOk="0" h="2488" w="10863">
                  <a:moveTo>
                    <a:pt x="1" y="0"/>
                  </a:moveTo>
                  <a:lnTo>
                    <a:pt x="1" y="2487"/>
                  </a:lnTo>
                  <a:lnTo>
                    <a:pt x="9629" y="2487"/>
                  </a:lnTo>
                  <a:cubicBezTo>
                    <a:pt x="10305" y="2487"/>
                    <a:pt x="10862" y="1930"/>
                    <a:pt x="10862" y="1254"/>
                  </a:cubicBezTo>
                  <a:cubicBezTo>
                    <a:pt x="10862" y="557"/>
                    <a:pt x="10305" y="0"/>
                    <a:pt x="96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-32775" y="3112450"/>
              <a:ext cx="1491975" cy="1491975"/>
            </a:xfrm>
            <a:custGeom>
              <a:rect b="b" l="l" r="r" t="t"/>
              <a:pathLst>
                <a:path extrusionOk="0" h="59679" w="59679">
                  <a:moveTo>
                    <a:pt x="29840" y="0"/>
                  </a:moveTo>
                  <a:cubicBezTo>
                    <a:pt x="13349" y="0"/>
                    <a:pt x="1" y="13348"/>
                    <a:pt x="1" y="29839"/>
                  </a:cubicBezTo>
                  <a:cubicBezTo>
                    <a:pt x="1" y="46310"/>
                    <a:pt x="13349" y="59678"/>
                    <a:pt x="29840" y="59678"/>
                  </a:cubicBezTo>
                  <a:cubicBezTo>
                    <a:pt x="46311" y="59678"/>
                    <a:pt x="59679" y="46310"/>
                    <a:pt x="59679" y="29839"/>
                  </a:cubicBezTo>
                  <a:cubicBezTo>
                    <a:pt x="59679" y="13348"/>
                    <a:pt x="46311" y="0"/>
                    <a:pt x="29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122900" y="3268100"/>
              <a:ext cx="1180650" cy="1180650"/>
            </a:xfrm>
            <a:custGeom>
              <a:rect b="b" l="l" r="r" t="t"/>
              <a:pathLst>
                <a:path extrusionOk="0" h="47226" w="47226">
                  <a:moveTo>
                    <a:pt x="23613" y="1"/>
                  </a:moveTo>
                  <a:cubicBezTo>
                    <a:pt x="10583" y="1"/>
                    <a:pt x="0" y="10584"/>
                    <a:pt x="0" y="23613"/>
                  </a:cubicBezTo>
                  <a:cubicBezTo>
                    <a:pt x="0" y="36623"/>
                    <a:pt x="10583" y="47226"/>
                    <a:pt x="23613" y="47226"/>
                  </a:cubicBezTo>
                  <a:cubicBezTo>
                    <a:pt x="36622" y="47226"/>
                    <a:pt x="47225" y="36623"/>
                    <a:pt x="47225" y="23613"/>
                  </a:cubicBezTo>
                  <a:cubicBezTo>
                    <a:pt x="47225" y="10584"/>
                    <a:pt x="36622" y="1"/>
                    <a:pt x="23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610750" y="3330775"/>
              <a:ext cx="630125" cy="630125"/>
            </a:xfrm>
            <a:custGeom>
              <a:rect b="b" l="l" r="r" t="t"/>
              <a:pathLst>
                <a:path extrusionOk="0" h="25205" w="25205">
                  <a:moveTo>
                    <a:pt x="25205" y="0"/>
                  </a:moveTo>
                  <a:lnTo>
                    <a:pt x="4377" y="15318"/>
                  </a:lnTo>
                  <a:cubicBezTo>
                    <a:pt x="4279" y="15313"/>
                    <a:pt x="4181" y="15310"/>
                    <a:pt x="4082" y="15310"/>
                  </a:cubicBezTo>
                  <a:cubicBezTo>
                    <a:pt x="2606" y="15310"/>
                    <a:pt x="1120" y="15871"/>
                    <a:pt x="1" y="17008"/>
                  </a:cubicBezTo>
                  <a:lnTo>
                    <a:pt x="777" y="24428"/>
                  </a:lnTo>
                  <a:lnTo>
                    <a:pt x="8197" y="25204"/>
                  </a:lnTo>
                  <a:cubicBezTo>
                    <a:pt x="9410" y="24011"/>
                    <a:pt x="9967" y="22399"/>
                    <a:pt x="9887" y="20828"/>
                  </a:cubicBezTo>
                  <a:lnTo>
                    <a:pt x="252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185550" y="3755975"/>
              <a:ext cx="630125" cy="630125"/>
            </a:xfrm>
            <a:custGeom>
              <a:rect b="b" l="l" r="r" t="t"/>
              <a:pathLst>
                <a:path extrusionOk="0" h="25205" w="25205">
                  <a:moveTo>
                    <a:pt x="17009" y="0"/>
                  </a:moveTo>
                  <a:cubicBezTo>
                    <a:pt x="15795" y="1194"/>
                    <a:pt x="15238" y="2805"/>
                    <a:pt x="15318" y="4377"/>
                  </a:cubicBezTo>
                  <a:lnTo>
                    <a:pt x="1" y="25204"/>
                  </a:lnTo>
                  <a:lnTo>
                    <a:pt x="20828" y="9887"/>
                  </a:lnTo>
                  <a:cubicBezTo>
                    <a:pt x="20926" y="9892"/>
                    <a:pt x="21025" y="9895"/>
                    <a:pt x="21123" y="9895"/>
                  </a:cubicBezTo>
                  <a:cubicBezTo>
                    <a:pt x="22599" y="9895"/>
                    <a:pt x="24086" y="9334"/>
                    <a:pt x="25205" y="8196"/>
                  </a:cubicBezTo>
                  <a:lnTo>
                    <a:pt x="1700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671425" y="3816650"/>
              <a:ext cx="83075" cy="83075"/>
            </a:xfrm>
            <a:custGeom>
              <a:rect b="b" l="l" r="r" t="t"/>
              <a:pathLst>
                <a:path extrusionOk="0" h="3323" w="3323">
                  <a:moveTo>
                    <a:pt x="1672" y="0"/>
                  </a:moveTo>
                  <a:cubicBezTo>
                    <a:pt x="757" y="0"/>
                    <a:pt x="1" y="756"/>
                    <a:pt x="1" y="1671"/>
                  </a:cubicBezTo>
                  <a:cubicBezTo>
                    <a:pt x="1" y="2586"/>
                    <a:pt x="757" y="3322"/>
                    <a:pt x="1672" y="3322"/>
                  </a:cubicBezTo>
                  <a:cubicBezTo>
                    <a:pt x="2587" y="3322"/>
                    <a:pt x="3323" y="2586"/>
                    <a:pt x="3323" y="1671"/>
                  </a:cubicBezTo>
                  <a:cubicBezTo>
                    <a:pt x="3323" y="756"/>
                    <a:pt x="2587" y="0"/>
                    <a:pt x="16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9" name="Google Shape;299;p4"/>
          <p:cNvSpPr txBox="1"/>
          <p:nvPr>
            <p:ph idx="9" type="subTitle"/>
          </p:nvPr>
        </p:nvSpPr>
        <p:spPr>
          <a:xfrm>
            <a:off x="1941183" y="2398042"/>
            <a:ext cx="2363700" cy="49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/>
              <a:t>You could describe the topic of the section here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5"/>
          <p:cNvSpPr txBox="1"/>
          <p:nvPr>
            <p:ph type="title"/>
          </p:nvPr>
        </p:nvSpPr>
        <p:spPr>
          <a:xfrm>
            <a:off x="593125" y="1660350"/>
            <a:ext cx="3443400" cy="862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305" name="Google Shape;305;p5"/>
          <p:cNvSpPr txBox="1"/>
          <p:nvPr>
            <p:ph idx="1" type="subTitle"/>
          </p:nvPr>
        </p:nvSpPr>
        <p:spPr>
          <a:xfrm>
            <a:off x="599025" y="2510350"/>
            <a:ext cx="3431400" cy="150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and the smallest one in the Solar System—it’s only a bit larger than the Moon. The planet was named after the Roman messenger god</a:t>
            </a:r>
            <a:endParaRPr/>
          </a:p>
        </p:txBody>
      </p:sp>
      <p:pic>
        <p:nvPicPr>
          <p:cNvPr id="306" name="Google Shape;306;p5"/>
          <p:cNvPicPr preferRelativeResize="0"/>
          <p:nvPr/>
        </p:nvPicPr>
        <p:blipFill rotWithShape="1">
          <a:blip r:embed="rId3">
            <a:alphaModFix/>
          </a:blip>
          <a:srcRect b="0" l="32961" r="28792" t="0"/>
          <a:stretch/>
        </p:blipFill>
        <p:spPr>
          <a:xfrm>
            <a:off x="4572000" y="0"/>
            <a:ext cx="3497275" cy="5143476"/>
          </a:xfrm>
          <a:prstGeom prst="rect">
            <a:avLst/>
          </a:prstGeom>
          <a:noFill/>
          <a:ln>
            <a:noFill/>
          </a:ln>
        </p:spPr>
      </p:pic>
      <p:sp>
        <p:nvSpPr>
          <p:cNvPr id="307" name="Google Shape;307;p5"/>
          <p:cNvSpPr/>
          <p:nvPr/>
        </p:nvSpPr>
        <p:spPr>
          <a:xfrm>
            <a:off x="4571938" y="0"/>
            <a:ext cx="3497400" cy="51435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2" name="Google Shape;312;p6"/>
          <p:cNvGrpSpPr/>
          <p:nvPr/>
        </p:nvGrpSpPr>
        <p:grpSpPr>
          <a:xfrm>
            <a:off x="1764000" y="1707288"/>
            <a:ext cx="2527200" cy="3626950"/>
            <a:chOff x="1764000" y="1707288"/>
            <a:chExt cx="2527200" cy="3626950"/>
          </a:xfrm>
        </p:grpSpPr>
        <p:sp>
          <p:nvSpPr>
            <p:cNvPr id="313" name="Google Shape;313;p6"/>
            <p:cNvSpPr/>
            <p:nvPr/>
          </p:nvSpPr>
          <p:spPr>
            <a:xfrm rot="10800000">
              <a:off x="1764000" y="1707288"/>
              <a:ext cx="2527200" cy="577500"/>
            </a:xfrm>
            <a:prstGeom prst="homePlate">
              <a:avLst>
                <a:gd fmla="val 69380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6"/>
            <p:cNvSpPr/>
            <p:nvPr/>
          </p:nvSpPr>
          <p:spPr>
            <a:xfrm rot="10800000">
              <a:off x="1764000" y="2571663"/>
              <a:ext cx="2527200" cy="1195500"/>
            </a:xfrm>
            <a:prstGeom prst="homePlate">
              <a:avLst>
                <a:gd fmla="val 34593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6"/>
            <p:cNvSpPr/>
            <p:nvPr/>
          </p:nvSpPr>
          <p:spPr>
            <a:xfrm>
              <a:off x="3124425" y="1998177"/>
              <a:ext cx="211649" cy="3336061"/>
            </a:xfrm>
            <a:custGeom>
              <a:rect b="b" l="l" r="r" t="t"/>
              <a:pathLst>
                <a:path extrusionOk="0" h="18076" w="2101">
                  <a:moveTo>
                    <a:pt x="713" y="0"/>
                  </a:moveTo>
                  <a:cubicBezTo>
                    <a:pt x="321" y="0"/>
                    <a:pt x="1" y="321"/>
                    <a:pt x="1" y="712"/>
                  </a:cubicBezTo>
                  <a:lnTo>
                    <a:pt x="1" y="17364"/>
                  </a:lnTo>
                  <a:cubicBezTo>
                    <a:pt x="1" y="17755"/>
                    <a:pt x="321" y="18075"/>
                    <a:pt x="713" y="18075"/>
                  </a:cubicBezTo>
                  <a:lnTo>
                    <a:pt x="1424" y="18075"/>
                  </a:lnTo>
                  <a:cubicBezTo>
                    <a:pt x="1780" y="18075"/>
                    <a:pt x="2100" y="17755"/>
                    <a:pt x="2100" y="17364"/>
                  </a:cubicBezTo>
                  <a:lnTo>
                    <a:pt x="2100" y="712"/>
                  </a:lnTo>
                  <a:cubicBezTo>
                    <a:pt x="2100" y="321"/>
                    <a:pt x="1780" y="0"/>
                    <a:pt x="14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6" name="Google Shape;316;p6"/>
          <p:cNvGrpSpPr/>
          <p:nvPr/>
        </p:nvGrpSpPr>
        <p:grpSpPr>
          <a:xfrm>
            <a:off x="4852800" y="2282238"/>
            <a:ext cx="2527200" cy="3262567"/>
            <a:chOff x="4852800" y="2282238"/>
            <a:chExt cx="2527200" cy="3262567"/>
          </a:xfrm>
        </p:grpSpPr>
        <p:sp>
          <p:nvSpPr>
            <p:cNvPr id="317" name="Google Shape;317;p6"/>
            <p:cNvSpPr/>
            <p:nvPr/>
          </p:nvSpPr>
          <p:spPr>
            <a:xfrm flipH="1" rot="10800000">
              <a:off x="4852800" y="2282238"/>
              <a:ext cx="2527200" cy="577500"/>
            </a:xfrm>
            <a:prstGeom prst="homePlate">
              <a:avLst>
                <a:gd fmla="val 69380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6"/>
            <p:cNvSpPr/>
            <p:nvPr/>
          </p:nvSpPr>
          <p:spPr>
            <a:xfrm flipH="1" rot="10800000">
              <a:off x="4852800" y="3146613"/>
              <a:ext cx="2527200" cy="1195500"/>
            </a:xfrm>
            <a:prstGeom prst="homePlate">
              <a:avLst>
                <a:gd fmla="val 34593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6"/>
            <p:cNvSpPr/>
            <p:nvPr/>
          </p:nvSpPr>
          <p:spPr>
            <a:xfrm>
              <a:off x="5807925" y="2351634"/>
              <a:ext cx="211649" cy="3193171"/>
            </a:xfrm>
            <a:custGeom>
              <a:rect b="b" l="l" r="r" t="t"/>
              <a:pathLst>
                <a:path extrusionOk="0" h="18076" w="2101">
                  <a:moveTo>
                    <a:pt x="713" y="0"/>
                  </a:moveTo>
                  <a:cubicBezTo>
                    <a:pt x="321" y="0"/>
                    <a:pt x="1" y="321"/>
                    <a:pt x="1" y="712"/>
                  </a:cubicBezTo>
                  <a:lnTo>
                    <a:pt x="1" y="17364"/>
                  </a:lnTo>
                  <a:cubicBezTo>
                    <a:pt x="1" y="17755"/>
                    <a:pt x="321" y="18075"/>
                    <a:pt x="713" y="18075"/>
                  </a:cubicBezTo>
                  <a:lnTo>
                    <a:pt x="1424" y="18075"/>
                  </a:lnTo>
                  <a:cubicBezTo>
                    <a:pt x="1780" y="18075"/>
                    <a:pt x="2100" y="17755"/>
                    <a:pt x="2100" y="17364"/>
                  </a:cubicBezTo>
                  <a:lnTo>
                    <a:pt x="2100" y="712"/>
                  </a:lnTo>
                  <a:cubicBezTo>
                    <a:pt x="2100" y="321"/>
                    <a:pt x="1780" y="0"/>
                    <a:pt x="14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0" name="Google Shape;320;p6"/>
          <p:cNvSpPr txBox="1"/>
          <p:nvPr>
            <p:ph idx="1" type="subTitle"/>
          </p:nvPr>
        </p:nvSpPr>
        <p:spPr>
          <a:xfrm>
            <a:off x="2169300" y="2571751"/>
            <a:ext cx="2121900" cy="12009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0" lIns="137150" spcFirstLastPara="1" rIns="137150" wrap="square" tIns="18287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and the smallest one</a:t>
            </a:r>
            <a:endParaRPr/>
          </a:p>
        </p:txBody>
      </p:sp>
      <p:sp>
        <p:nvSpPr>
          <p:cNvPr id="321" name="Google Shape;321;p6"/>
          <p:cNvSpPr txBox="1"/>
          <p:nvPr>
            <p:ph idx="4" type="subTitle"/>
          </p:nvPr>
        </p:nvSpPr>
        <p:spPr>
          <a:xfrm>
            <a:off x="4852800" y="3145917"/>
            <a:ext cx="2121900" cy="12009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0" lIns="137150" spcFirstLastPara="1" rIns="137150" wrap="square" tIns="18287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 has a beautiful name and is the second planet from the Sun</a:t>
            </a:r>
            <a:endParaRPr/>
          </a:p>
        </p:txBody>
      </p:sp>
      <p:sp>
        <p:nvSpPr>
          <p:cNvPr id="322" name="Google Shape;322;p6"/>
          <p:cNvSpPr txBox="1"/>
          <p:nvPr>
            <p:ph type="title"/>
          </p:nvPr>
        </p:nvSpPr>
        <p:spPr>
          <a:xfrm>
            <a:off x="713225" y="4901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MAYBE YOU NEED TO DIVIDE THE CONTENT</a:t>
            </a:r>
            <a:endParaRPr/>
          </a:p>
        </p:txBody>
      </p:sp>
      <p:sp>
        <p:nvSpPr>
          <p:cNvPr id="323" name="Google Shape;323;p6"/>
          <p:cNvSpPr txBox="1"/>
          <p:nvPr>
            <p:ph idx="2" type="title"/>
          </p:nvPr>
        </p:nvSpPr>
        <p:spPr>
          <a:xfrm>
            <a:off x="2169300" y="1709600"/>
            <a:ext cx="2121900" cy="5727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24" name="Google Shape;324;p6"/>
          <p:cNvSpPr txBox="1"/>
          <p:nvPr>
            <p:ph idx="3" type="title"/>
          </p:nvPr>
        </p:nvSpPr>
        <p:spPr>
          <a:xfrm>
            <a:off x="4852800" y="2287746"/>
            <a:ext cx="2121900" cy="5727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p7"/>
          <p:cNvSpPr txBox="1"/>
          <p:nvPr>
            <p:ph type="title"/>
          </p:nvPr>
        </p:nvSpPr>
        <p:spPr>
          <a:xfrm>
            <a:off x="713225" y="4856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COULD USE THREE COLUMNS, WHY NOT?</a:t>
            </a:r>
            <a:endParaRPr/>
          </a:p>
        </p:txBody>
      </p:sp>
      <p:sp>
        <p:nvSpPr>
          <p:cNvPr id="330" name="Google Shape;330;p7"/>
          <p:cNvSpPr txBox="1"/>
          <p:nvPr>
            <p:ph idx="2" type="title"/>
          </p:nvPr>
        </p:nvSpPr>
        <p:spPr>
          <a:xfrm>
            <a:off x="873638" y="2717107"/>
            <a:ext cx="2320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31" name="Google Shape;331;p7"/>
          <p:cNvSpPr txBox="1"/>
          <p:nvPr>
            <p:ph idx="1" type="subTitle"/>
          </p:nvPr>
        </p:nvSpPr>
        <p:spPr>
          <a:xfrm>
            <a:off x="945550" y="3254950"/>
            <a:ext cx="2176800" cy="8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332" name="Google Shape;332;p7"/>
          <p:cNvSpPr txBox="1"/>
          <p:nvPr>
            <p:ph idx="3" type="title"/>
          </p:nvPr>
        </p:nvSpPr>
        <p:spPr>
          <a:xfrm>
            <a:off x="3415791" y="2717107"/>
            <a:ext cx="2320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33" name="Google Shape;333;p7"/>
          <p:cNvSpPr txBox="1"/>
          <p:nvPr>
            <p:ph idx="4" type="subTitle"/>
          </p:nvPr>
        </p:nvSpPr>
        <p:spPr>
          <a:xfrm>
            <a:off x="3485729" y="3254950"/>
            <a:ext cx="2176800" cy="8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334" name="Google Shape;334;p7"/>
          <p:cNvSpPr txBox="1"/>
          <p:nvPr>
            <p:ph idx="5" type="title"/>
          </p:nvPr>
        </p:nvSpPr>
        <p:spPr>
          <a:xfrm>
            <a:off x="5957950" y="2717107"/>
            <a:ext cx="2320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35" name="Google Shape;335;p7"/>
          <p:cNvSpPr txBox="1"/>
          <p:nvPr>
            <p:ph idx="6" type="subTitle"/>
          </p:nvPr>
        </p:nvSpPr>
        <p:spPr>
          <a:xfrm>
            <a:off x="6029950" y="3254950"/>
            <a:ext cx="2176800" cy="8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Saturn, the ringed planet, is composed mostly of hydrogen and helium</a:t>
            </a:r>
            <a:endParaRPr/>
          </a:p>
        </p:txBody>
      </p:sp>
      <p:grpSp>
        <p:nvGrpSpPr>
          <p:cNvPr id="336" name="Google Shape;336;p7"/>
          <p:cNvGrpSpPr/>
          <p:nvPr/>
        </p:nvGrpSpPr>
        <p:grpSpPr>
          <a:xfrm>
            <a:off x="6831937" y="2057761"/>
            <a:ext cx="572827" cy="572649"/>
            <a:chOff x="6235250" y="2620775"/>
            <a:chExt cx="481975" cy="481825"/>
          </a:xfrm>
        </p:grpSpPr>
        <p:sp>
          <p:nvSpPr>
            <p:cNvPr id="337" name="Google Shape;337;p7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7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7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7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7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2" name="Google Shape;342;p7"/>
          <p:cNvGrpSpPr/>
          <p:nvPr/>
        </p:nvGrpSpPr>
        <p:grpSpPr>
          <a:xfrm>
            <a:off x="4288146" y="2117390"/>
            <a:ext cx="572649" cy="453472"/>
            <a:chOff x="2085525" y="3263750"/>
            <a:chExt cx="481825" cy="381550"/>
          </a:xfrm>
        </p:grpSpPr>
        <p:sp>
          <p:nvSpPr>
            <p:cNvPr id="343" name="Google Shape;343;p7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7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5" name="Google Shape;345;p7"/>
          <p:cNvGrpSpPr/>
          <p:nvPr/>
        </p:nvGrpSpPr>
        <p:grpSpPr>
          <a:xfrm>
            <a:off x="1742772" y="2057808"/>
            <a:ext cx="574253" cy="572679"/>
            <a:chOff x="3270450" y="3213625"/>
            <a:chExt cx="483175" cy="481850"/>
          </a:xfrm>
        </p:grpSpPr>
        <p:sp>
          <p:nvSpPr>
            <p:cNvPr id="346" name="Google Shape;346;p7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7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p8"/>
          <p:cNvSpPr txBox="1"/>
          <p:nvPr>
            <p:ph type="title"/>
          </p:nvPr>
        </p:nvSpPr>
        <p:spPr>
          <a:xfrm>
            <a:off x="602072" y="3411425"/>
            <a:ext cx="3375000" cy="801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 PICTURE ALWAYS</a:t>
            </a:r>
            <a:endParaRPr/>
          </a:p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</a:pPr>
            <a:r>
              <a:rPr lang="en"/>
              <a:t>REINFORCES THE CONCEPT</a:t>
            </a:r>
            <a:endParaRPr/>
          </a:p>
        </p:txBody>
      </p:sp>
      <p:sp>
        <p:nvSpPr>
          <p:cNvPr id="353" name="Google Shape;353;p8"/>
          <p:cNvSpPr txBox="1"/>
          <p:nvPr>
            <p:ph idx="1" type="subTitle"/>
          </p:nvPr>
        </p:nvSpPr>
        <p:spPr>
          <a:xfrm>
            <a:off x="606325" y="4123275"/>
            <a:ext cx="3965700" cy="59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pic>
        <p:nvPicPr>
          <p:cNvPr id="354" name="Google Shape;354;p8"/>
          <p:cNvPicPr preferRelativeResize="0"/>
          <p:nvPr/>
        </p:nvPicPr>
        <p:blipFill rotWithShape="1">
          <a:blip r:embed="rId3">
            <a:alphaModFix/>
          </a:blip>
          <a:srcRect b="29774" l="0" r="438" t="20445"/>
          <a:stretch/>
        </p:blipFill>
        <p:spPr>
          <a:xfrm>
            <a:off x="0" y="0"/>
            <a:ext cx="9144000" cy="2571750"/>
          </a:xfrm>
          <a:prstGeom prst="rect">
            <a:avLst/>
          </a:prstGeom>
          <a:noFill/>
          <a:ln>
            <a:noFill/>
          </a:ln>
        </p:spPr>
      </p:pic>
      <p:sp>
        <p:nvSpPr>
          <p:cNvPr id="355" name="Google Shape;355;p8"/>
          <p:cNvSpPr/>
          <p:nvPr/>
        </p:nvSpPr>
        <p:spPr>
          <a:xfrm>
            <a:off x="0" y="0"/>
            <a:ext cx="9144000" cy="25716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" name="Google Shape;356;p8"/>
          <p:cNvSpPr/>
          <p:nvPr/>
        </p:nvSpPr>
        <p:spPr>
          <a:xfrm flipH="1" rot="1566124">
            <a:off x="6893933" y="983564"/>
            <a:ext cx="736231" cy="1083413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0" name="Shape 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Google Shape;361;p9"/>
          <p:cNvSpPr txBox="1"/>
          <p:nvPr>
            <p:ph type="title"/>
          </p:nvPr>
        </p:nvSpPr>
        <p:spPr>
          <a:xfrm>
            <a:off x="5236100" y="3064525"/>
            <a:ext cx="1942200" cy="46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—FAMOUS AGENCY</a:t>
            </a:r>
            <a:endParaRPr/>
          </a:p>
        </p:txBody>
      </p:sp>
      <p:sp>
        <p:nvSpPr>
          <p:cNvPr id="362" name="Google Shape;362;p9"/>
          <p:cNvSpPr txBox="1"/>
          <p:nvPr>
            <p:ph idx="1" type="subTitle"/>
          </p:nvPr>
        </p:nvSpPr>
        <p:spPr>
          <a:xfrm>
            <a:off x="1687200" y="1673938"/>
            <a:ext cx="5769600" cy="135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“This is a quote, words full of wisdom that someone important said and can make the reader get inspired.”</a:t>
            </a:r>
            <a:endParaRPr/>
          </a:p>
        </p:txBody>
      </p:sp>
      <p:sp>
        <p:nvSpPr>
          <p:cNvPr id="363" name="Google Shape;363;p9"/>
          <p:cNvSpPr txBox="1"/>
          <p:nvPr>
            <p:ph type="title"/>
          </p:nvPr>
        </p:nvSpPr>
        <p:spPr>
          <a:xfrm rot="-3390743">
            <a:off x="707290" y="3377738"/>
            <a:ext cx="1365819" cy="177153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17000">
                <a:solidFill>
                  <a:schemeClr val="accent5"/>
                </a:solidFill>
                <a:latin typeface="Gloria Hallelujah"/>
                <a:ea typeface="Gloria Hallelujah"/>
                <a:cs typeface="Gloria Hallelujah"/>
                <a:sym typeface="Gloria Hallelujah"/>
              </a:rPr>
              <a:t>x</a:t>
            </a:r>
            <a:endParaRPr sz="17000">
              <a:solidFill>
                <a:schemeClr val="accent5"/>
              </a:solidFill>
              <a:latin typeface="Gloria Hallelujah"/>
              <a:ea typeface="Gloria Hallelujah"/>
              <a:cs typeface="Gloria Hallelujah"/>
              <a:sym typeface="Gloria Hallelujah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7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10"/>
          <p:cNvSpPr txBox="1"/>
          <p:nvPr>
            <p:ph type="title"/>
          </p:nvPr>
        </p:nvSpPr>
        <p:spPr>
          <a:xfrm>
            <a:off x="2626375" y="2073300"/>
            <a:ext cx="38913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</a:pPr>
            <a:r>
              <a:rPr lang="en"/>
              <a:t>DESTINATIONS</a:t>
            </a:r>
            <a:endParaRPr/>
          </a:p>
        </p:txBody>
      </p:sp>
      <p:sp>
        <p:nvSpPr>
          <p:cNvPr id="369" name="Google Shape;369;p10"/>
          <p:cNvSpPr txBox="1"/>
          <p:nvPr>
            <p:ph idx="1" type="subTitle"/>
          </p:nvPr>
        </p:nvSpPr>
        <p:spPr>
          <a:xfrm>
            <a:off x="3431325" y="2963700"/>
            <a:ext cx="2281200" cy="5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</a:pPr>
            <a:r>
              <a:rPr lang="en"/>
              <a:t>You can enter a subtitle here if you need it</a:t>
            </a:r>
            <a:endParaRPr/>
          </a:p>
        </p:txBody>
      </p:sp>
      <p:grpSp>
        <p:nvGrpSpPr>
          <p:cNvPr id="370" name="Google Shape;370;p10"/>
          <p:cNvGrpSpPr/>
          <p:nvPr/>
        </p:nvGrpSpPr>
        <p:grpSpPr>
          <a:xfrm>
            <a:off x="3628026" y="1581346"/>
            <a:ext cx="1887980" cy="540684"/>
            <a:chOff x="197381" y="477630"/>
            <a:chExt cx="1361982" cy="390048"/>
          </a:xfrm>
        </p:grpSpPr>
        <p:sp>
          <p:nvSpPr>
            <p:cNvPr id="371" name="Google Shape;371;p10"/>
            <p:cNvSpPr/>
            <p:nvPr/>
          </p:nvSpPr>
          <p:spPr>
            <a:xfrm flipH="1">
              <a:off x="197381" y="477630"/>
              <a:ext cx="265056" cy="390048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10"/>
            <p:cNvSpPr/>
            <p:nvPr/>
          </p:nvSpPr>
          <p:spPr>
            <a:xfrm flipH="1">
              <a:off x="563023" y="477630"/>
              <a:ext cx="265056" cy="390048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10"/>
            <p:cNvSpPr/>
            <p:nvPr/>
          </p:nvSpPr>
          <p:spPr>
            <a:xfrm flipH="1">
              <a:off x="928665" y="477630"/>
              <a:ext cx="265056" cy="390048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10"/>
            <p:cNvSpPr/>
            <p:nvPr/>
          </p:nvSpPr>
          <p:spPr>
            <a:xfrm flipH="1">
              <a:off x="1294307" y="477630"/>
              <a:ext cx="265056" cy="390048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p11"/>
          <p:cNvSpPr/>
          <p:nvPr/>
        </p:nvSpPr>
        <p:spPr>
          <a:xfrm rot="-543377">
            <a:off x="2340219" y="3527959"/>
            <a:ext cx="4433163" cy="963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" name="Google Shape;380;p11"/>
          <p:cNvSpPr/>
          <p:nvPr/>
        </p:nvSpPr>
        <p:spPr>
          <a:xfrm>
            <a:off x="1585925" y="1700200"/>
            <a:ext cx="3226500" cy="18129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" name="Google Shape;381;p11"/>
          <p:cNvSpPr txBox="1"/>
          <p:nvPr>
            <p:ph type="title"/>
          </p:nvPr>
        </p:nvSpPr>
        <p:spPr>
          <a:xfrm>
            <a:off x="711275" y="484350"/>
            <a:ext cx="772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PICTURES OF MY FUTURE DESTINATIONS</a:t>
            </a:r>
            <a:endParaRPr/>
          </a:p>
        </p:txBody>
      </p:sp>
      <p:sp>
        <p:nvSpPr>
          <p:cNvPr id="382" name="Google Shape;382;p11"/>
          <p:cNvSpPr/>
          <p:nvPr/>
        </p:nvSpPr>
        <p:spPr>
          <a:xfrm rot="7517900">
            <a:off x="7458317" y="-1410748"/>
            <a:ext cx="1188395" cy="3306783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" name="Google Shape;383;p11"/>
          <p:cNvSpPr/>
          <p:nvPr/>
        </p:nvSpPr>
        <p:spPr>
          <a:xfrm rot="-4116921">
            <a:off x="-255918" y="2542524"/>
            <a:ext cx="1188365" cy="3306872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4" name="Google Shape;384;p11"/>
          <p:cNvGrpSpPr/>
          <p:nvPr/>
        </p:nvGrpSpPr>
        <p:grpSpPr>
          <a:xfrm rot="558357">
            <a:off x="7072420" y="3288048"/>
            <a:ext cx="1568799" cy="1643852"/>
            <a:chOff x="7072656" y="3051664"/>
            <a:chExt cx="1568861" cy="1643917"/>
          </a:xfrm>
        </p:grpSpPr>
        <p:grpSp>
          <p:nvGrpSpPr>
            <p:cNvPr id="385" name="Google Shape;385;p11"/>
            <p:cNvGrpSpPr/>
            <p:nvPr/>
          </p:nvGrpSpPr>
          <p:grpSpPr>
            <a:xfrm rot="-899921">
              <a:off x="7227807" y="3191273"/>
              <a:ext cx="1258558" cy="1364699"/>
              <a:chOff x="7112185" y="3019704"/>
              <a:chExt cx="1433585" cy="1554489"/>
            </a:xfrm>
          </p:grpSpPr>
          <p:sp>
            <p:nvSpPr>
              <p:cNvPr id="386" name="Google Shape;386;p11"/>
              <p:cNvSpPr/>
              <p:nvPr/>
            </p:nvSpPr>
            <p:spPr>
              <a:xfrm rot="899853">
                <a:off x="7261767" y="3144253"/>
                <a:ext cx="1134421" cy="1305392"/>
              </a:xfrm>
              <a:custGeom>
                <a:rect b="b" l="l" r="r" t="t"/>
                <a:pathLst>
                  <a:path extrusionOk="0" h="26578" w="23097">
                    <a:moveTo>
                      <a:pt x="1" y="0"/>
                    </a:moveTo>
                    <a:lnTo>
                      <a:pt x="1" y="896"/>
                    </a:lnTo>
                    <a:lnTo>
                      <a:pt x="80" y="896"/>
                    </a:lnTo>
                    <a:cubicBezTo>
                      <a:pt x="538" y="896"/>
                      <a:pt x="916" y="1254"/>
                      <a:pt x="916" y="1731"/>
                    </a:cubicBezTo>
                    <a:cubicBezTo>
                      <a:pt x="916" y="2189"/>
                      <a:pt x="538" y="2567"/>
                      <a:pt x="80" y="2567"/>
                    </a:cubicBezTo>
                    <a:cubicBezTo>
                      <a:pt x="61" y="2567"/>
                      <a:pt x="21" y="2567"/>
                      <a:pt x="1" y="2547"/>
                    </a:cubicBezTo>
                    <a:lnTo>
                      <a:pt x="1" y="3203"/>
                    </a:lnTo>
                    <a:lnTo>
                      <a:pt x="80" y="3203"/>
                    </a:lnTo>
                    <a:cubicBezTo>
                      <a:pt x="538" y="3203"/>
                      <a:pt x="916" y="3581"/>
                      <a:pt x="916" y="4039"/>
                    </a:cubicBezTo>
                    <a:cubicBezTo>
                      <a:pt x="916" y="4496"/>
                      <a:pt x="538" y="4874"/>
                      <a:pt x="80" y="4874"/>
                    </a:cubicBezTo>
                    <a:lnTo>
                      <a:pt x="1" y="4874"/>
                    </a:lnTo>
                    <a:lnTo>
                      <a:pt x="1" y="5531"/>
                    </a:lnTo>
                    <a:cubicBezTo>
                      <a:pt x="21" y="5511"/>
                      <a:pt x="61" y="5511"/>
                      <a:pt x="80" y="5511"/>
                    </a:cubicBezTo>
                    <a:cubicBezTo>
                      <a:pt x="538" y="5511"/>
                      <a:pt x="916" y="5889"/>
                      <a:pt x="916" y="6346"/>
                    </a:cubicBezTo>
                    <a:cubicBezTo>
                      <a:pt x="916" y="6824"/>
                      <a:pt x="538" y="7182"/>
                      <a:pt x="80" y="7182"/>
                    </a:cubicBezTo>
                    <a:lnTo>
                      <a:pt x="1" y="7182"/>
                    </a:lnTo>
                    <a:lnTo>
                      <a:pt x="1" y="7838"/>
                    </a:lnTo>
                    <a:lnTo>
                      <a:pt x="80" y="7838"/>
                    </a:lnTo>
                    <a:cubicBezTo>
                      <a:pt x="538" y="7838"/>
                      <a:pt x="916" y="8196"/>
                      <a:pt x="916" y="8674"/>
                    </a:cubicBezTo>
                    <a:cubicBezTo>
                      <a:pt x="916" y="9131"/>
                      <a:pt x="538" y="9509"/>
                      <a:pt x="80" y="9509"/>
                    </a:cubicBezTo>
                    <a:cubicBezTo>
                      <a:pt x="61" y="9509"/>
                      <a:pt x="21" y="9489"/>
                      <a:pt x="1" y="9489"/>
                    </a:cubicBezTo>
                    <a:lnTo>
                      <a:pt x="1" y="10146"/>
                    </a:lnTo>
                    <a:lnTo>
                      <a:pt x="80" y="10146"/>
                    </a:lnTo>
                    <a:cubicBezTo>
                      <a:pt x="538" y="10146"/>
                      <a:pt x="916" y="10524"/>
                      <a:pt x="916" y="10981"/>
                    </a:cubicBezTo>
                    <a:cubicBezTo>
                      <a:pt x="916" y="11439"/>
                      <a:pt x="538" y="11817"/>
                      <a:pt x="80" y="11817"/>
                    </a:cubicBezTo>
                    <a:lnTo>
                      <a:pt x="1" y="11817"/>
                    </a:lnTo>
                    <a:lnTo>
                      <a:pt x="1" y="12453"/>
                    </a:lnTo>
                    <a:lnTo>
                      <a:pt x="80" y="12453"/>
                    </a:lnTo>
                    <a:cubicBezTo>
                      <a:pt x="538" y="12453"/>
                      <a:pt x="916" y="12831"/>
                      <a:pt x="916" y="13289"/>
                    </a:cubicBezTo>
                    <a:cubicBezTo>
                      <a:pt x="916" y="13746"/>
                      <a:pt x="538" y="14124"/>
                      <a:pt x="80" y="14124"/>
                    </a:cubicBezTo>
                    <a:lnTo>
                      <a:pt x="1" y="14124"/>
                    </a:lnTo>
                    <a:lnTo>
                      <a:pt x="1" y="14781"/>
                    </a:lnTo>
                    <a:cubicBezTo>
                      <a:pt x="21" y="14761"/>
                      <a:pt x="61" y="14761"/>
                      <a:pt x="80" y="14761"/>
                    </a:cubicBezTo>
                    <a:cubicBezTo>
                      <a:pt x="538" y="14761"/>
                      <a:pt x="916" y="15139"/>
                      <a:pt x="916" y="15596"/>
                    </a:cubicBezTo>
                    <a:cubicBezTo>
                      <a:pt x="916" y="16074"/>
                      <a:pt x="538" y="16432"/>
                      <a:pt x="80" y="16432"/>
                    </a:cubicBezTo>
                    <a:lnTo>
                      <a:pt x="1" y="16432"/>
                    </a:lnTo>
                    <a:lnTo>
                      <a:pt x="1" y="17088"/>
                    </a:lnTo>
                    <a:lnTo>
                      <a:pt x="80" y="17088"/>
                    </a:lnTo>
                    <a:cubicBezTo>
                      <a:pt x="538" y="17088"/>
                      <a:pt x="916" y="17446"/>
                      <a:pt x="916" y="17924"/>
                    </a:cubicBezTo>
                    <a:cubicBezTo>
                      <a:pt x="916" y="18381"/>
                      <a:pt x="538" y="18759"/>
                      <a:pt x="80" y="18759"/>
                    </a:cubicBezTo>
                    <a:cubicBezTo>
                      <a:pt x="61" y="18759"/>
                      <a:pt x="21" y="18739"/>
                      <a:pt x="1" y="18739"/>
                    </a:cubicBezTo>
                    <a:lnTo>
                      <a:pt x="1" y="19396"/>
                    </a:lnTo>
                    <a:lnTo>
                      <a:pt x="80" y="19396"/>
                    </a:lnTo>
                    <a:cubicBezTo>
                      <a:pt x="538" y="19396"/>
                      <a:pt x="916" y="19774"/>
                      <a:pt x="916" y="20231"/>
                    </a:cubicBezTo>
                    <a:cubicBezTo>
                      <a:pt x="916" y="20689"/>
                      <a:pt x="538" y="21067"/>
                      <a:pt x="80" y="21067"/>
                    </a:cubicBezTo>
                    <a:lnTo>
                      <a:pt x="1" y="21067"/>
                    </a:lnTo>
                    <a:lnTo>
                      <a:pt x="1" y="21703"/>
                    </a:lnTo>
                    <a:lnTo>
                      <a:pt x="80" y="21703"/>
                    </a:lnTo>
                    <a:cubicBezTo>
                      <a:pt x="538" y="21703"/>
                      <a:pt x="916" y="22081"/>
                      <a:pt x="916" y="22539"/>
                    </a:cubicBezTo>
                    <a:cubicBezTo>
                      <a:pt x="916" y="22996"/>
                      <a:pt x="538" y="23374"/>
                      <a:pt x="80" y="23374"/>
                    </a:cubicBezTo>
                    <a:lnTo>
                      <a:pt x="1" y="23374"/>
                    </a:lnTo>
                    <a:lnTo>
                      <a:pt x="1" y="24031"/>
                    </a:lnTo>
                    <a:cubicBezTo>
                      <a:pt x="21" y="24011"/>
                      <a:pt x="61" y="24011"/>
                      <a:pt x="80" y="24011"/>
                    </a:cubicBezTo>
                    <a:cubicBezTo>
                      <a:pt x="538" y="24011"/>
                      <a:pt x="916" y="24389"/>
                      <a:pt x="916" y="24847"/>
                    </a:cubicBezTo>
                    <a:cubicBezTo>
                      <a:pt x="916" y="25324"/>
                      <a:pt x="538" y="25682"/>
                      <a:pt x="80" y="25682"/>
                    </a:cubicBezTo>
                    <a:lnTo>
                      <a:pt x="1" y="25682"/>
                    </a:lnTo>
                    <a:lnTo>
                      <a:pt x="1" y="26577"/>
                    </a:lnTo>
                    <a:lnTo>
                      <a:pt x="1493" y="26577"/>
                    </a:lnTo>
                    <a:cubicBezTo>
                      <a:pt x="1493" y="26120"/>
                      <a:pt x="1871" y="25742"/>
                      <a:pt x="2328" y="25742"/>
                    </a:cubicBezTo>
                    <a:cubicBezTo>
                      <a:pt x="2786" y="25742"/>
                      <a:pt x="3164" y="26120"/>
                      <a:pt x="3164" y="26577"/>
                    </a:cubicBezTo>
                    <a:lnTo>
                      <a:pt x="3800" y="26577"/>
                    </a:lnTo>
                    <a:cubicBezTo>
                      <a:pt x="3800" y="26120"/>
                      <a:pt x="4178" y="25742"/>
                      <a:pt x="4636" y="25742"/>
                    </a:cubicBezTo>
                    <a:cubicBezTo>
                      <a:pt x="5113" y="25742"/>
                      <a:pt x="5471" y="26120"/>
                      <a:pt x="5471" y="26577"/>
                    </a:cubicBezTo>
                    <a:lnTo>
                      <a:pt x="6128" y="26577"/>
                    </a:lnTo>
                    <a:cubicBezTo>
                      <a:pt x="6128" y="26120"/>
                      <a:pt x="6486" y="25742"/>
                      <a:pt x="6963" y="25742"/>
                    </a:cubicBezTo>
                    <a:cubicBezTo>
                      <a:pt x="7421" y="25742"/>
                      <a:pt x="7799" y="26120"/>
                      <a:pt x="7799" y="26577"/>
                    </a:cubicBezTo>
                    <a:lnTo>
                      <a:pt x="8435" y="26577"/>
                    </a:lnTo>
                    <a:cubicBezTo>
                      <a:pt x="8435" y="26120"/>
                      <a:pt x="8813" y="25742"/>
                      <a:pt x="9271" y="25742"/>
                    </a:cubicBezTo>
                    <a:cubicBezTo>
                      <a:pt x="9728" y="25742"/>
                      <a:pt x="10106" y="26120"/>
                      <a:pt x="10106" y="26577"/>
                    </a:cubicBezTo>
                    <a:lnTo>
                      <a:pt x="10743" y="26577"/>
                    </a:lnTo>
                    <a:cubicBezTo>
                      <a:pt x="10743" y="26120"/>
                      <a:pt x="11121" y="25742"/>
                      <a:pt x="11598" y="25742"/>
                    </a:cubicBezTo>
                    <a:cubicBezTo>
                      <a:pt x="12056" y="25742"/>
                      <a:pt x="12434" y="26120"/>
                      <a:pt x="12434" y="26577"/>
                    </a:cubicBezTo>
                    <a:lnTo>
                      <a:pt x="13070" y="26577"/>
                    </a:lnTo>
                    <a:cubicBezTo>
                      <a:pt x="13070" y="26120"/>
                      <a:pt x="13448" y="25742"/>
                      <a:pt x="13906" y="25742"/>
                    </a:cubicBezTo>
                    <a:cubicBezTo>
                      <a:pt x="14363" y="25742"/>
                      <a:pt x="14741" y="26120"/>
                      <a:pt x="14741" y="26577"/>
                    </a:cubicBezTo>
                    <a:lnTo>
                      <a:pt x="15378" y="26577"/>
                    </a:lnTo>
                    <a:cubicBezTo>
                      <a:pt x="15378" y="26120"/>
                      <a:pt x="15756" y="25742"/>
                      <a:pt x="16213" y="25742"/>
                    </a:cubicBezTo>
                    <a:cubicBezTo>
                      <a:pt x="16691" y="25742"/>
                      <a:pt x="17049" y="26120"/>
                      <a:pt x="17049" y="26577"/>
                    </a:cubicBezTo>
                    <a:lnTo>
                      <a:pt x="17705" y="26577"/>
                    </a:lnTo>
                    <a:cubicBezTo>
                      <a:pt x="17705" y="26120"/>
                      <a:pt x="18063" y="25742"/>
                      <a:pt x="18541" y="25742"/>
                    </a:cubicBezTo>
                    <a:cubicBezTo>
                      <a:pt x="18998" y="25742"/>
                      <a:pt x="19376" y="26120"/>
                      <a:pt x="19376" y="26577"/>
                    </a:cubicBezTo>
                    <a:lnTo>
                      <a:pt x="20013" y="26577"/>
                    </a:lnTo>
                    <a:cubicBezTo>
                      <a:pt x="20013" y="26120"/>
                      <a:pt x="20391" y="25742"/>
                      <a:pt x="20848" y="25742"/>
                    </a:cubicBezTo>
                    <a:cubicBezTo>
                      <a:pt x="21306" y="25742"/>
                      <a:pt x="21684" y="26120"/>
                      <a:pt x="21684" y="26577"/>
                    </a:cubicBezTo>
                    <a:lnTo>
                      <a:pt x="23096" y="26577"/>
                    </a:lnTo>
                    <a:lnTo>
                      <a:pt x="23096" y="25682"/>
                    </a:lnTo>
                    <a:cubicBezTo>
                      <a:pt x="22639" y="25682"/>
                      <a:pt x="22261" y="25304"/>
                      <a:pt x="22261" y="24847"/>
                    </a:cubicBezTo>
                    <a:cubicBezTo>
                      <a:pt x="22261" y="24389"/>
                      <a:pt x="22639" y="24011"/>
                      <a:pt x="23096" y="24011"/>
                    </a:cubicBezTo>
                    <a:lnTo>
                      <a:pt x="23096" y="23374"/>
                    </a:lnTo>
                    <a:cubicBezTo>
                      <a:pt x="22639" y="23374"/>
                      <a:pt x="22261" y="22996"/>
                      <a:pt x="22261" y="22539"/>
                    </a:cubicBezTo>
                    <a:cubicBezTo>
                      <a:pt x="22261" y="22081"/>
                      <a:pt x="22639" y="21703"/>
                      <a:pt x="23096" y="21703"/>
                    </a:cubicBezTo>
                    <a:lnTo>
                      <a:pt x="23096" y="21047"/>
                    </a:lnTo>
                    <a:cubicBezTo>
                      <a:pt x="22639" y="21047"/>
                      <a:pt x="22261" y="20689"/>
                      <a:pt x="22261" y="20211"/>
                    </a:cubicBezTo>
                    <a:cubicBezTo>
                      <a:pt x="22261" y="19754"/>
                      <a:pt x="22639" y="19376"/>
                      <a:pt x="23096" y="19376"/>
                    </a:cubicBezTo>
                    <a:lnTo>
                      <a:pt x="23096" y="18739"/>
                    </a:lnTo>
                    <a:cubicBezTo>
                      <a:pt x="22639" y="18739"/>
                      <a:pt x="22261" y="18361"/>
                      <a:pt x="22261" y="17904"/>
                    </a:cubicBezTo>
                    <a:cubicBezTo>
                      <a:pt x="22261" y="17446"/>
                      <a:pt x="22639" y="17068"/>
                      <a:pt x="23096" y="17068"/>
                    </a:cubicBezTo>
                    <a:lnTo>
                      <a:pt x="23096" y="16432"/>
                    </a:lnTo>
                    <a:cubicBezTo>
                      <a:pt x="22639" y="16432"/>
                      <a:pt x="22261" y="16054"/>
                      <a:pt x="22261" y="15596"/>
                    </a:cubicBezTo>
                    <a:cubicBezTo>
                      <a:pt x="22261" y="15119"/>
                      <a:pt x="22639" y="14761"/>
                      <a:pt x="23096" y="14761"/>
                    </a:cubicBezTo>
                    <a:lnTo>
                      <a:pt x="23096" y="14104"/>
                    </a:lnTo>
                    <a:cubicBezTo>
                      <a:pt x="22639" y="14104"/>
                      <a:pt x="22261" y="13746"/>
                      <a:pt x="22261" y="13269"/>
                    </a:cubicBezTo>
                    <a:cubicBezTo>
                      <a:pt x="22261" y="12811"/>
                      <a:pt x="22639" y="12433"/>
                      <a:pt x="23096" y="12433"/>
                    </a:cubicBezTo>
                    <a:lnTo>
                      <a:pt x="23096" y="11797"/>
                    </a:lnTo>
                    <a:cubicBezTo>
                      <a:pt x="22639" y="11797"/>
                      <a:pt x="22261" y="11419"/>
                      <a:pt x="22261" y="10961"/>
                    </a:cubicBezTo>
                    <a:cubicBezTo>
                      <a:pt x="22261" y="10504"/>
                      <a:pt x="22639" y="10126"/>
                      <a:pt x="23096" y="10126"/>
                    </a:cubicBezTo>
                    <a:lnTo>
                      <a:pt x="23096" y="9489"/>
                    </a:lnTo>
                    <a:cubicBezTo>
                      <a:pt x="22639" y="9489"/>
                      <a:pt x="22261" y="9111"/>
                      <a:pt x="22261" y="8654"/>
                    </a:cubicBezTo>
                    <a:cubicBezTo>
                      <a:pt x="22261" y="8176"/>
                      <a:pt x="22639" y="7818"/>
                      <a:pt x="23096" y="7818"/>
                    </a:cubicBezTo>
                    <a:lnTo>
                      <a:pt x="23096" y="7162"/>
                    </a:lnTo>
                    <a:cubicBezTo>
                      <a:pt x="22639" y="7162"/>
                      <a:pt x="22261" y="6784"/>
                      <a:pt x="22261" y="6326"/>
                    </a:cubicBezTo>
                    <a:cubicBezTo>
                      <a:pt x="22261" y="5869"/>
                      <a:pt x="22639" y="5491"/>
                      <a:pt x="23096" y="5491"/>
                    </a:cubicBezTo>
                    <a:lnTo>
                      <a:pt x="23096" y="4854"/>
                    </a:lnTo>
                    <a:cubicBezTo>
                      <a:pt x="23085" y="4855"/>
                      <a:pt x="23073" y="4855"/>
                      <a:pt x="23062" y="4855"/>
                    </a:cubicBezTo>
                    <a:cubicBezTo>
                      <a:pt x="22620" y="4855"/>
                      <a:pt x="22261" y="4485"/>
                      <a:pt x="22261" y="4039"/>
                    </a:cubicBezTo>
                    <a:cubicBezTo>
                      <a:pt x="22261" y="3581"/>
                      <a:pt x="22639" y="3203"/>
                      <a:pt x="23096" y="3203"/>
                    </a:cubicBezTo>
                    <a:lnTo>
                      <a:pt x="23096" y="2567"/>
                    </a:lnTo>
                    <a:cubicBezTo>
                      <a:pt x="22639" y="2567"/>
                      <a:pt x="22261" y="2189"/>
                      <a:pt x="22261" y="1731"/>
                    </a:cubicBezTo>
                    <a:cubicBezTo>
                      <a:pt x="22261" y="1274"/>
                      <a:pt x="22639" y="896"/>
                      <a:pt x="23096" y="896"/>
                    </a:cubicBezTo>
                    <a:lnTo>
                      <a:pt x="23096" y="0"/>
                    </a:lnTo>
                    <a:lnTo>
                      <a:pt x="21684" y="0"/>
                    </a:lnTo>
                    <a:cubicBezTo>
                      <a:pt x="21684" y="458"/>
                      <a:pt x="21306" y="836"/>
                      <a:pt x="20848" y="836"/>
                    </a:cubicBezTo>
                    <a:cubicBezTo>
                      <a:pt x="20391" y="836"/>
                      <a:pt x="20013" y="458"/>
                      <a:pt x="20013" y="0"/>
                    </a:cubicBezTo>
                    <a:lnTo>
                      <a:pt x="19376" y="0"/>
                    </a:lnTo>
                    <a:cubicBezTo>
                      <a:pt x="19376" y="458"/>
                      <a:pt x="18998" y="836"/>
                      <a:pt x="18541" y="836"/>
                    </a:cubicBezTo>
                    <a:cubicBezTo>
                      <a:pt x="18063" y="836"/>
                      <a:pt x="17705" y="458"/>
                      <a:pt x="17705" y="0"/>
                    </a:cubicBezTo>
                    <a:lnTo>
                      <a:pt x="17049" y="0"/>
                    </a:lnTo>
                    <a:cubicBezTo>
                      <a:pt x="17049" y="458"/>
                      <a:pt x="16691" y="836"/>
                      <a:pt x="16213" y="836"/>
                    </a:cubicBezTo>
                    <a:cubicBezTo>
                      <a:pt x="15756" y="836"/>
                      <a:pt x="15378" y="458"/>
                      <a:pt x="15378" y="0"/>
                    </a:cubicBezTo>
                    <a:lnTo>
                      <a:pt x="14741" y="0"/>
                    </a:lnTo>
                    <a:cubicBezTo>
                      <a:pt x="14741" y="458"/>
                      <a:pt x="14363" y="836"/>
                      <a:pt x="13906" y="836"/>
                    </a:cubicBezTo>
                    <a:cubicBezTo>
                      <a:pt x="13448" y="836"/>
                      <a:pt x="13070" y="458"/>
                      <a:pt x="13070" y="0"/>
                    </a:cubicBezTo>
                    <a:lnTo>
                      <a:pt x="12434" y="0"/>
                    </a:lnTo>
                    <a:cubicBezTo>
                      <a:pt x="12434" y="458"/>
                      <a:pt x="12056" y="836"/>
                      <a:pt x="11598" y="836"/>
                    </a:cubicBezTo>
                    <a:cubicBezTo>
                      <a:pt x="11121" y="836"/>
                      <a:pt x="10743" y="458"/>
                      <a:pt x="10743" y="0"/>
                    </a:cubicBezTo>
                    <a:lnTo>
                      <a:pt x="10106" y="0"/>
                    </a:lnTo>
                    <a:cubicBezTo>
                      <a:pt x="10106" y="458"/>
                      <a:pt x="9728" y="836"/>
                      <a:pt x="9271" y="836"/>
                    </a:cubicBezTo>
                    <a:cubicBezTo>
                      <a:pt x="8813" y="836"/>
                      <a:pt x="8435" y="458"/>
                      <a:pt x="8435" y="0"/>
                    </a:cubicBezTo>
                    <a:lnTo>
                      <a:pt x="7799" y="0"/>
                    </a:lnTo>
                    <a:cubicBezTo>
                      <a:pt x="7799" y="458"/>
                      <a:pt x="7421" y="836"/>
                      <a:pt x="6963" y="836"/>
                    </a:cubicBezTo>
                    <a:cubicBezTo>
                      <a:pt x="6486" y="836"/>
                      <a:pt x="6128" y="458"/>
                      <a:pt x="6128" y="0"/>
                    </a:cubicBezTo>
                    <a:lnTo>
                      <a:pt x="5471" y="0"/>
                    </a:lnTo>
                    <a:cubicBezTo>
                      <a:pt x="5471" y="458"/>
                      <a:pt x="5113" y="836"/>
                      <a:pt x="4636" y="836"/>
                    </a:cubicBezTo>
                    <a:cubicBezTo>
                      <a:pt x="4178" y="836"/>
                      <a:pt x="3800" y="458"/>
                      <a:pt x="3800" y="0"/>
                    </a:cubicBezTo>
                    <a:lnTo>
                      <a:pt x="3164" y="0"/>
                    </a:lnTo>
                    <a:cubicBezTo>
                      <a:pt x="3164" y="458"/>
                      <a:pt x="2786" y="836"/>
                      <a:pt x="2328" y="836"/>
                    </a:cubicBezTo>
                    <a:cubicBezTo>
                      <a:pt x="1871" y="836"/>
                      <a:pt x="1493" y="458"/>
                      <a:pt x="14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11"/>
              <p:cNvSpPr/>
              <p:nvPr/>
            </p:nvSpPr>
            <p:spPr>
              <a:xfrm rot="900863">
                <a:off x="7421885" y="3308880"/>
                <a:ext cx="814092" cy="976439"/>
              </a:xfrm>
              <a:prstGeom prst="rect">
                <a:avLst/>
              </a:prstGeom>
              <a:solidFill>
                <a:schemeClr val="accent2"/>
              </a:solidFill>
              <a:ln cap="flat" cmpd="sng" w="2857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8" name="Google Shape;388;p11"/>
            <p:cNvGrpSpPr/>
            <p:nvPr/>
          </p:nvGrpSpPr>
          <p:grpSpPr>
            <a:xfrm rot="8623">
              <a:off x="7595039" y="3587401"/>
              <a:ext cx="524095" cy="572447"/>
              <a:chOff x="2755079" y="2156914"/>
              <a:chExt cx="386642" cy="398169"/>
            </a:xfrm>
          </p:grpSpPr>
          <p:sp>
            <p:nvSpPr>
              <p:cNvPr id="389" name="Google Shape;389;p11"/>
              <p:cNvSpPr/>
              <p:nvPr/>
            </p:nvSpPr>
            <p:spPr>
              <a:xfrm>
                <a:off x="2755079" y="2326419"/>
                <a:ext cx="386642" cy="227869"/>
              </a:xfrm>
              <a:custGeom>
                <a:rect b="b" l="l" r="r" t="t"/>
                <a:pathLst>
                  <a:path extrusionOk="0" h="10319" w="17507">
                    <a:moveTo>
                      <a:pt x="5551" y="0"/>
                    </a:moveTo>
                    <a:lnTo>
                      <a:pt x="179" y="9002"/>
                    </a:lnTo>
                    <a:cubicBezTo>
                      <a:pt x="1" y="9287"/>
                      <a:pt x="1" y="9607"/>
                      <a:pt x="179" y="9892"/>
                    </a:cubicBezTo>
                    <a:cubicBezTo>
                      <a:pt x="321" y="10177"/>
                      <a:pt x="606" y="10319"/>
                      <a:pt x="926" y="10319"/>
                    </a:cubicBezTo>
                    <a:lnTo>
                      <a:pt x="3381" y="10319"/>
                    </a:lnTo>
                    <a:lnTo>
                      <a:pt x="8327" y="1957"/>
                    </a:lnTo>
                    <a:cubicBezTo>
                      <a:pt x="8398" y="1779"/>
                      <a:pt x="8576" y="1673"/>
                      <a:pt x="8754" y="1673"/>
                    </a:cubicBezTo>
                    <a:cubicBezTo>
                      <a:pt x="8932" y="1673"/>
                      <a:pt x="9110" y="1779"/>
                      <a:pt x="9216" y="1957"/>
                    </a:cubicBezTo>
                    <a:lnTo>
                      <a:pt x="14162" y="10319"/>
                    </a:lnTo>
                    <a:lnTo>
                      <a:pt x="16582" y="10319"/>
                    </a:lnTo>
                    <a:cubicBezTo>
                      <a:pt x="16902" y="10319"/>
                      <a:pt x="17186" y="10177"/>
                      <a:pt x="17364" y="9892"/>
                    </a:cubicBezTo>
                    <a:cubicBezTo>
                      <a:pt x="17507" y="9607"/>
                      <a:pt x="17507" y="9287"/>
                      <a:pt x="17329" y="9002"/>
                    </a:cubicBezTo>
                    <a:lnTo>
                      <a:pt x="1199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11"/>
              <p:cNvSpPr/>
              <p:nvPr/>
            </p:nvSpPr>
            <p:spPr>
              <a:xfrm>
                <a:off x="2855676" y="2397922"/>
                <a:ext cx="184675" cy="157161"/>
              </a:xfrm>
              <a:custGeom>
                <a:rect b="b" l="l" r="r" t="t"/>
                <a:pathLst>
                  <a:path extrusionOk="0" h="7117" w="8362">
                    <a:moveTo>
                      <a:pt x="4199" y="0"/>
                    </a:moveTo>
                    <a:lnTo>
                      <a:pt x="0" y="7116"/>
                    </a:lnTo>
                    <a:lnTo>
                      <a:pt x="8362" y="7116"/>
                    </a:lnTo>
                    <a:lnTo>
                      <a:pt x="4199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11"/>
              <p:cNvSpPr/>
              <p:nvPr/>
            </p:nvSpPr>
            <p:spPr>
              <a:xfrm>
                <a:off x="2892603" y="2156914"/>
                <a:ext cx="113186" cy="145965"/>
              </a:xfrm>
              <a:custGeom>
                <a:rect b="b" l="l" r="r" t="t"/>
                <a:pathLst>
                  <a:path extrusionOk="0" h="6610" w="5125">
                    <a:moveTo>
                      <a:pt x="983" y="0"/>
                    </a:moveTo>
                    <a:cubicBezTo>
                      <a:pt x="617" y="0"/>
                      <a:pt x="147" y="442"/>
                      <a:pt x="427" y="774"/>
                    </a:cubicBezTo>
                    <a:lnTo>
                      <a:pt x="1957" y="3336"/>
                    </a:lnTo>
                    <a:lnTo>
                      <a:pt x="0" y="6609"/>
                    </a:lnTo>
                    <a:lnTo>
                      <a:pt x="5124" y="6609"/>
                    </a:lnTo>
                    <a:lnTo>
                      <a:pt x="3167" y="3336"/>
                    </a:lnTo>
                    <a:lnTo>
                      <a:pt x="4697" y="774"/>
                    </a:lnTo>
                    <a:cubicBezTo>
                      <a:pt x="4847" y="374"/>
                      <a:pt x="4540" y="44"/>
                      <a:pt x="4209" y="44"/>
                    </a:cubicBezTo>
                    <a:cubicBezTo>
                      <a:pt x="4068" y="44"/>
                      <a:pt x="3924" y="103"/>
                      <a:pt x="3808" y="240"/>
                    </a:cubicBezTo>
                    <a:lnTo>
                      <a:pt x="2562" y="2304"/>
                    </a:lnTo>
                    <a:lnTo>
                      <a:pt x="1317" y="240"/>
                    </a:lnTo>
                    <a:cubicBezTo>
                      <a:pt x="1257" y="69"/>
                      <a:pt x="1128" y="0"/>
                      <a:pt x="9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392" name="Google Shape;392;p11"/>
          <p:cNvPicPr preferRelativeResize="0"/>
          <p:nvPr/>
        </p:nvPicPr>
        <p:blipFill rotWithShape="1">
          <a:blip r:embed="rId3">
            <a:alphaModFix/>
          </a:blip>
          <a:srcRect b="6551" l="13538" r="121" t="4560"/>
          <a:stretch/>
        </p:blipFill>
        <p:spPr>
          <a:xfrm rot="-628380">
            <a:off x="1610336" y="1589057"/>
            <a:ext cx="3078702" cy="1783237"/>
          </a:xfrm>
          <a:prstGeom prst="rect">
            <a:avLst/>
          </a:prstGeom>
          <a:noFill/>
          <a:ln cap="flat" cmpd="sng" w="3810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393" name="Google Shape;393;p11"/>
          <p:cNvSpPr/>
          <p:nvPr/>
        </p:nvSpPr>
        <p:spPr>
          <a:xfrm rot="-617902">
            <a:off x="1610892" y="1571545"/>
            <a:ext cx="3086015" cy="1814113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94" name="Google Shape;394;p11"/>
          <p:cNvPicPr preferRelativeResize="0"/>
          <p:nvPr/>
        </p:nvPicPr>
        <p:blipFill rotWithShape="1">
          <a:blip r:embed="rId4">
            <a:alphaModFix/>
          </a:blip>
          <a:srcRect b="11266" l="0" r="0" t="30329"/>
          <a:stretch/>
        </p:blipFill>
        <p:spPr>
          <a:xfrm>
            <a:off x="2307400" y="3191775"/>
            <a:ext cx="4351800" cy="1430150"/>
          </a:xfrm>
          <a:prstGeom prst="rect">
            <a:avLst/>
          </a:prstGeom>
          <a:noFill/>
          <a:ln cap="flat" cmpd="sng" w="3810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395" name="Google Shape;395;p11"/>
          <p:cNvSpPr/>
          <p:nvPr/>
        </p:nvSpPr>
        <p:spPr>
          <a:xfrm>
            <a:off x="2307400" y="3205925"/>
            <a:ext cx="4351800" cy="14160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6" name="Google Shape;396;p11"/>
          <p:cNvSpPr/>
          <p:nvPr/>
        </p:nvSpPr>
        <p:spPr>
          <a:xfrm rot="565751">
            <a:off x="5047646" y="1732653"/>
            <a:ext cx="2217562" cy="181279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97" name="Google Shape;397;p11"/>
          <p:cNvPicPr preferRelativeResize="0"/>
          <p:nvPr/>
        </p:nvPicPr>
        <p:blipFill rotWithShape="1">
          <a:blip r:embed="rId5">
            <a:alphaModFix/>
          </a:blip>
          <a:srcRect b="6312" l="20124" r="27604" t="15951"/>
          <a:stretch/>
        </p:blipFill>
        <p:spPr>
          <a:xfrm rot="1032649">
            <a:off x="5113400" y="1751850"/>
            <a:ext cx="2135914" cy="1786777"/>
          </a:xfrm>
          <a:prstGeom prst="rect">
            <a:avLst/>
          </a:prstGeom>
          <a:noFill/>
          <a:ln cap="flat" cmpd="sng" w="3810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398" name="Google Shape;398;p11"/>
          <p:cNvSpPr/>
          <p:nvPr/>
        </p:nvSpPr>
        <p:spPr>
          <a:xfrm rot="1030903">
            <a:off x="5108630" y="1729296"/>
            <a:ext cx="2160099" cy="1830908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3" name="Google Shape;403;p12" title="Chart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191895" y="1618323"/>
            <a:ext cx="4817151" cy="2978583"/>
          </a:xfrm>
          <a:prstGeom prst="rect">
            <a:avLst/>
          </a:prstGeom>
          <a:noFill/>
          <a:ln>
            <a:noFill/>
          </a:ln>
        </p:spPr>
      </p:pic>
      <p:sp>
        <p:nvSpPr>
          <p:cNvPr id="404" name="Google Shape;404;p12"/>
          <p:cNvSpPr txBox="1"/>
          <p:nvPr>
            <p:ph type="title"/>
          </p:nvPr>
        </p:nvSpPr>
        <p:spPr>
          <a:xfrm>
            <a:off x="583849" y="48435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THIS IS A GRAPH</a:t>
            </a:r>
            <a:endParaRPr/>
          </a:p>
        </p:txBody>
      </p:sp>
      <p:sp>
        <p:nvSpPr>
          <p:cNvPr id="405" name="Google Shape;405;p12"/>
          <p:cNvSpPr txBox="1"/>
          <p:nvPr>
            <p:ph idx="4294967295" type="subTitle"/>
          </p:nvPr>
        </p:nvSpPr>
        <p:spPr>
          <a:xfrm>
            <a:off x="6349575" y="3329913"/>
            <a:ext cx="1788000" cy="938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To modify this graph, click on it, follow the link, change the data and paste the new graph here</a:t>
            </a:r>
            <a:endParaRPr b="0" i="0" sz="1200" u="none" cap="none" strike="noStrike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406" name="Google Shape;406;p12"/>
          <p:cNvSpPr/>
          <p:nvPr/>
        </p:nvSpPr>
        <p:spPr>
          <a:xfrm rot="-4232676">
            <a:off x="7370584" y="-1007238"/>
            <a:ext cx="895269" cy="3007588"/>
          </a:xfrm>
          <a:custGeom>
            <a:rect b="b" l="l" r="r" t="t"/>
            <a:pathLst>
              <a:path extrusionOk="0" h="118187" w="55867">
                <a:moveTo>
                  <a:pt x="50152" y="0"/>
                </a:moveTo>
                <a:cubicBezTo>
                  <a:pt x="50152" y="12460"/>
                  <a:pt x="42774" y="27116"/>
                  <a:pt x="31483" y="32385"/>
                </a:cubicBezTo>
                <a:cubicBezTo>
                  <a:pt x="25178" y="35327"/>
                  <a:pt x="18727" y="38042"/>
                  <a:pt x="12052" y="40005"/>
                </a:cubicBezTo>
                <a:cubicBezTo>
                  <a:pt x="8159" y="41150"/>
                  <a:pt x="1737" y="40294"/>
                  <a:pt x="622" y="44196"/>
                </a:cubicBezTo>
                <a:cubicBezTo>
                  <a:pt x="-3377" y="58193"/>
                  <a:pt x="16830" y="68446"/>
                  <a:pt x="26149" y="79629"/>
                </a:cubicBezTo>
                <a:cubicBezTo>
                  <a:pt x="33091" y="87959"/>
                  <a:pt x="30421" y="101468"/>
                  <a:pt x="36436" y="110490"/>
                </a:cubicBezTo>
                <a:cubicBezTo>
                  <a:pt x="38379" y="113405"/>
                  <a:pt x="40803" y="116428"/>
                  <a:pt x="44056" y="117729"/>
                </a:cubicBezTo>
                <a:cubicBezTo>
                  <a:pt x="47742" y="119203"/>
                  <a:pt x="51897" y="116205"/>
                  <a:pt x="55867" y="116205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12"/>
          <p:cNvSpPr/>
          <p:nvPr/>
        </p:nvSpPr>
        <p:spPr>
          <a:xfrm rot="3684607">
            <a:off x="511455" y="-851047"/>
            <a:ext cx="835636" cy="2781086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12"/>
          <p:cNvSpPr txBox="1"/>
          <p:nvPr>
            <p:ph idx="4294967295" type="subTitle"/>
          </p:nvPr>
        </p:nvSpPr>
        <p:spPr>
          <a:xfrm>
            <a:off x="6992325" y="2052163"/>
            <a:ext cx="779400" cy="359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Mercury</a:t>
            </a:r>
            <a:endParaRPr b="0" i="0" sz="1200" u="none" cap="none" strike="noStrike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409" name="Google Shape;409;p12"/>
          <p:cNvSpPr txBox="1"/>
          <p:nvPr>
            <p:ph idx="4294967295" type="subTitle"/>
          </p:nvPr>
        </p:nvSpPr>
        <p:spPr>
          <a:xfrm>
            <a:off x="6992325" y="2642738"/>
            <a:ext cx="779400" cy="359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Neptune</a:t>
            </a:r>
            <a:endParaRPr b="0" i="0" sz="1200" u="none" cap="none" strike="noStrike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410" name="Google Shape;410;p12"/>
          <p:cNvGrpSpPr/>
          <p:nvPr/>
        </p:nvGrpSpPr>
        <p:grpSpPr>
          <a:xfrm>
            <a:off x="2983786" y="2236730"/>
            <a:ext cx="218304" cy="337614"/>
            <a:chOff x="8615101" y="3738687"/>
            <a:chExt cx="207573" cy="320956"/>
          </a:xfrm>
        </p:grpSpPr>
        <p:sp>
          <p:nvSpPr>
            <p:cNvPr id="411" name="Google Shape;411;p12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12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12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4" name="Google Shape;414;p12"/>
          <p:cNvGrpSpPr/>
          <p:nvPr/>
        </p:nvGrpSpPr>
        <p:grpSpPr>
          <a:xfrm>
            <a:off x="5813420" y="1729898"/>
            <a:ext cx="218304" cy="337614"/>
            <a:chOff x="8615101" y="3738687"/>
            <a:chExt cx="207573" cy="320956"/>
          </a:xfrm>
        </p:grpSpPr>
        <p:sp>
          <p:nvSpPr>
            <p:cNvPr id="415" name="Google Shape;415;p12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12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12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8" name="Google Shape;418;p12"/>
          <p:cNvGrpSpPr/>
          <p:nvPr/>
        </p:nvGrpSpPr>
        <p:grpSpPr>
          <a:xfrm>
            <a:off x="4388517" y="3630310"/>
            <a:ext cx="218304" cy="337614"/>
            <a:chOff x="8615101" y="3738687"/>
            <a:chExt cx="207573" cy="320956"/>
          </a:xfrm>
        </p:grpSpPr>
        <p:sp>
          <p:nvSpPr>
            <p:cNvPr id="419" name="Google Shape;419;p12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12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12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2" name="Google Shape;422;p12"/>
          <p:cNvGrpSpPr/>
          <p:nvPr/>
        </p:nvGrpSpPr>
        <p:grpSpPr>
          <a:xfrm>
            <a:off x="1590347" y="3816953"/>
            <a:ext cx="218304" cy="337614"/>
            <a:chOff x="8615101" y="3738687"/>
            <a:chExt cx="207573" cy="320956"/>
          </a:xfrm>
        </p:grpSpPr>
        <p:sp>
          <p:nvSpPr>
            <p:cNvPr id="423" name="Google Shape;423;p12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12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12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6" name="Google Shape;426;p12"/>
          <p:cNvGrpSpPr/>
          <p:nvPr/>
        </p:nvGrpSpPr>
        <p:grpSpPr>
          <a:xfrm>
            <a:off x="6447750" y="1850677"/>
            <a:ext cx="1464900" cy="1352700"/>
            <a:chOff x="6402575" y="1850677"/>
            <a:chExt cx="1464900" cy="1352700"/>
          </a:xfrm>
        </p:grpSpPr>
        <p:sp>
          <p:nvSpPr>
            <p:cNvPr id="427" name="Google Shape;427;p12"/>
            <p:cNvSpPr/>
            <p:nvPr/>
          </p:nvSpPr>
          <p:spPr>
            <a:xfrm>
              <a:off x="6402575" y="1850677"/>
              <a:ext cx="1464900" cy="1352700"/>
            </a:xfrm>
            <a:prstGeom prst="rect">
              <a:avLst/>
            </a:prstGeom>
            <a:noFill/>
            <a:ln cap="flat" cmpd="sng" w="2857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28" name="Google Shape;428;p12"/>
            <p:cNvCxnSpPr/>
            <p:nvPr/>
          </p:nvCxnSpPr>
          <p:spPr>
            <a:xfrm>
              <a:off x="6567950" y="2384700"/>
              <a:ext cx="3792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dash"/>
              <a:round/>
              <a:headEnd len="sm" w="sm" type="none"/>
              <a:tailEnd len="sm" w="sm" type="none"/>
            </a:ln>
          </p:spPr>
        </p:cxnSp>
        <p:cxnSp>
          <p:nvCxnSpPr>
            <p:cNvPr id="429" name="Google Shape;429;p12"/>
            <p:cNvCxnSpPr/>
            <p:nvPr/>
          </p:nvCxnSpPr>
          <p:spPr>
            <a:xfrm>
              <a:off x="6567950" y="2985075"/>
              <a:ext cx="379200" cy="0"/>
            </a:xfrm>
            <a:prstGeom prst="straightConnector1">
              <a:avLst/>
            </a:prstGeom>
            <a:noFill/>
            <a:ln cap="flat" cmpd="sng" w="2857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430" name="Google Shape;430;p12"/>
            <p:cNvGrpSpPr/>
            <p:nvPr/>
          </p:nvGrpSpPr>
          <p:grpSpPr>
            <a:xfrm>
              <a:off x="6543492" y="2051905"/>
              <a:ext cx="218304" cy="337614"/>
              <a:chOff x="8615101" y="3738687"/>
              <a:chExt cx="207573" cy="320956"/>
            </a:xfrm>
          </p:grpSpPr>
          <p:sp>
            <p:nvSpPr>
              <p:cNvPr id="431" name="Google Shape;431;p12"/>
              <p:cNvSpPr/>
              <p:nvPr/>
            </p:nvSpPr>
            <p:spPr>
              <a:xfrm>
                <a:off x="8646134" y="3738687"/>
                <a:ext cx="12248" cy="309245"/>
              </a:xfrm>
              <a:custGeom>
                <a:rect b="b" l="l" r="r" t="t"/>
                <a:pathLst>
                  <a:path extrusionOk="0" h="34011" w="1347">
                    <a:moveTo>
                      <a:pt x="0" y="0"/>
                    </a:moveTo>
                    <a:lnTo>
                      <a:pt x="0" y="34010"/>
                    </a:lnTo>
                    <a:lnTo>
                      <a:pt x="1347" y="34010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p12"/>
              <p:cNvSpPr/>
              <p:nvPr/>
            </p:nvSpPr>
            <p:spPr>
              <a:xfrm>
                <a:off x="8615101" y="4044004"/>
                <a:ext cx="76332" cy="15639"/>
              </a:xfrm>
              <a:custGeom>
                <a:rect b="b" l="l" r="r" t="t"/>
                <a:pathLst>
                  <a:path extrusionOk="0" h="1720" w="8395">
                    <a:moveTo>
                      <a:pt x="4195" y="0"/>
                    </a:moveTo>
                    <a:cubicBezTo>
                      <a:pt x="1875" y="0"/>
                      <a:pt x="0" y="382"/>
                      <a:pt x="0" y="862"/>
                    </a:cubicBezTo>
                    <a:cubicBezTo>
                      <a:pt x="0" y="1338"/>
                      <a:pt x="1875" y="1720"/>
                      <a:pt x="4195" y="1720"/>
                    </a:cubicBezTo>
                    <a:cubicBezTo>
                      <a:pt x="6515" y="1720"/>
                      <a:pt x="8395" y="1338"/>
                      <a:pt x="8395" y="862"/>
                    </a:cubicBezTo>
                    <a:cubicBezTo>
                      <a:pt x="8395" y="382"/>
                      <a:pt x="6515" y="0"/>
                      <a:pt x="41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p12"/>
              <p:cNvSpPr/>
              <p:nvPr/>
            </p:nvSpPr>
            <p:spPr>
              <a:xfrm>
                <a:off x="8651953" y="3738687"/>
                <a:ext cx="170721" cy="99808"/>
              </a:xfrm>
              <a:custGeom>
                <a:rect b="b" l="l" r="r" t="t"/>
                <a:pathLst>
                  <a:path extrusionOk="0" h="10977" w="18776">
                    <a:moveTo>
                      <a:pt x="707" y="0"/>
                    </a:moveTo>
                    <a:lnTo>
                      <a:pt x="0" y="10977"/>
                    </a:lnTo>
                    <a:lnTo>
                      <a:pt x="18776" y="4360"/>
                    </a:lnTo>
                    <a:lnTo>
                      <a:pt x="707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34" name="Google Shape;434;p12"/>
            <p:cNvGrpSpPr/>
            <p:nvPr/>
          </p:nvGrpSpPr>
          <p:grpSpPr>
            <a:xfrm>
              <a:off x="6567954" y="2653628"/>
              <a:ext cx="218304" cy="337614"/>
              <a:chOff x="8615101" y="3738687"/>
              <a:chExt cx="207573" cy="320956"/>
            </a:xfrm>
          </p:grpSpPr>
          <p:sp>
            <p:nvSpPr>
              <p:cNvPr id="435" name="Google Shape;435;p12"/>
              <p:cNvSpPr/>
              <p:nvPr/>
            </p:nvSpPr>
            <p:spPr>
              <a:xfrm>
                <a:off x="8646134" y="3738687"/>
                <a:ext cx="12248" cy="309245"/>
              </a:xfrm>
              <a:custGeom>
                <a:rect b="b" l="l" r="r" t="t"/>
                <a:pathLst>
                  <a:path extrusionOk="0" h="34011" w="1347">
                    <a:moveTo>
                      <a:pt x="0" y="0"/>
                    </a:moveTo>
                    <a:lnTo>
                      <a:pt x="0" y="34010"/>
                    </a:lnTo>
                    <a:lnTo>
                      <a:pt x="1347" y="34010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p12"/>
              <p:cNvSpPr/>
              <p:nvPr/>
            </p:nvSpPr>
            <p:spPr>
              <a:xfrm>
                <a:off x="8615101" y="4044004"/>
                <a:ext cx="76332" cy="15639"/>
              </a:xfrm>
              <a:custGeom>
                <a:rect b="b" l="l" r="r" t="t"/>
                <a:pathLst>
                  <a:path extrusionOk="0" h="1720" w="8395">
                    <a:moveTo>
                      <a:pt x="4195" y="0"/>
                    </a:moveTo>
                    <a:cubicBezTo>
                      <a:pt x="1875" y="0"/>
                      <a:pt x="0" y="382"/>
                      <a:pt x="0" y="862"/>
                    </a:cubicBezTo>
                    <a:cubicBezTo>
                      <a:pt x="0" y="1338"/>
                      <a:pt x="1875" y="1720"/>
                      <a:pt x="4195" y="1720"/>
                    </a:cubicBezTo>
                    <a:cubicBezTo>
                      <a:pt x="6515" y="1720"/>
                      <a:pt x="8395" y="1338"/>
                      <a:pt x="8395" y="862"/>
                    </a:cubicBezTo>
                    <a:cubicBezTo>
                      <a:pt x="8395" y="382"/>
                      <a:pt x="6515" y="0"/>
                      <a:pt x="41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p12"/>
              <p:cNvSpPr/>
              <p:nvPr/>
            </p:nvSpPr>
            <p:spPr>
              <a:xfrm>
                <a:off x="8651953" y="3738687"/>
                <a:ext cx="170721" cy="99808"/>
              </a:xfrm>
              <a:custGeom>
                <a:rect b="b" l="l" r="r" t="t"/>
                <a:pathLst>
                  <a:path extrusionOk="0" h="10977" w="18776">
                    <a:moveTo>
                      <a:pt x="707" y="0"/>
                    </a:moveTo>
                    <a:lnTo>
                      <a:pt x="0" y="10977"/>
                    </a:lnTo>
                    <a:lnTo>
                      <a:pt x="18776" y="4360"/>
                    </a:lnTo>
                    <a:lnTo>
                      <a:pt x="70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" name="Google Shape;442;p13"/>
          <p:cNvSpPr txBox="1"/>
          <p:nvPr>
            <p:ph type="title"/>
          </p:nvPr>
        </p:nvSpPr>
        <p:spPr>
          <a:xfrm>
            <a:off x="583850" y="526700"/>
            <a:ext cx="4987500" cy="129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INFOGRAPHICS MAKE YOUR IDEA</a:t>
            </a:r>
            <a:endParaRPr/>
          </a:p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UNDERSTANDABLE...</a:t>
            </a:r>
            <a:endParaRPr/>
          </a:p>
        </p:txBody>
      </p:sp>
      <p:sp>
        <p:nvSpPr>
          <p:cNvPr id="443" name="Google Shape;443;p13"/>
          <p:cNvSpPr/>
          <p:nvPr/>
        </p:nvSpPr>
        <p:spPr>
          <a:xfrm>
            <a:off x="713219" y="2848596"/>
            <a:ext cx="403714" cy="400113"/>
          </a:xfrm>
          <a:custGeom>
            <a:rect b="b" l="l" r="r" t="t"/>
            <a:pathLst>
              <a:path extrusionOk="0" h="18119" w="18280">
                <a:moveTo>
                  <a:pt x="8432" y="2598"/>
                </a:moveTo>
                <a:cubicBezTo>
                  <a:pt x="8456" y="2598"/>
                  <a:pt x="8480" y="2599"/>
                  <a:pt x="8504" y="2602"/>
                </a:cubicBezTo>
                <a:cubicBezTo>
                  <a:pt x="8789" y="2638"/>
                  <a:pt x="9003" y="2923"/>
                  <a:pt x="8931" y="3207"/>
                </a:cubicBezTo>
                <a:lnTo>
                  <a:pt x="8682" y="4808"/>
                </a:lnTo>
                <a:lnTo>
                  <a:pt x="7615" y="4630"/>
                </a:lnTo>
                <a:lnTo>
                  <a:pt x="7900" y="3029"/>
                </a:lnTo>
                <a:cubicBezTo>
                  <a:pt x="7932" y="2769"/>
                  <a:pt x="8173" y="2598"/>
                  <a:pt x="8432" y="2598"/>
                </a:cubicBezTo>
                <a:close/>
                <a:moveTo>
                  <a:pt x="10492" y="2980"/>
                </a:moveTo>
                <a:cubicBezTo>
                  <a:pt x="10529" y="2980"/>
                  <a:pt x="10566" y="2984"/>
                  <a:pt x="10604" y="2994"/>
                </a:cubicBezTo>
                <a:cubicBezTo>
                  <a:pt x="10888" y="3029"/>
                  <a:pt x="11102" y="3314"/>
                  <a:pt x="11031" y="3599"/>
                </a:cubicBezTo>
                <a:lnTo>
                  <a:pt x="10782" y="5164"/>
                </a:lnTo>
                <a:lnTo>
                  <a:pt x="9714" y="4986"/>
                </a:lnTo>
                <a:lnTo>
                  <a:pt x="9999" y="3421"/>
                </a:lnTo>
                <a:cubicBezTo>
                  <a:pt x="10030" y="3174"/>
                  <a:pt x="10249" y="2980"/>
                  <a:pt x="10492" y="2980"/>
                </a:cubicBezTo>
                <a:close/>
                <a:moveTo>
                  <a:pt x="12630" y="3345"/>
                </a:moveTo>
                <a:cubicBezTo>
                  <a:pt x="12655" y="3345"/>
                  <a:pt x="12679" y="3347"/>
                  <a:pt x="12703" y="3350"/>
                </a:cubicBezTo>
                <a:cubicBezTo>
                  <a:pt x="12988" y="3385"/>
                  <a:pt x="13201" y="3670"/>
                  <a:pt x="13130" y="3954"/>
                </a:cubicBezTo>
                <a:lnTo>
                  <a:pt x="12881" y="5520"/>
                </a:lnTo>
                <a:lnTo>
                  <a:pt x="11813" y="5342"/>
                </a:lnTo>
                <a:lnTo>
                  <a:pt x="12098" y="3777"/>
                </a:lnTo>
                <a:cubicBezTo>
                  <a:pt x="12131" y="3516"/>
                  <a:pt x="12372" y="3345"/>
                  <a:pt x="12630" y="3345"/>
                </a:cubicBezTo>
                <a:close/>
                <a:moveTo>
                  <a:pt x="5477" y="6823"/>
                </a:moveTo>
                <a:cubicBezTo>
                  <a:pt x="5513" y="6823"/>
                  <a:pt x="5549" y="6827"/>
                  <a:pt x="5587" y="6836"/>
                </a:cubicBezTo>
                <a:cubicBezTo>
                  <a:pt x="5907" y="6872"/>
                  <a:pt x="6085" y="7121"/>
                  <a:pt x="6049" y="7441"/>
                </a:cubicBezTo>
                <a:lnTo>
                  <a:pt x="5444" y="10786"/>
                </a:lnTo>
                <a:lnTo>
                  <a:pt x="4413" y="10572"/>
                </a:lnTo>
                <a:lnTo>
                  <a:pt x="4982" y="7263"/>
                </a:lnTo>
                <a:cubicBezTo>
                  <a:pt x="5044" y="7016"/>
                  <a:pt x="5240" y="6823"/>
                  <a:pt x="5477" y="6823"/>
                </a:cubicBezTo>
                <a:close/>
                <a:moveTo>
                  <a:pt x="7587" y="7207"/>
                </a:moveTo>
                <a:cubicBezTo>
                  <a:pt x="7869" y="7207"/>
                  <a:pt x="8153" y="7418"/>
                  <a:pt x="8113" y="7797"/>
                </a:cubicBezTo>
                <a:lnTo>
                  <a:pt x="7544" y="11142"/>
                </a:lnTo>
                <a:lnTo>
                  <a:pt x="6476" y="10964"/>
                </a:lnTo>
                <a:lnTo>
                  <a:pt x="7081" y="7619"/>
                </a:lnTo>
                <a:cubicBezTo>
                  <a:pt x="7144" y="7338"/>
                  <a:pt x="7365" y="7207"/>
                  <a:pt x="7587" y="7207"/>
                </a:cubicBezTo>
                <a:close/>
                <a:moveTo>
                  <a:pt x="9677" y="7577"/>
                </a:moveTo>
                <a:cubicBezTo>
                  <a:pt x="9972" y="7577"/>
                  <a:pt x="10273" y="7801"/>
                  <a:pt x="10212" y="8189"/>
                </a:cubicBezTo>
                <a:lnTo>
                  <a:pt x="9643" y="11533"/>
                </a:lnTo>
                <a:lnTo>
                  <a:pt x="8576" y="11320"/>
                </a:lnTo>
                <a:lnTo>
                  <a:pt x="9180" y="7975"/>
                </a:lnTo>
                <a:cubicBezTo>
                  <a:pt x="9241" y="7702"/>
                  <a:pt x="9458" y="7577"/>
                  <a:pt x="9677" y="7577"/>
                </a:cubicBezTo>
                <a:close/>
                <a:moveTo>
                  <a:pt x="11791" y="7913"/>
                </a:moveTo>
                <a:cubicBezTo>
                  <a:pt x="12090" y="7913"/>
                  <a:pt x="12392" y="8145"/>
                  <a:pt x="12312" y="8544"/>
                </a:cubicBezTo>
                <a:lnTo>
                  <a:pt x="11742" y="11889"/>
                </a:lnTo>
                <a:lnTo>
                  <a:pt x="10675" y="11711"/>
                </a:lnTo>
                <a:lnTo>
                  <a:pt x="11280" y="8366"/>
                </a:lnTo>
                <a:cubicBezTo>
                  <a:pt x="11327" y="8054"/>
                  <a:pt x="11558" y="7913"/>
                  <a:pt x="11791" y="7913"/>
                </a:cubicBezTo>
                <a:close/>
                <a:moveTo>
                  <a:pt x="13896" y="8310"/>
                </a:moveTo>
                <a:cubicBezTo>
                  <a:pt x="14184" y="8310"/>
                  <a:pt x="14471" y="8521"/>
                  <a:pt x="14411" y="8900"/>
                </a:cubicBezTo>
                <a:lnTo>
                  <a:pt x="13842" y="12245"/>
                </a:lnTo>
                <a:lnTo>
                  <a:pt x="12774" y="12067"/>
                </a:lnTo>
                <a:lnTo>
                  <a:pt x="13379" y="8722"/>
                </a:lnTo>
                <a:cubicBezTo>
                  <a:pt x="13442" y="8441"/>
                  <a:pt x="13669" y="8310"/>
                  <a:pt x="13896" y="8310"/>
                </a:cubicBezTo>
                <a:close/>
                <a:moveTo>
                  <a:pt x="4413" y="12957"/>
                </a:moveTo>
                <a:cubicBezTo>
                  <a:pt x="4698" y="12957"/>
                  <a:pt x="4987" y="13179"/>
                  <a:pt x="4946" y="13561"/>
                </a:cubicBezTo>
                <a:lnTo>
                  <a:pt x="4341" y="17013"/>
                </a:lnTo>
                <a:lnTo>
                  <a:pt x="3274" y="17013"/>
                </a:lnTo>
                <a:lnTo>
                  <a:pt x="3915" y="13383"/>
                </a:lnTo>
                <a:cubicBezTo>
                  <a:pt x="3976" y="13089"/>
                  <a:pt x="4193" y="12957"/>
                  <a:pt x="4413" y="12957"/>
                </a:cubicBezTo>
                <a:close/>
                <a:moveTo>
                  <a:pt x="6507" y="13298"/>
                </a:moveTo>
                <a:cubicBezTo>
                  <a:pt x="6544" y="13298"/>
                  <a:pt x="6581" y="13303"/>
                  <a:pt x="6619" y="13312"/>
                </a:cubicBezTo>
                <a:cubicBezTo>
                  <a:pt x="6903" y="13348"/>
                  <a:pt x="7117" y="13597"/>
                  <a:pt x="7046" y="13917"/>
                </a:cubicBezTo>
                <a:lnTo>
                  <a:pt x="6512" y="17013"/>
                </a:lnTo>
                <a:lnTo>
                  <a:pt x="5409" y="17013"/>
                </a:lnTo>
                <a:lnTo>
                  <a:pt x="6014" y="13739"/>
                </a:lnTo>
                <a:cubicBezTo>
                  <a:pt x="6045" y="13492"/>
                  <a:pt x="6263" y="13298"/>
                  <a:pt x="6507" y="13298"/>
                </a:cubicBezTo>
                <a:close/>
                <a:moveTo>
                  <a:pt x="8610" y="13697"/>
                </a:moveTo>
                <a:cubicBezTo>
                  <a:pt x="8905" y="13697"/>
                  <a:pt x="9206" y="13921"/>
                  <a:pt x="9145" y="14308"/>
                </a:cubicBezTo>
                <a:lnTo>
                  <a:pt x="8682" y="17013"/>
                </a:lnTo>
                <a:lnTo>
                  <a:pt x="7615" y="17013"/>
                </a:lnTo>
                <a:lnTo>
                  <a:pt x="8113" y="14095"/>
                </a:lnTo>
                <a:cubicBezTo>
                  <a:pt x="8174" y="13821"/>
                  <a:pt x="8390" y="13697"/>
                  <a:pt x="8610" y="13697"/>
                </a:cubicBezTo>
                <a:close/>
                <a:moveTo>
                  <a:pt x="10711" y="14060"/>
                </a:moveTo>
                <a:cubicBezTo>
                  <a:pt x="10996" y="14060"/>
                  <a:pt x="11284" y="14282"/>
                  <a:pt x="11244" y="14664"/>
                </a:cubicBezTo>
                <a:lnTo>
                  <a:pt x="10817" y="17013"/>
                </a:lnTo>
                <a:lnTo>
                  <a:pt x="9750" y="17013"/>
                </a:lnTo>
                <a:lnTo>
                  <a:pt x="10212" y="14486"/>
                </a:lnTo>
                <a:cubicBezTo>
                  <a:pt x="10274" y="14192"/>
                  <a:pt x="10491" y="14060"/>
                  <a:pt x="10711" y="14060"/>
                </a:cubicBezTo>
                <a:close/>
                <a:moveTo>
                  <a:pt x="12805" y="14401"/>
                </a:moveTo>
                <a:cubicBezTo>
                  <a:pt x="12842" y="14401"/>
                  <a:pt x="12879" y="14406"/>
                  <a:pt x="12916" y="14415"/>
                </a:cubicBezTo>
                <a:cubicBezTo>
                  <a:pt x="13201" y="14451"/>
                  <a:pt x="13415" y="14735"/>
                  <a:pt x="13343" y="15020"/>
                </a:cubicBezTo>
                <a:lnTo>
                  <a:pt x="12988" y="17013"/>
                </a:lnTo>
                <a:lnTo>
                  <a:pt x="11920" y="17013"/>
                </a:lnTo>
                <a:lnTo>
                  <a:pt x="12276" y="14842"/>
                </a:lnTo>
                <a:cubicBezTo>
                  <a:pt x="12338" y="14595"/>
                  <a:pt x="12561" y="14401"/>
                  <a:pt x="12805" y="14401"/>
                </a:cubicBezTo>
                <a:close/>
                <a:moveTo>
                  <a:pt x="5657" y="1"/>
                </a:moveTo>
                <a:cubicBezTo>
                  <a:pt x="5398" y="1"/>
                  <a:pt x="5157" y="174"/>
                  <a:pt x="5124" y="468"/>
                </a:cubicBezTo>
                <a:cubicBezTo>
                  <a:pt x="5053" y="752"/>
                  <a:pt x="5267" y="1037"/>
                  <a:pt x="5551" y="1072"/>
                </a:cubicBezTo>
                <a:lnTo>
                  <a:pt x="6085" y="1144"/>
                </a:lnTo>
                <a:lnTo>
                  <a:pt x="5516" y="4275"/>
                </a:lnTo>
                <a:lnTo>
                  <a:pt x="2918" y="3812"/>
                </a:lnTo>
                <a:cubicBezTo>
                  <a:pt x="2895" y="3810"/>
                  <a:pt x="2872" y="3808"/>
                  <a:pt x="2850" y="3808"/>
                </a:cubicBezTo>
                <a:cubicBezTo>
                  <a:pt x="2231" y="3808"/>
                  <a:pt x="2088" y="4742"/>
                  <a:pt x="2740" y="4880"/>
                </a:cubicBezTo>
                <a:lnTo>
                  <a:pt x="3274" y="4986"/>
                </a:lnTo>
                <a:lnTo>
                  <a:pt x="2313" y="10252"/>
                </a:lnTo>
                <a:lnTo>
                  <a:pt x="1815" y="10181"/>
                </a:lnTo>
                <a:cubicBezTo>
                  <a:pt x="1781" y="10176"/>
                  <a:pt x="1748" y="10173"/>
                  <a:pt x="1716" y="10173"/>
                </a:cubicBezTo>
                <a:cubicBezTo>
                  <a:pt x="1123" y="10173"/>
                  <a:pt x="994" y="11078"/>
                  <a:pt x="1602" y="11213"/>
                </a:cubicBezTo>
                <a:lnTo>
                  <a:pt x="2135" y="11320"/>
                </a:lnTo>
                <a:lnTo>
                  <a:pt x="1139" y="17048"/>
                </a:lnTo>
                <a:lnTo>
                  <a:pt x="641" y="17048"/>
                </a:lnTo>
                <a:cubicBezTo>
                  <a:pt x="1" y="17119"/>
                  <a:pt x="1" y="18044"/>
                  <a:pt x="641" y="18116"/>
                </a:cubicBezTo>
                <a:lnTo>
                  <a:pt x="15549" y="18116"/>
                </a:lnTo>
                <a:cubicBezTo>
                  <a:pt x="15572" y="18118"/>
                  <a:pt x="15594" y="18119"/>
                  <a:pt x="15615" y="18119"/>
                </a:cubicBezTo>
                <a:cubicBezTo>
                  <a:pt x="16310" y="18119"/>
                  <a:pt x="16310" y="17045"/>
                  <a:pt x="15615" y="17045"/>
                </a:cubicBezTo>
                <a:cubicBezTo>
                  <a:pt x="15594" y="17045"/>
                  <a:pt x="15572" y="17046"/>
                  <a:pt x="15549" y="17048"/>
                </a:cubicBezTo>
                <a:lnTo>
                  <a:pt x="15158" y="17048"/>
                </a:lnTo>
                <a:lnTo>
                  <a:pt x="15763" y="13704"/>
                </a:lnTo>
                <a:lnTo>
                  <a:pt x="16297" y="13810"/>
                </a:lnTo>
                <a:cubicBezTo>
                  <a:pt x="16339" y="13819"/>
                  <a:pt x="16379" y="13823"/>
                  <a:pt x="16417" y="13823"/>
                </a:cubicBezTo>
                <a:cubicBezTo>
                  <a:pt x="16992" y="13823"/>
                  <a:pt x="17108" y="12879"/>
                  <a:pt x="16475" y="12778"/>
                </a:cubicBezTo>
                <a:lnTo>
                  <a:pt x="15941" y="12672"/>
                </a:lnTo>
                <a:lnTo>
                  <a:pt x="16866" y="7370"/>
                </a:lnTo>
                <a:lnTo>
                  <a:pt x="17400" y="7477"/>
                </a:lnTo>
                <a:cubicBezTo>
                  <a:pt x="17443" y="7486"/>
                  <a:pt x="17484" y="7490"/>
                  <a:pt x="17523" y="7490"/>
                </a:cubicBezTo>
                <a:cubicBezTo>
                  <a:pt x="18134" y="7490"/>
                  <a:pt x="18280" y="6510"/>
                  <a:pt x="17578" y="6410"/>
                </a:cubicBezTo>
                <a:lnTo>
                  <a:pt x="17578" y="6374"/>
                </a:lnTo>
                <a:lnTo>
                  <a:pt x="14945" y="5911"/>
                </a:lnTo>
                <a:lnTo>
                  <a:pt x="15514" y="2816"/>
                </a:lnTo>
                <a:lnTo>
                  <a:pt x="16048" y="2887"/>
                </a:lnTo>
                <a:cubicBezTo>
                  <a:pt x="16091" y="2896"/>
                  <a:pt x="16133" y="2900"/>
                  <a:pt x="16172" y="2900"/>
                </a:cubicBezTo>
                <a:cubicBezTo>
                  <a:pt x="16747" y="2900"/>
                  <a:pt x="16891" y="1988"/>
                  <a:pt x="16225" y="1855"/>
                </a:cubicBezTo>
                <a:lnTo>
                  <a:pt x="5729" y="5"/>
                </a:lnTo>
                <a:cubicBezTo>
                  <a:pt x="5705" y="2"/>
                  <a:pt x="5681" y="1"/>
                  <a:pt x="565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4" name="Google Shape;444;p13"/>
          <p:cNvGrpSpPr/>
          <p:nvPr/>
        </p:nvGrpSpPr>
        <p:grpSpPr>
          <a:xfrm>
            <a:off x="729837" y="3445315"/>
            <a:ext cx="403139" cy="335698"/>
            <a:chOff x="2102092" y="4063451"/>
            <a:chExt cx="403139" cy="335698"/>
          </a:xfrm>
        </p:grpSpPr>
        <p:sp>
          <p:nvSpPr>
            <p:cNvPr id="445" name="Google Shape;445;p13"/>
            <p:cNvSpPr/>
            <p:nvPr/>
          </p:nvSpPr>
          <p:spPr>
            <a:xfrm>
              <a:off x="2102092" y="4196608"/>
              <a:ext cx="75442" cy="56399"/>
            </a:xfrm>
            <a:custGeom>
              <a:rect b="b" l="l" r="r" t="t"/>
              <a:pathLst>
                <a:path extrusionOk="0" h="2554" w="3416">
                  <a:moveTo>
                    <a:pt x="949" y="0"/>
                  </a:moveTo>
                  <a:cubicBezTo>
                    <a:pt x="785" y="0"/>
                    <a:pt x="623" y="9"/>
                    <a:pt x="463" y="27"/>
                  </a:cubicBezTo>
                  <a:cubicBezTo>
                    <a:pt x="142" y="27"/>
                    <a:pt x="0" y="383"/>
                    <a:pt x="178" y="632"/>
                  </a:cubicBezTo>
                  <a:lnTo>
                    <a:pt x="1459" y="2553"/>
                  </a:lnTo>
                  <a:cubicBezTo>
                    <a:pt x="1495" y="2535"/>
                    <a:pt x="1530" y="2526"/>
                    <a:pt x="1561" y="2526"/>
                  </a:cubicBezTo>
                  <a:cubicBezTo>
                    <a:pt x="1592" y="2526"/>
                    <a:pt x="1619" y="2535"/>
                    <a:pt x="1637" y="2553"/>
                  </a:cubicBezTo>
                  <a:lnTo>
                    <a:pt x="3416" y="2518"/>
                  </a:lnTo>
                  <a:lnTo>
                    <a:pt x="2420" y="240"/>
                  </a:lnTo>
                  <a:cubicBezTo>
                    <a:pt x="1939" y="80"/>
                    <a:pt x="1439" y="0"/>
                    <a:pt x="9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13"/>
            <p:cNvSpPr/>
            <p:nvPr/>
          </p:nvSpPr>
          <p:spPr>
            <a:xfrm>
              <a:off x="2147653" y="4117796"/>
              <a:ext cx="85690" cy="135984"/>
            </a:xfrm>
            <a:custGeom>
              <a:rect b="b" l="l" r="r" t="t"/>
              <a:pathLst>
                <a:path extrusionOk="0" h="6158" w="3880">
                  <a:moveTo>
                    <a:pt x="1682" y="1"/>
                  </a:moveTo>
                  <a:cubicBezTo>
                    <a:pt x="1430" y="1"/>
                    <a:pt x="1178" y="13"/>
                    <a:pt x="926" y="38"/>
                  </a:cubicBezTo>
                  <a:lnTo>
                    <a:pt x="428" y="109"/>
                  </a:lnTo>
                  <a:cubicBezTo>
                    <a:pt x="179" y="145"/>
                    <a:pt x="1" y="429"/>
                    <a:pt x="108" y="643"/>
                  </a:cubicBezTo>
                  <a:lnTo>
                    <a:pt x="2491" y="6087"/>
                  </a:lnTo>
                  <a:lnTo>
                    <a:pt x="3488" y="6087"/>
                  </a:lnTo>
                  <a:cubicBezTo>
                    <a:pt x="3630" y="6087"/>
                    <a:pt x="3737" y="6122"/>
                    <a:pt x="3844" y="6158"/>
                  </a:cubicBezTo>
                  <a:lnTo>
                    <a:pt x="3879" y="6158"/>
                  </a:lnTo>
                  <a:lnTo>
                    <a:pt x="3061" y="109"/>
                  </a:lnTo>
                  <a:cubicBezTo>
                    <a:pt x="2601" y="40"/>
                    <a:pt x="2142" y="1"/>
                    <a:pt x="16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13"/>
            <p:cNvSpPr/>
            <p:nvPr/>
          </p:nvSpPr>
          <p:spPr>
            <a:xfrm>
              <a:off x="2302469" y="4130250"/>
              <a:ext cx="202762" cy="143956"/>
            </a:xfrm>
            <a:custGeom>
              <a:rect b="b" l="l" r="r" t="t"/>
              <a:pathLst>
                <a:path extrusionOk="0" h="6519" w="9181">
                  <a:moveTo>
                    <a:pt x="7918" y="0"/>
                  </a:moveTo>
                  <a:cubicBezTo>
                    <a:pt x="4091" y="0"/>
                    <a:pt x="730" y="2702"/>
                    <a:pt x="0" y="6519"/>
                  </a:cubicBezTo>
                  <a:lnTo>
                    <a:pt x="7116" y="6519"/>
                  </a:lnTo>
                  <a:lnTo>
                    <a:pt x="9109" y="577"/>
                  </a:lnTo>
                  <a:cubicBezTo>
                    <a:pt x="9180" y="328"/>
                    <a:pt x="9002" y="43"/>
                    <a:pt x="8753" y="43"/>
                  </a:cubicBezTo>
                  <a:cubicBezTo>
                    <a:pt x="8473" y="14"/>
                    <a:pt x="8194" y="0"/>
                    <a:pt x="79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13"/>
            <p:cNvSpPr/>
            <p:nvPr/>
          </p:nvSpPr>
          <p:spPr>
            <a:xfrm>
              <a:off x="2231731" y="4063451"/>
              <a:ext cx="162700" cy="206052"/>
            </a:xfrm>
            <a:custGeom>
              <a:rect b="b" l="l" r="r" t="t"/>
              <a:pathLst>
                <a:path extrusionOk="0" h="9331" w="7367">
                  <a:moveTo>
                    <a:pt x="771" y="0"/>
                  </a:moveTo>
                  <a:cubicBezTo>
                    <a:pt x="645" y="0"/>
                    <a:pt x="519" y="3"/>
                    <a:pt x="392" y="8"/>
                  </a:cubicBezTo>
                  <a:cubicBezTo>
                    <a:pt x="143" y="44"/>
                    <a:pt x="1" y="222"/>
                    <a:pt x="1" y="471"/>
                  </a:cubicBezTo>
                  <a:lnTo>
                    <a:pt x="1211" y="9010"/>
                  </a:lnTo>
                  <a:lnTo>
                    <a:pt x="2136" y="9330"/>
                  </a:lnTo>
                  <a:cubicBezTo>
                    <a:pt x="2527" y="7480"/>
                    <a:pt x="3452" y="5737"/>
                    <a:pt x="4876" y="4456"/>
                  </a:cubicBezTo>
                  <a:cubicBezTo>
                    <a:pt x="5587" y="3744"/>
                    <a:pt x="6441" y="3175"/>
                    <a:pt x="7366" y="2784"/>
                  </a:cubicBezTo>
                  <a:cubicBezTo>
                    <a:pt x="5606" y="989"/>
                    <a:pt x="3234" y="0"/>
                    <a:pt x="7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13"/>
            <p:cNvSpPr/>
            <p:nvPr/>
          </p:nvSpPr>
          <p:spPr>
            <a:xfrm>
              <a:off x="2103660" y="4359842"/>
              <a:ext cx="399981" cy="39307"/>
            </a:xfrm>
            <a:custGeom>
              <a:rect b="b" l="l" r="r" t="t"/>
              <a:pathLst>
                <a:path extrusionOk="0" h="1780" w="18111">
                  <a:moveTo>
                    <a:pt x="392" y="0"/>
                  </a:moveTo>
                  <a:cubicBezTo>
                    <a:pt x="178" y="0"/>
                    <a:pt x="0" y="142"/>
                    <a:pt x="36" y="356"/>
                  </a:cubicBezTo>
                  <a:lnTo>
                    <a:pt x="36" y="1779"/>
                  </a:lnTo>
                  <a:lnTo>
                    <a:pt x="18111" y="1779"/>
                  </a:lnTo>
                  <a:lnTo>
                    <a:pt x="18111" y="356"/>
                  </a:lnTo>
                  <a:cubicBezTo>
                    <a:pt x="18111" y="178"/>
                    <a:pt x="17933" y="0"/>
                    <a:pt x="177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13"/>
            <p:cNvSpPr/>
            <p:nvPr/>
          </p:nvSpPr>
          <p:spPr>
            <a:xfrm>
              <a:off x="2130383" y="4275752"/>
              <a:ext cx="346558" cy="61323"/>
            </a:xfrm>
            <a:custGeom>
              <a:rect b="b" l="l" r="r" t="t"/>
              <a:pathLst>
                <a:path extrusionOk="0" h="2777" w="15692">
                  <a:moveTo>
                    <a:pt x="356" y="1"/>
                  </a:moveTo>
                  <a:cubicBezTo>
                    <a:pt x="178" y="1"/>
                    <a:pt x="0" y="143"/>
                    <a:pt x="0" y="357"/>
                  </a:cubicBezTo>
                  <a:lnTo>
                    <a:pt x="0" y="2776"/>
                  </a:lnTo>
                  <a:lnTo>
                    <a:pt x="15691" y="2776"/>
                  </a:lnTo>
                  <a:lnTo>
                    <a:pt x="15691" y="1353"/>
                  </a:lnTo>
                  <a:cubicBezTo>
                    <a:pt x="15691" y="1140"/>
                    <a:pt x="15513" y="997"/>
                    <a:pt x="15335" y="997"/>
                  </a:cubicBezTo>
                  <a:lnTo>
                    <a:pt x="7116" y="997"/>
                  </a:lnTo>
                  <a:lnTo>
                    <a:pt x="4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1" name="Google Shape;451;p13"/>
          <p:cNvGrpSpPr/>
          <p:nvPr/>
        </p:nvGrpSpPr>
        <p:grpSpPr>
          <a:xfrm>
            <a:off x="3328224" y="2864149"/>
            <a:ext cx="418864" cy="399362"/>
            <a:chOff x="3392364" y="4031409"/>
            <a:chExt cx="418864" cy="399362"/>
          </a:xfrm>
        </p:grpSpPr>
        <p:sp>
          <p:nvSpPr>
            <p:cNvPr id="452" name="Google Shape;452;p13"/>
            <p:cNvSpPr/>
            <p:nvPr/>
          </p:nvSpPr>
          <p:spPr>
            <a:xfrm>
              <a:off x="3632008" y="4171964"/>
              <a:ext cx="179220" cy="258763"/>
            </a:xfrm>
            <a:custGeom>
              <a:rect b="b" l="l" r="r" t="t"/>
              <a:pathLst>
                <a:path extrusionOk="0" h="11718" w="8115">
                  <a:moveTo>
                    <a:pt x="442" y="0"/>
                  </a:moveTo>
                  <a:cubicBezTo>
                    <a:pt x="225" y="0"/>
                    <a:pt x="1" y="201"/>
                    <a:pt x="73" y="467"/>
                  </a:cubicBezTo>
                  <a:lnTo>
                    <a:pt x="3382" y="11710"/>
                  </a:lnTo>
                  <a:lnTo>
                    <a:pt x="7510" y="11710"/>
                  </a:lnTo>
                  <a:cubicBezTo>
                    <a:pt x="7533" y="11715"/>
                    <a:pt x="7557" y="11717"/>
                    <a:pt x="7581" y="11717"/>
                  </a:cubicBezTo>
                  <a:cubicBezTo>
                    <a:pt x="7734" y="11717"/>
                    <a:pt x="7880" y="11625"/>
                    <a:pt x="7972" y="11532"/>
                  </a:cubicBezTo>
                  <a:cubicBezTo>
                    <a:pt x="8115" y="11319"/>
                    <a:pt x="8079" y="11070"/>
                    <a:pt x="7972" y="10892"/>
                  </a:cubicBezTo>
                  <a:lnTo>
                    <a:pt x="6585" y="8864"/>
                  </a:lnTo>
                  <a:lnTo>
                    <a:pt x="3916" y="8864"/>
                  </a:lnTo>
                  <a:cubicBezTo>
                    <a:pt x="3204" y="8864"/>
                    <a:pt x="3204" y="7832"/>
                    <a:pt x="3916" y="7796"/>
                  </a:cubicBezTo>
                  <a:lnTo>
                    <a:pt x="5873" y="7796"/>
                  </a:lnTo>
                  <a:cubicBezTo>
                    <a:pt x="5873" y="7796"/>
                    <a:pt x="2600" y="2922"/>
                    <a:pt x="714" y="147"/>
                  </a:cubicBezTo>
                  <a:cubicBezTo>
                    <a:pt x="645" y="44"/>
                    <a:pt x="545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13"/>
            <p:cNvSpPr/>
            <p:nvPr/>
          </p:nvSpPr>
          <p:spPr>
            <a:xfrm>
              <a:off x="3409657" y="4149837"/>
              <a:ext cx="272706" cy="280934"/>
            </a:xfrm>
            <a:custGeom>
              <a:rect b="b" l="l" r="r" t="t"/>
              <a:pathLst>
                <a:path extrusionOk="0" h="12722" w="12348">
                  <a:moveTo>
                    <a:pt x="8825" y="6699"/>
                  </a:moveTo>
                  <a:cubicBezTo>
                    <a:pt x="9536" y="6699"/>
                    <a:pt x="9536" y="7767"/>
                    <a:pt x="8825" y="7767"/>
                  </a:cubicBezTo>
                  <a:lnTo>
                    <a:pt x="8576" y="7767"/>
                  </a:lnTo>
                  <a:cubicBezTo>
                    <a:pt x="7864" y="7767"/>
                    <a:pt x="7864" y="6699"/>
                    <a:pt x="8576" y="6699"/>
                  </a:cubicBezTo>
                  <a:close/>
                  <a:moveTo>
                    <a:pt x="7402" y="8798"/>
                  </a:moveTo>
                  <a:cubicBezTo>
                    <a:pt x="8113" y="8798"/>
                    <a:pt x="8113" y="9866"/>
                    <a:pt x="7402" y="9866"/>
                  </a:cubicBezTo>
                  <a:lnTo>
                    <a:pt x="6548" y="9866"/>
                  </a:lnTo>
                  <a:cubicBezTo>
                    <a:pt x="5836" y="9866"/>
                    <a:pt x="5836" y="8798"/>
                    <a:pt x="6548" y="8798"/>
                  </a:cubicBezTo>
                  <a:close/>
                  <a:moveTo>
                    <a:pt x="8327" y="0"/>
                  </a:moveTo>
                  <a:cubicBezTo>
                    <a:pt x="8222" y="0"/>
                    <a:pt x="8116" y="48"/>
                    <a:pt x="8042" y="152"/>
                  </a:cubicBezTo>
                  <a:lnTo>
                    <a:pt x="5765" y="3497"/>
                  </a:lnTo>
                  <a:lnTo>
                    <a:pt x="7900" y="3497"/>
                  </a:lnTo>
                  <a:cubicBezTo>
                    <a:pt x="8184" y="3497"/>
                    <a:pt x="8398" y="3746"/>
                    <a:pt x="8433" y="4031"/>
                  </a:cubicBezTo>
                  <a:cubicBezTo>
                    <a:pt x="8433" y="4315"/>
                    <a:pt x="8220" y="4564"/>
                    <a:pt x="7900" y="4564"/>
                  </a:cubicBezTo>
                  <a:lnTo>
                    <a:pt x="5053" y="4564"/>
                  </a:lnTo>
                  <a:lnTo>
                    <a:pt x="3630" y="6699"/>
                  </a:lnTo>
                  <a:lnTo>
                    <a:pt x="6441" y="6699"/>
                  </a:lnTo>
                  <a:cubicBezTo>
                    <a:pt x="6725" y="6699"/>
                    <a:pt x="6975" y="6913"/>
                    <a:pt x="7010" y="7197"/>
                  </a:cubicBezTo>
                  <a:cubicBezTo>
                    <a:pt x="7010" y="7518"/>
                    <a:pt x="6761" y="7767"/>
                    <a:pt x="6476" y="7767"/>
                  </a:cubicBezTo>
                  <a:lnTo>
                    <a:pt x="2918" y="7767"/>
                  </a:lnTo>
                  <a:lnTo>
                    <a:pt x="143" y="11894"/>
                  </a:lnTo>
                  <a:cubicBezTo>
                    <a:pt x="1" y="12107"/>
                    <a:pt x="1" y="12357"/>
                    <a:pt x="143" y="12534"/>
                  </a:cubicBezTo>
                  <a:cubicBezTo>
                    <a:pt x="231" y="12652"/>
                    <a:pt x="369" y="12721"/>
                    <a:pt x="514" y="12721"/>
                  </a:cubicBezTo>
                  <a:cubicBezTo>
                    <a:pt x="545" y="12721"/>
                    <a:pt x="575" y="12718"/>
                    <a:pt x="606" y="12712"/>
                  </a:cubicBezTo>
                  <a:lnTo>
                    <a:pt x="12347" y="12712"/>
                  </a:lnTo>
                  <a:lnTo>
                    <a:pt x="11493" y="9866"/>
                  </a:lnTo>
                  <a:lnTo>
                    <a:pt x="9501" y="9866"/>
                  </a:lnTo>
                  <a:cubicBezTo>
                    <a:pt x="9216" y="9866"/>
                    <a:pt x="9003" y="9652"/>
                    <a:pt x="8967" y="9368"/>
                  </a:cubicBezTo>
                  <a:cubicBezTo>
                    <a:pt x="8967" y="9083"/>
                    <a:pt x="9181" y="8798"/>
                    <a:pt x="9501" y="8798"/>
                  </a:cubicBezTo>
                  <a:lnTo>
                    <a:pt x="11173" y="8798"/>
                  </a:lnTo>
                  <a:lnTo>
                    <a:pt x="8682" y="259"/>
                  </a:lnTo>
                  <a:cubicBezTo>
                    <a:pt x="8620" y="93"/>
                    <a:pt x="8474" y="0"/>
                    <a:pt x="83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13"/>
            <p:cNvSpPr/>
            <p:nvPr/>
          </p:nvSpPr>
          <p:spPr>
            <a:xfrm>
              <a:off x="3392364" y="4031409"/>
              <a:ext cx="127342" cy="109750"/>
            </a:xfrm>
            <a:custGeom>
              <a:rect b="b" l="l" r="r" t="t"/>
              <a:pathLst>
                <a:path extrusionOk="0" h="4970" w="5766">
                  <a:moveTo>
                    <a:pt x="3310" y="0"/>
                  </a:moveTo>
                  <a:cubicBezTo>
                    <a:pt x="1104" y="0"/>
                    <a:pt x="1" y="2669"/>
                    <a:pt x="1531" y="4235"/>
                  </a:cubicBezTo>
                  <a:cubicBezTo>
                    <a:pt x="2038" y="4742"/>
                    <a:pt x="2662" y="4969"/>
                    <a:pt x="3273" y="4969"/>
                  </a:cubicBezTo>
                  <a:cubicBezTo>
                    <a:pt x="4546" y="4969"/>
                    <a:pt x="5765" y="3982"/>
                    <a:pt x="5765" y="2491"/>
                  </a:cubicBezTo>
                  <a:cubicBezTo>
                    <a:pt x="5765" y="1103"/>
                    <a:pt x="4662" y="0"/>
                    <a:pt x="33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5" name="Google Shape;455;p13"/>
          <p:cNvGrpSpPr/>
          <p:nvPr/>
        </p:nvGrpSpPr>
        <p:grpSpPr>
          <a:xfrm>
            <a:off x="3403666" y="3407633"/>
            <a:ext cx="249119" cy="398192"/>
            <a:chOff x="4104318" y="4032381"/>
            <a:chExt cx="249119" cy="398192"/>
          </a:xfrm>
        </p:grpSpPr>
        <p:sp>
          <p:nvSpPr>
            <p:cNvPr id="456" name="Google Shape;456;p13"/>
            <p:cNvSpPr/>
            <p:nvPr/>
          </p:nvSpPr>
          <p:spPr>
            <a:xfrm>
              <a:off x="4127883" y="4388903"/>
              <a:ext cx="202762" cy="41670"/>
            </a:xfrm>
            <a:custGeom>
              <a:rect b="b" l="l" r="r" t="t"/>
              <a:pathLst>
                <a:path extrusionOk="0" h="1887" w="9181">
                  <a:moveTo>
                    <a:pt x="1" y="1"/>
                  </a:moveTo>
                  <a:lnTo>
                    <a:pt x="1" y="1886"/>
                  </a:lnTo>
                  <a:lnTo>
                    <a:pt x="9180" y="1886"/>
                  </a:lnTo>
                  <a:lnTo>
                    <a:pt x="918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13"/>
            <p:cNvSpPr/>
            <p:nvPr/>
          </p:nvSpPr>
          <p:spPr>
            <a:xfrm>
              <a:off x="4166399" y="4032381"/>
              <a:ext cx="124957" cy="107476"/>
            </a:xfrm>
            <a:custGeom>
              <a:rect b="b" l="l" r="r" t="t"/>
              <a:pathLst>
                <a:path extrusionOk="0" h="4867" w="5658">
                  <a:moveTo>
                    <a:pt x="2829" y="1"/>
                  </a:moveTo>
                  <a:cubicBezTo>
                    <a:pt x="2500" y="1"/>
                    <a:pt x="2171" y="152"/>
                    <a:pt x="1957" y="455"/>
                  </a:cubicBezTo>
                  <a:lnTo>
                    <a:pt x="285" y="2910"/>
                  </a:lnTo>
                  <a:cubicBezTo>
                    <a:pt x="107" y="3123"/>
                    <a:pt x="0" y="3408"/>
                    <a:pt x="0" y="3692"/>
                  </a:cubicBezTo>
                  <a:lnTo>
                    <a:pt x="0" y="4867"/>
                  </a:lnTo>
                  <a:lnTo>
                    <a:pt x="5657" y="4831"/>
                  </a:lnTo>
                  <a:lnTo>
                    <a:pt x="5657" y="3692"/>
                  </a:lnTo>
                  <a:cubicBezTo>
                    <a:pt x="5657" y="3408"/>
                    <a:pt x="5551" y="3123"/>
                    <a:pt x="5408" y="2874"/>
                  </a:cubicBezTo>
                  <a:lnTo>
                    <a:pt x="3701" y="455"/>
                  </a:lnTo>
                  <a:cubicBezTo>
                    <a:pt x="3487" y="152"/>
                    <a:pt x="3158" y="1"/>
                    <a:pt x="28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13"/>
            <p:cNvSpPr/>
            <p:nvPr/>
          </p:nvSpPr>
          <p:spPr>
            <a:xfrm>
              <a:off x="4104318" y="4118613"/>
              <a:ext cx="249119" cy="246750"/>
            </a:xfrm>
            <a:custGeom>
              <a:rect b="b" l="l" r="r" t="t"/>
              <a:pathLst>
                <a:path extrusionOk="0" h="11174" w="11280">
                  <a:moveTo>
                    <a:pt x="5623" y="3061"/>
                  </a:moveTo>
                  <a:cubicBezTo>
                    <a:pt x="7435" y="3061"/>
                    <a:pt x="9180" y="4463"/>
                    <a:pt x="9180" y="6583"/>
                  </a:cubicBezTo>
                  <a:cubicBezTo>
                    <a:pt x="9180" y="8540"/>
                    <a:pt x="7579" y="10106"/>
                    <a:pt x="5658" y="10106"/>
                  </a:cubicBezTo>
                  <a:cubicBezTo>
                    <a:pt x="2491" y="10106"/>
                    <a:pt x="925" y="6299"/>
                    <a:pt x="3167" y="4093"/>
                  </a:cubicBezTo>
                  <a:cubicBezTo>
                    <a:pt x="3879" y="3380"/>
                    <a:pt x="4759" y="3061"/>
                    <a:pt x="5623" y="3061"/>
                  </a:cubicBezTo>
                  <a:close/>
                  <a:moveTo>
                    <a:pt x="534" y="1"/>
                  </a:moveTo>
                  <a:cubicBezTo>
                    <a:pt x="534" y="1"/>
                    <a:pt x="0" y="214"/>
                    <a:pt x="0" y="535"/>
                  </a:cubicBezTo>
                  <a:lnTo>
                    <a:pt x="0" y="10462"/>
                  </a:lnTo>
                  <a:cubicBezTo>
                    <a:pt x="0" y="10853"/>
                    <a:pt x="320" y="11173"/>
                    <a:pt x="712" y="11173"/>
                  </a:cubicBezTo>
                  <a:lnTo>
                    <a:pt x="10568" y="11173"/>
                  </a:lnTo>
                  <a:cubicBezTo>
                    <a:pt x="10959" y="11173"/>
                    <a:pt x="11279" y="10853"/>
                    <a:pt x="11279" y="10462"/>
                  </a:cubicBezTo>
                  <a:lnTo>
                    <a:pt x="11279" y="535"/>
                  </a:lnTo>
                  <a:cubicBezTo>
                    <a:pt x="11279" y="214"/>
                    <a:pt x="10746" y="1"/>
                    <a:pt x="10746" y="1"/>
                  </a:cubicBezTo>
                  <a:cubicBezTo>
                    <a:pt x="10746" y="1"/>
                    <a:pt x="10212" y="214"/>
                    <a:pt x="10212" y="535"/>
                  </a:cubicBezTo>
                  <a:lnTo>
                    <a:pt x="10212" y="1993"/>
                  </a:lnTo>
                  <a:lnTo>
                    <a:pt x="1068" y="1993"/>
                  </a:lnTo>
                  <a:lnTo>
                    <a:pt x="1068" y="535"/>
                  </a:lnTo>
                  <a:cubicBezTo>
                    <a:pt x="1068" y="214"/>
                    <a:pt x="534" y="1"/>
                    <a:pt x="5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13"/>
            <p:cNvSpPr/>
            <p:nvPr/>
          </p:nvSpPr>
          <p:spPr>
            <a:xfrm>
              <a:off x="4156174" y="4208974"/>
              <a:ext cx="127320" cy="109750"/>
            </a:xfrm>
            <a:custGeom>
              <a:rect b="b" l="l" r="r" t="t"/>
              <a:pathLst>
                <a:path extrusionOk="0" h="4970" w="5765">
                  <a:moveTo>
                    <a:pt x="3292" y="1104"/>
                  </a:moveTo>
                  <a:cubicBezTo>
                    <a:pt x="3550" y="1104"/>
                    <a:pt x="3808" y="1282"/>
                    <a:pt x="3808" y="1637"/>
                  </a:cubicBezTo>
                  <a:lnTo>
                    <a:pt x="3808" y="2313"/>
                  </a:lnTo>
                  <a:lnTo>
                    <a:pt x="4270" y="2847"/>
                  </a:lnTo>
                  <a:cubicBezTo>
                    <a:pt x="4448" y="3096"/>
                    <a:pt x="4413" y="3416"/>
                    <a:pt x="4199" y="3594"/>
                  </a:cubicBezTo>
                  <a:cubicBezTo>
                    <a:pt x="4092" y="3665"/>
                    <a:pt x="3986" y="3701"/>
                    <a:pt x="3843" y="3701"/>
                  </a:cubicBezTo>
                  <a:cubicBezTo>
                    <a:pt x="3701" y="3701"/>
                    <a:pt x="3559" y="3630"/>
                    <a:pt x="3452" y="3523"/>
                  </a:cubicBezTo>
                  <a:lnTo>
                    <a:pt x="2883" y="2811"/>
                  </a:lnTo>
                  <a:cubicBezTo>
                    <a:pt x="2811" y="2705"/>
                    <a:pt x="2776" y="2598"/>
                    <a:pt x="2776" y="2491"/>
                  </a:cubicBezTo>
                  <a:lnTo>
                    <a:pt x="2776" y="1637"/>
                  </a:lnTo>
                  <a:cubicBezTo>
                    <a:pt x="2776" y="1282"/>
                    <a:pt x="3034" y="1104"/>
                    <a:pt x="3292" y="1104"/>
                  </a:cubicBezTo>
                  <a:close/>
                  <a:moveTo>
                    <a:pt x="3310" y="1"/>
                  </a:moveTo>
                  <a:cubicBezTo>
                    <a:pt x="1104" y="1"/>
                    <a:pt x="1" y="2669"/>
                    <a:pt x="1531" y="4235"/>
                  </a:cubicBezTo>
                  <a:cubicBezTo>
                    <a:pt x="2038" y="4742"/>
                    <a:pt x="2661" y="4969"/>
                    <a:pt x="3272" y="4969"/>
                  </a:cubicBezTo>
                  <a:cubicBezTo>
                    <a:pt x="4546" y="4969"/>
                    <a:pt x="5765" y="3982"/>
                    <a:pt x="5765" y="2491"/>
                  </a:cubicBezTo>
                  <a:cubicBezTo>
                    <a:pt x="5765" y="1104"/>
                    <a:pt x="4662" y="1"/>
                    <a:pt x="33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0" name="Google Shape;460;p13"/>
          <p:cNvGrpSpPr/>
          <p:nvPr/>
        </p:nvGrpSpPr>
        <p:grpSpPr>
          <a:xfrm>
            <a:off x="3328229" y="3949951"/>
            <a:ext cx="400004" cy="399672"/>
            <a:chOff x="5364731" y="4031674"/>
            <a:chExt cx="400004" cy="399672"/>
          </a:xfrm>
        </p:grpSpPr>
        <p:sp>
          <p:nvSpPr>
            <p:cNvPr id="461" name="Google Shape;461;p13"/>
            <p:cNvSpPr/>
            <p:nvPr/>
          </p:nvSpPr>
          <p:spPr>
            <a:xfrm>
              <a:off x="5400111" y="4352754"/>
              <a:ext cx="77805" cy="78592"/>
            </a:xfrm>
            <a:custGeom>
              <a:rect b="b" l="l" r="r" t="t"/>
              <a:pathLst>
                <a:path extrusionOk="0" h="3559" w="3523">
                  <a:moveTo>
                    <a:pt x="712" y="1"/>
                  </a:moveTo>
                  <a:cubicBezTo>
                    <a:pt x="320" y="1"/>
                    <a:pt x="0" y="321"/>
                    <a:pt x="0" y="712"/>
                  </a:cubicBezTo>
                  <a:lnTo>
                    <a:pt x="0" y="2847"/>
                  </a:lnTo>
                  <a:cubicBezTo>
                    <a:pt x="0" y="3239"/>
                    <a:pt x="320" y="3559"/>
                    <a:pt x="712" y="3559"/>
                  </a:cubicBezTo>
                  <a:lnTo>
                    <a:pt x="2811" y="3559"/>
                  </a:lnTo>
                  <a:cubicBezTo>
                    <a:pt x="3202" y="3559"/>
                    <a:pt x="3523" y="3239"/>
                    <a:pt x="3523" y="2847"/>
                  </a:cubicBezTo>
                  <a:lnTo>
                    <a:pt x="3523" y="712"/>
                  </a:lnTo>
                  <a:cubicBezTo>
                    <a:pt x="3523" y="321"/>
                    <a:pt x="3202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13"/>
            <p:cNvSpPr/>
            <p:nvPr/>
          </p:nvSpPr>
          <p:spPr>
            <a:xfrm>
              <a:off x="5650776" y="4352754"/>
              <a:ext cx="77805" cy="78592"/>
            </a:xfrm>
            <a:custGeom>
              <a:rect b="b" l="l" r="r" t="t"/>
              <a:pathLst>
                <a:path extrusionOk="0" h="3559" w="3523">
                  <a:moveTo>
                    <a:pt x="712" y="1"/>
                  </a:moveTo>
                  <a:cubicBezTo>
                    <a:pt x="321" y="1"/>
                    <a:pt x="0" y="321"/>
                    <a:pt x="0" y="712"/>
                  </a:cubicBezTo>
                  <a:lnTo>
                    <a:pt x="0" y="2847"/>
                  </a:lnTo>
                  <a:cubicBezTo>
                    <a:pt x="0" y="3239"/>
                    <a:pt x="321" y="3559"/>
                    <a:pt x="712" y="3559"/>
                  </a:cubicBezTo>
                  <a:lnTo>
                    <a:pt x="2811" y="3559"/>
                  </a:lnTo>
                  <a:cubicBezTo>
                    <a:pt x="3203" y="3559"/>
                    <a:pt x="3523" y="3239"/>
                    <a:pt x="3523" y="2847"/>
                  </a:cubicBezTo>
                  <a:lnTo>
                    <a:pt x="3523" y="712"/>
                  </a:lnTo>
                  <a:cubicBezTo>
                    <a:pt x="3523" y="321"/>
                    <a:pt x="3203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13"/>
            <p:cNvSpPr/>
            <p:nvPr/>
          </p:nvSpPr>
          <p:spPr>
            <a:xfrm>
              <a:off x="5364731" y="4164191"/>
              <a:ext cx="400004" cy="165023"/>
            </a:xfrm>
            <a:custGeom>
              <a:rect b="b" l="l" r="r" t="t"/>
              <a:pathLst>
                <a:path extrusionOk="0" h="7473" w="18112">
                  <a:moveTo>
                    <a:pt x="2314" y="1"/>
                  </a:moveTo>
                  <a:lnTo>
                    <a:pt x="2314" y="1602"/>
                  </a:lnTo>
                  <a:lnTo>
                    <a:pt x="357" y="1602"/>
                  </a:lnTo>
                  <a:cubicBezTo>
                    <a:pt x="143" y="1637"/>
                    <a:pt x="1" y="1780"/>
                    <a:pt x="1" y="1957"/>
                  </a:cubicBezTo>
                  <a:lnTo>
                    <a:pt x="1" y="3523"/>
                  </a:lnTo>
                  <a:cubicBezTo>
                    <a:pt x="1" y="3736"/>
                    <a:pt x="143" y="3879"/>
                    <a:pt x="357" y="3879"/>
                  </a:cubicBezTo>
                  <a:lnTo>
                    <a:pt x="2314" y="3879"/>
                  </a:lnTo>
                  <a:lnTo>
                    <a:pt x="2314" y="7472"/>
                  </a:lnTo>
                  <a:lnTo>
                    <a:pt x="4413" y="7472"/>
                  </a:lnTo>
                  <a:lnTo>
                    <a:pt x="4413" y="3879"/>
                  </a:lnTo>
                  <a:lnTo>
                    <a:pt x="13664" y="3879"/>
                  </a:lnTo>
                  <a:lnTo>
                    <a:pt x="13664" y="7472"/>
                  </a:lnTo>
                  <a:lnTo>
                    <a:pt x="15763" y="7472"/>
                  </a:lnTo>
                  <a:lnTo>
                    <a:pt x="15763" y="3879"/>
                  </a:lnTo>
                  <a:lnTo>
                    <a:pt x="17756" y="3879"/>
                  </a:lnTo>
                  <a:cubicBezTo>
                    <a:pt x="17934" y="3879"/>
                    <a:pt x="18112" y="3736"/>
                    <a:pt x="18112" y="3523"/>
                  </a:cubicBezTo>
                  <a:lnTo>
                    <a:pt x="18112" y="1957"/>
                  </a:lnTo>
                  <a:cubicBezTo>
                    <a:pt x="18112" y="1780"/>
                    <a:pt x="17934" y="1602"/>
                    <a:pt x="17756" y="1602"/>
                  </a:cubicBezTo>
                  <a:lnTo>
                    <a:pt x="15763" y="1602"/>
                  </a:lnTo>
                  <a:lnTo>
                    <a:pt x="15763" y="1"/>
                  </a:lnTo>
                  <a:lnTo>
                    <a:pt x="13664" y="1"/>
                  </a:lnTo>
                  <a:lnTo>
                    <a:pt x="13664" y="1602"/>
                  </a:lnTo>
                  <a:lnTo>
                    <a:pt x="10106" y="1602"/>
                  </a:lnTo>
                  <a:lnTo>
                    <a:pt x="10106" y="1"/>
                  </a:lnTo>
                  <a:lnTo>
                    <a:pt x="7971" y="1"/>
                  </a:lnTo>
                  <a:lnTo>
                    <a:pt x="7971" y="1602"/>
                  </a:lnTo>
                  <a:lnTo>
                    <a:pt x="4413" y="1602"/>
                  </a:lnTo>
                  <a:lnTo>
                    <a:pt x="441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13"/>
            <p:cNvSpPr/>
            <p:nvPr/>
          </p:nvSpPr>
          <p:spPr>
            <a:xfrm>
              <a:off x="5376525" y="4031674"/>
              <a:ext cx="376417" cy="108977"/>
            </a:xfrm>
            <a:custGeom>
              <a:rect b="b" l="l" r="r" t="t"/>
              <a:pathLst>
                <a:path extrusionOk="0" h="4935" w="17044">
                  <a:moveTo>
                    <a:pt x="347" y="1"/>
                  </a:moveTo>
                  <a:cubicBezTo>
                    <a:pt x="172" y="1"/>
                    <a:pt x="1" y="147"/>
                    <a:pt x="1" y="344"/>
                  </a:cubicBezTo>
                  <a:lnTo>
                    <a:pt x="1" y="3511"/>
                  </a:lnTo>
                  <a:cubicBezTo>
                    <a:pt x="1" y="4294"/>
                    <a:pt x="641" y="4934"/>
                    <a:pt x="1424" y="4934"/>
                  </a:cubicBezTo>
                  <a:lnTo>
                    <a:pt x="15621" y="4934"/>
                  </a:lnTo>
                  <a:cubicBezTo>
                    <a:pt x="16403" y="4934"/>
                    <a:pt x="17044" y="4294"/>
                    <a:pt x="17044" y="3511"/>
                  </a:cubicBezTo>
                  <a:lnTo>
                    <a:pt x="17044" y="344"/>
                  </a:lnTo>
                  <a:cubicBezTo>
                    <a:pt x="17044" y="147"/>
                    <a:pt x="16873" y="1"/>
                    <a:pt x="16685" y="1"/>
                  </a:cubicBezTo>
                  <a:cubicBezTo>
                    <a:pt x="16602" y="1"/>
                    <a:pt x="16515" y="30"/>
                    <a:pt x="16439" y="95"/>
                  </a:cubicBezTo>
                  <a:lnTo>
                    <a:pt x="15016" y="1269"/>
                  </a:lnTo>
                  <a:cubicBezTo>
                    <a:pt x="14126" y="2017"/>
                    <a:pt x="13023" y="2408"/>
                    <a:pt x="11849" y="2408"/>
                  </a:cubicBezTo>
                  <a:lnTo>
                    <a:pt x="5195" y="2408"/>
                  </a:lnTo>
                  <a:cubicBezTo>
                    <a:pt x="4021" y="2408"/>
                    <a:pt x="2918" y="2017"/>
                    <a:pt x="2029" y="1269"/>
                  </a:cubicBezTo>
                  <a:lnTo>
                    <a:pt x="570" y="95"/>
                  </a:lnTo>
                  <a:cubicBezTo>
                    <a:pt x="504" y="30"/>
                    <a:pt x="425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5" name="Google Shape;465;p13"/>
          <p:cNvGrpSpPr/>
          <p:nvPr/>
        </p:nvGrpSpPr>
        <p:grpSpPr>
          <a:xfrm>
            <a:off x="729835" y="3977615"/>
            <a:ext cx="418866" cy="304162"/>
            <a:chOff x="249675" y="4071775"/>
            <a:chExt cx="451900" cy="328150"/>
          </a:xfrm>
        </p:grpSpPr>
        <p:sp>
          <p:nvSpPr>
            <p:cNvPr id="466" name="Google Shape;466;p13"/>
            <p:cNvSpPr/>
            <p:nvPr/>
          </p:nvSpPr>
          <p:spPr>
            <a:xfrm>
              <a:off x="462275" y="4206875"/>
              <a:ext cx="239300" cy="95200"/>
            </a:xfrm>
            <a:custGeom>
              <a:rect b="b" l="l" r="r" t="t"/>
              <a:pathLst>
                <a:path extrusionOk="0" h="3808" w="9572">
                  <a:moveTo>
                    <a:pt x="0" y="0"/>
                  </a:moveTo>
                  <a:lnTo>
                    <a:pt x="0" y="3096"/>
                  </a:lnTo>
                  <a:lnTo>
                    <a:pt x="890" y="3096"/>
                  </a:lnTo>
                  <a:cubicBezTo>
                    <a:pt x="1246" y="1886"/>
                    <a:pt x="2349" y="1068"/>
                    <a:pt x="3594" y="1032"/>
                  </a:cubicBezTo>
                  <a:lnTo>
                    <a:pt x="6690" y="1032"/>
                  </a:lnTo>
                  <a:cubicBezTo>
                    <a:pt x="8255" y="1068"/>
                    <a:pt x="9500" y="2277"/>
                    <a:pt x="9572" y="3807"/>
                  </a:cubicBezTo>
                  <a:cubicBezTo>
                    <a:pt x="9572" y="2491"/>
                    <a:pt x="9323" y="1174"/>
                    <a:pt x="87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13"/>
            <p:cNvSpPr/>
            <p:nvPr/>
          </p:nvSpPr>
          <p:spPr>
            <a:xfrm>
              <a:off x="250575" y="4205975"/>
              <a:ext cx="185025" cy="78300"/>
            </a:xfrm>
            <a:custGeom>
              <a:rect b="b" l="l" r="r" t="t"/>
              <a:pathLst>
                <a:path extrusionOk="0" h="3132" w="7401">
                  <a:moveTo>
                    <a:pt x="783" y="1"/>
                  </a:moveTo>
                  <a:cubicBezTo>
                    <a:pt x="356" y="997"/>
                    <a:pt x="71" y="2064"/>
                    <a:pt x="0" y="3132"/>
                  </a:cubicBezTo>
                  <a:lnTo>
                    <a:pt x="7401" y="3132"/>
                  </a:lnTo>
                  <a:lnTo>
                    <a:pt x="74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13"/>
            <p:cNvSpPr/>
            <p:nvPr/>
          </p:nvSpPr>
          <p:spPr>
            <a:xfrm>
              <a:off x="249675" y="4310950"/>
              <a:ext cx="115675" cy="88975"/>
            </a:xfrm>
            <a:custGeom>
              <a:rect b="b" l="l" r="r" t="t"/>
              <a:pathLst>
                <a:path extrusionOk="0" h="3559" w="4627">
                  <a:moveTo>
                    <a:pt x="1" y="0"/>
                  </a:moveTo>
                  <a:lnTo>
                    <a:pt x="1" y="2064"/>
                  </a:lnTo>
                  <a:cubicBezTo>
                    <a:pt x="36" y="2882"/>
                    <a:pt x="712" y="3558"/>
                    <a:pt x="1531" y="3558"/>
                  </a:cubicBezTo>
                  <a:lnTo>
                    <a:pt x="4626" y="3558"/>
                  </a:lnTo>
                  <a:lnTo>
                    <a:pt x="46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13"/>
            <p:cNvSpPr/>
            <p:nvPr/>
          </p:nvSpPr>
          <p:spPr>
            <a:xfrm>
              <a:off x="392000" y="4310950"/>
              <a:ext cx="88975" cy="88975"/>
            </a:xfrm>
            <a:custGeom>
              <a:rect b="b" l="l" r="r" t="t"/>
              <a:pathLst>
                <a:path extrusionOk="0" h="3559" w="3559">
                  <a:moveTo>
                    <a:pt x="0" y="0"/>
                  </a:moveTo>
                  <a:lnTo>
                    <a:pt x="0" y="3558"/>
                  </a:lnTo>
                  <a:lnTo>
                    <a:pt x="3559" y="3558"/>
                  </a:lnTo>
                  <a:lnTo>
                    <a:pt x="35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13"/>
            <p:cNvSpPr/>
            <p:nvPr/>
          </p:nvSpPr>
          <p:spPr>
            <a:xfrm>
              <a:off x="585025" y="4100125"/>
              <a:ext cx="82750" cy="80075"/>
            </a:xfrm>
            <a:custGeom>
              <a:rect b="b" l="l" r="r" t="t"/>
              <a:pathLst>
                <a:path extrusionOk="0" h="3203" w="3310">
                  <a:moveTo>
                    <a:pt x="1" y="1"/>
                  </a:moveTo>
                  <a:lnTo>
                    <a:pt x="1" y="3203"/>
                  </a:lnTo>
                  <a:lnTo>
                    <a:pt x="3310" y="3203"/>
                  </a:lnTo>
                  <a:cubicBezTo>
                    <a:pt x="2491" y="1851"/>
                    <a:pt x="1353" y="748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13"/>
            <p:cNvSpPr/>
            <p:nvPr/>
          </p:nvSpPr>
          <p:spPr>
            <a:xfrm>
              <a:off x="506750" y="4259350"/>
              <a:ext cx="67625" cy="140575"/>
            </a:xfrm>
            <a:custGeom>
              <a:rect b="b" l="l" r="r" t="t"/>
              <a:pathLst>
                <a:path extrusionOk="0" h="5623" w="2705">
                  <a:moveTo>
                    <a:pt x="1815" y="1"/>
                  </a:moveTo>
                  <a:cubicBezTo>
                    <a:pt x="819" y="1"/>
                    <a:pt x="0" y="819"/>
                    <a:pt x="0" y="1851"/>
                  </a:cubicBezTo>
                  <a:lnTo>
                    <a:pt x="0" y="5622"/>
                  </a:lnTo>
                  <a:lnTo>
                    <a:pt x="2029" y="5622"/>
                  </a:lnTo>
                  <a:lnTo>
                    <a:pt x="2029" y="1851"/>
                  </a:lnTo>
                  <a:cubicBezTo>
                    <a:pt x="2029" y="1175"/>
                    <a:pt x="2278" y="534"/>
                    <a:pt x="27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13"/>
            <p:cNvSpPr/>
            <p:nvPr/>
          </p:nvSpPr>
          <p:spPr>
            <a:xfrm>
              <a:off x="284375" y="4101025"/>
              <a:ext cx="80975" cy="79175"/>
            </a:xfrm>
            <a:custGeom>
              <a:rect b="b" l="l" r="r" t="t"/>
              <a:pathLst>
                <a:path extrusionOk="0" h="3167" w="3239">
                  <a:moveTo>
                    <a:pt x="3238" y="0"/>
                  </a:moveTo>
                  <a:cubicBezTo>
                    <a:pt x="1922" y="783"/>
                    <a:pt x="819" y="1850"/>
                    <a:pt x="0" y="3167"/>
                  </a:cubicBezTo>
                  <a:lnTo>
                    <a:pt x="3238" y="3167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13"/>
            <p:cNvSpPr/>
            <p:nvPr/>
          </p:nvSpPr>
          <p:spPr>
            <a:xfrm>
              <a:off x="391100" y="4071775"/>
              <a:ext cx="167275" cy="108425"/>
            </a:xfrm>
            <a:custGeom>
              <a:rect b="b" l="l" r="r" t="t"/>
              <a:pathLst>
                <a:path extrusionOk="0" h="4337" w="6691">
                  <a:moveTo>
                    <a:pt x="3380" y="0"/>
                  </a:moveTo>
                  <a:cubicBezTo>
                    <a:pt x="2230" y="0"/>
                    <a:pt x="1079" y="223"/>
                    <a:pt x="1" y="672"/>
                  </a:cubicBezTo>
                  <a:cubicBezTo>
                    <a:pt x="36" y="708"/>
                    <a:pt x="36" y="743"/>
                    <a:pt x="1" y="779"/>
                  </a:cubicBezTo>
                  <a:lnTo>
                    <a:pt x="36" y="4337"/>
                  </a:lnTo>
                  <a:lnTo>
                    <a:pt x="6690" y="4337"/>
                  </a:lnTo>
                  <a:lnTo>
                    <a:pt x="6690" y="637"/>
                  </a:lnTo>
                  <a:cubicBezTo>
                    <a:pt x="5634" y="214"/>
                    <a:pt x="4507" y="0"/>
                    <a:pt x="33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13"/>
            <p:cNvSpPr/>
            <p:nvPr/>
          </p:nvSpPr>
          <p:spPr>
            <a:xfrm>
              <a:off x="585025" y="4259350"/>
              <a:ext cx="90750" cy="140575"/>
            </a:xfrm>
            <a:custGeom>
              <a:rect b="b" l="l" r="r" t="t"/>
              <a:pathLst>
                <a:path extrusionOk="0" h="5623" w="3630">
                  <a:moveTo>
                    <a:pt x="1815" y="1"/>
                  </a:moveTo>
                  <a:cubicBezTo>
                    <a:pt x="783" y="1"/>
                    <a:pt x="1" y="819"/>
                    <a:pt x="1" y="1851"/>
                  </a:cubicBezTo>
                  <a:lnTo>
                    <a:pt x="1" y="5622"/>
                  </a:lnTo>
                  <a:lnTo>
                    <a:pt x="3630" y="5622"/>
                  </a:lnTo>
                  <a:lnTo>
                    <a:pt x="3630" y="1851"/>
                  </a:lnTo>
                  <a:cubicBezTo>
                    <a:pt x="3630" y="819"/>
                    <a:pt x="2811" y="1"/>
                    <a:pt x="1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5" name="Google Shape;475;p13"/>
          <p:cNvSpPr txBox="1"/>
          <p:nvPr>
            <p:ph idx="4294967295" type="title"/>
          </p:nvPr>
        </p:nvSpPr>
        <p:spPr>
          <a:xfrm>
            <a:off x="715100" y="2170650"/>
            <a:ext cx="4948800" cy="47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2500">
                <a:solidFill>
                  <a:schemeClr val="dk1"/>
                </a:solidFill>
              </a:rPr>
              <a:t>FAVORITE DESTINATIONS</a:t>
            </a:r>
            <a:endParaRPr sz="2500">
              <a:solidFill>
                <a:schemeClr val="dk1"/>
              </a:solidFill>
            </a:endParaRPr>
          </a:p>
        </p:txBody>
      </p:sp>
      <p:sp>
        <p:nvSpPr>
          <p:cNvPr id="476" name="Google Shape;476;p13"/>
          <p:cNvSpPr txBox="1"/>
          <p:nvPr>
            <p:ph idx="4294967295" type="title"/>
          </p:nvPr>
        </p:nvSpPr>
        <p:spPr>
          <a:xfrm>
            <a:off x="6469325" y="2177250"/>
            <a:ext cx="196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2500">
                <a:solidFill>
                  <a:schemeClr val="dk1"/>
                </a:solidFill>
              </a:rPr>
              <a:t>TRAVELERS</a:t>
            </a:r>
            <a:endParaRPr sz="2500">
              <a:solidFill>
                <a:schemeClr val="dk1"/>
              </a:solidFill>
            </a:endParaRPr>
          </a:p>
        </p:txBody>
      </p:sp>
      <p:sp>
        <p:nvSpPr>
          <p:cNvPr id="477" name="Google Shape;477;p13"/>
          <p:cNvSpPr txBox="1"/>
          <p:nvPr>
            <p:ph idx="4294967295" type="subTitle"/>
          </p:nvPr>
        </p:nvSpPr>
        <p:spPr>
          <a:xfrm>
            <a:off x="6274676" y="4086779"/>
            <a:ext cx="2156100" cy="47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None/>
            </a:pPr>
            <a:r>
              <a:rPr b="0" i="0" lang="en" sz="12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60% of women and 40% of men are going to travel soon</a:t>
            </a:r>
            <a:endParaRPr b="0" i="0" sz="1200" u="none" cap="none" strike="noStrike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478" name="Google Shape;478;p13"/>
          <p:cNvSpPr/>
          <p:nvPr/>
        </p:nvSpPr>
        <p:spPr>
          <a:xfrm rot="-3527416">
            <a:off x="7337577" y="-697589"/>
            <a:ext cx="643286" cy="3605640"/>
          </a:xfrm>
          <a:custGeom>
            <a:rect b="b" l="l" r="r" t="t"/>
            <a:pathLst>
              <a:path extrusionOk="0" h="101882" w="8072">
                <a:moveTo>
                  <a:pt x="8072" y="0"/>
                </a:moveTo>
                <a:cubicBezTo>
                  <a:pt x="2098" y="7467"/>
                  <a:pt x="-1210" y="18240"/>
                  <a:pt x="452" y="27657"/>
                </a:cubicBezTo>
                <a:cubicBezTo>
                  <a:pt x="2300" y="38129"/>
                  <a:pt x="7790" y="48069"/>
                  <a:pt x="7790" y="58702"/>
                </a:cubicBezTo>
                <a:cubicBezTo>
                  <a:pt x="7790" y="67116"/>
                  <a:pt x="6587" y="75803"/>
                  <a:pt x="3274" y="83537"/>
                </a:cubicBezTo>
                <a:cubicBezTo>
                  <a:pt x="866" y="89158"/>
                  <a:pt x="-1046" y="97554"/>
                  <a:pt x="3274" y="10188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descr="Timeline background shape" id="479" name="Google Shape;479;p13"/>
          <p:cNvSpPr/>
          <p:nvPr/>
        </p:nvSpPr>
        <p:spPr>
          <a:xfrm>
            <a:off x="1377907" y="2982352"/>
            <a:ext cx="1473600" cy="238500"/>
          </a:xfrm>
          <a:prstGeom prst="homePlate">
            <a:avLst>
              <a:gd fmla="val 50000" name="adj"/>
            </a:avLst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" name="Google Shape;480;p13"/>
          <p:cNvSpPr/>
          <p:nvPr/>
        </p:nvSpPr>
        <p:spPr>
          <a:xfrm>
            <a:off x="1375146" y="2982352"/>
            <a:ext cx="1166700" cy="2385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descr="Timeline background shape" id="481" name="Google Shape;481;p13"/>
          <p:cNvSpPr/>
          <p:nvPr/>
        </p:nvSpPr>
        <p:spPr>
          <a:xfrm>
            <a:off x="1393450" y="3509728"/>
            <a:ext cx="1473600" cy="238500"/>
          </a:xfrm>
          <a:prstGeom prst="homePlate">
            <a:avLst>
              <a:gd fmla="val 50000" name="adj"/>
            </a:avLst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2" name="Google Shape;482;p13"/>
          <p:cNvSpPr/>
          <p:nvPr/>
        </p:nvSpPr>
        <p:spPr>
          <a:xfrm>
            <a:off x="1377901" y="3509727"/>
            <a:ext cx="639300" cy="2385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descr="Timeline background shape" id="483" name="Google Shape;483;p13"/>
          <p:cNvSpPr/>
          <p:nvPr/>
        </p:nvSpPr>
        <p:spPr>
          <a:xfrm>
            <a:off x="1377907" y="4030504"/>
            <a:ext cx="1473600" cy="238500"/>
          </a:xfrm>
          <a:prstGeom prst="homePlate">
            <a:avLst>
              <a:gd fmla="val 50000" name="adj"/>
            </a:avLst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13"/>
          <p:cNvSpPr/>
          <p:nvPr/>
        </p:nvSpPr>
        <p:spPr>
          <a:xfrm>
            <a:off x="1377907" y="4030527"/>
            <a:ext cx="236700" cy="2385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descr="Timeline background shape" id="485" name="Google Shape;485;p13"/>
          <p:cNvSpPr/>
          <p:nvPr/>
        </p:nvSpPr>
        <p:spPr>
          <a:xfrm>
            <a:off x="3982638" y="2982351"/>
            <a:ext cx="1472100" cy="238500"/>
          </a:xfrm>
          <a:prstGeom prst="homePlate">
            <a:avLst>
              <a:gd fmla="val 50000" name="adj"/>
            </a:avLst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13"/>
          <p:cNvSpPr/>
          <p:nvPr/>
        </p:nvSpPr>
        <p:spPr>
          <a:xfrm>
            <a:off x="3982635" y="2982227"/>
            <a:ext cx="720600" cy="2385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descr="Timeline background shape" id="487" name="Google Shape;487;p13"/>
          <p:cNvSpPr/>
          <p:nvPr/>
        </p:nvSpPr>
        <p:spPr>
          <a:xfrm>
            <a:off x="3981126" y="3509726"/>
            <a:ext cx="1472100" cy="238500"/>
          </a:xfrm>
          <a:prstGeom prst="homePlate">
            <a:avLst>
              <a:gd fmla="val 50000" name="adj"/>
            </a:avLst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13"/>
          <p:cNvSpPr/>
          <p:nvPr/>
        </p:nvSpPr>
        <p:spPr>
          <a:xfrm>
            <a:off x="3981150" y="3509752"/>
            <a:ext cx="842100" cy="2385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descr="Timeline background shape" id="489" name="Google Shape;489;p13"/>
          <p:cNvSpPr/>
          <p:nvPr/>
        </p:nvSpPr>
        <p:spPr>
          <a:xfrm>
            <a:off x="3981126" y="4027252"/>
            <a:ext cx="1472100" cy="238500"/>
          </a:xfrm>
          <a:prstGeom prst="homePlate">
            <a:avLst>
              <a:gd fmla="val 50000" name="adj"/>
            </a:avLst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13"/>
          <p:cNvSpPr/>
          <p:nvPr/>
        </p:nvSpPr>
        <p:spPr>
          <a:xfrm>
            <a:off x="3981149" y="4027250"/>
            <a:ext cx="1166700" cy="2385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91" name="Google Shape;491;p13"/>
          <p:cNvGrpSpPr/>
          <p:nvPr/>
        </p:nvGrpSpPr>
        <p:grpSpPr>
          <a:xfrm>
            <a:off x="6387600" y="2963925"/>
            <a:ext cx="2043147" cy="397740"/>
            <a:chOff x="6387600" y="3040125"/>
            <a:chExt cx="2043147" cy="397740"/>
          </a:xfrm>
        </p:grpSpPr>
        <p:sp>
          <p:nvSpPr>
            <p:cNvPr id="492" name="Google Shape;492;p13"/>
            <p:cNvSpPr/>
            <p:nvPr/>
          </p:nvSpPr>
          <p:spPr>
            <a:xfrm>
              <a:off x="6387600" y="3040125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13"/>
            <p:cNvSpPr/>
            <p:nvPr/>
          </p:nvSpPr>
          <p:spPr>
            <a:xfrm>
              <a:off x="6811961" y="3040125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13"/>
            <p:cNvSpPr/>
            <p:nvPr/>
          </p:nvSpPr>
          <p:spPr>
            <a:xfrm>
              <a:off x="7236322" y="3040125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13"/>
            <p:cNvSpPr/>
            <p:nvPr/>
          </p:nvSpPr>
          <p:spPr>
            <a:xfrm>
              <a:off x="7660683" y="3040125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13"/>
            <p:cNvSpPr/>
            <p:nvPr/>
          </p:nvSpPr>
          <p:spPr>
            <a:xfrm>
              <a:off x="8085043" y="3040125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97" name="Google Shape;497;p13"/>
            <p:cNvGrpSpPr/>
            <p:nvPr/>
          </p:nvGrpSpPr>
          <p:grpSpPr>
            <a:xfrm>
              <a:off x="6439639" y="3120717"/>
              <a:ext cx="237873" cy="236728"/>
              <a:chOff x="-55202750" y="3198925"/>
              <a:chExt cx="318225" cy="316650"/>
            </a:xfrm>
          </p:grpSpPr>
          <p:sp>
            <p:nvSpPr>
              <p:cNvPr id="498" name="Google Shape;498;p13"/>
              <p:cNvSpPr/>
              <p:nvPr/>
            </p:nvSpPr>
            <p:spPr>
              <a:xfrm>
                <a:off x="-55130275" y="3293425"/>
                <a:ext cx="167775" cy="168575"/>
              </a:xfrm>
              <a:custGeom>
                <a:rect b="b" l="l" r="r" t="t"/>
                <a:pathLst>
                  <a:path extrusionOk="0" h="6743" w="6711">
                    <a:moveTo>
                      <a:pt x="1891" y="2238"/>
                    </a:moveTo>
                    <a:cubicBezTo>
                      <a:pt x="2111" y="2238"/>
                      <a:pt x="2269" y="2395"/>
                      <a:pt x="2269" y="2584"/>
                    </a:cubicBezTo>
                    <a:cubicBezTo>
                      <a:pt x="2269" y="2805"/>
                      <a:pt x="2111" y="2962"/>
                      <a:pt x="1891" y="2962"/>
                    </a:cubicBezTo>
                    <a:cubicBezTo>
                      <a:pt x="1702" y="2962"/>
                      <a:pt x="1544" y="2836"/>
                      <a:pt x="1544" y="2584"/>
                    </a:cubicBezTo>
                    <a:cubicBezTo>
                      <a:pt x="1544" y="2395"/>
                      <a:pt x="1702" y="2238"/>
                      <a:pt x="1891" y="2238"/>
                    </a:cubicBezTo>
                    <a:close/>
                    <a:moveTo>
                      <a:pt x="4884" y="2269"/>
                    </a:moveTo>
                    <a:cubicBezTo>
                      <a:pt x="5104" y="2269"/>
                      <a:pt x="5262" y="2427"/>
                      <a:pt x="5262" y="2647"/>
                    </a:cubicBezTo>
                    <a:cubicBezTo>
                      <a:pt x="5262" y="2836"/>
                      <a:pt x="5104" y="2994"/>
                      <a:pt x="4884" y="2994"/>
                    </a:cubicBezTo>
                    <a:cubicBezTo>
                      <a:pt x="4695" y="2994"/>
                      <a:pt x="4537" y="2836"/>
                      <a:pt x="4537" y="2647"/>
                    </a:cubicBezTo>
                    <a:cubicBezTo>
                      <a:pt x="4537" y="2427"/>
                      <a:pt x="4695" y="2269"/>
                      <a:pt x="4884" y="2269"/>
                    </a:cubicBezTo>
                    <a:close/>
                    <a:moveTo>
                      <a:pt x="4454" y="4798"/>
                    </a:moveTo>
                    <a:cubicBezTo>
                      <a:pt x="4545" y="4798"/>
                      <a:pt x="4632" y="4837"/>
                      <a:pt x="4695" y="4916"/>
                    </a:cubicBezTo>
                    <a:cubicBezTo>
                      <a:pt x="4852" y="5042"/>
                      <a:pt x="4852" y="5262"/>
                      <a:pt x="4726" y="5420"/>
                    </a:cubicBezTo>
                    <a:cubicBezTo>
                      <a:pt x="4380" y="5798"/>
                      <a:pt x="3907" y="5987"/>
                      <a:pt x="3403" y="5987"/>
                    </a:cubicBezTo>
                    <a:cubicBezTo>
                      <a:pt x="2899" y="5987"/>
                      <a:pt x="2426" y="5798"/>
                      <a:pt x="2111" y="5420"/>
                    </a:cubicBezTo>
                    <a:cubicBezTo>
                      <a:pt x="1954" y="5262"/>
                      <a:pt x="1954" y="5042"/>
                      <a:pt x="2111" y="4916"/>
                    </a:cubicBezTo>
                    <a:cubicBezTo>
                      <a:pt x="2190" y="4837"/>
                      <a:pt x="2284" y="4798"/>
                      <a:pt x="2375" y="4798"/>
                    </a:cubicBezTo>
                    <a:cubicBezTo>
                      <a:pt x="2466" y="4798"/>
                      <a:pt x="2552" y="4837"/>
                      <a:pt x="2615" y="4916"/>
                    </a:cubicBezTo>
                    <a:cubicBezTo>
                      <a:pt x="2836" y="5136"/>
                      <a:pt x="3119" y="5246"/>
                      <a:pt x="3403" y="5246"/>
                    </a:cubicBezTo>
                    <a:cubicBezTo>
                      <a:pt x="3686" y="5246"/>
                      <a:pt x="3970" y="5136"/>
                      <a:pt x="4191" y="4916"/>
                    </a:cubicBezTo>
                    <a:cubicBezTo>
                      <a:pt x="4269" y="4837"/>
                      <a:pt x="4364" y="4798"/>
                      <a:pt x="4454" y="4798"/>
                    </a:cubicBezTo>
                    <a:close/>
                    <a:moveTo>
                      <a:pt x="3403" y="1"/>
                    </a:moveTo>
                    <a:cubicBezTo>
                      <a:pt x="2773" y="1261"/>
                      <a:pt x="1513" y="2112"/>
                      <a:pt x="63" y="2238"/>
                    </a:cubicBezTo>
                    <a:cubicBezTo>
                      <a:pt x="63" y="2364"/>
                      <a:pt x="0" y="2521"/>
                      <a:pt x="0" y="2647"/>
                    </a:cubicBezTo>
                    <a:lnTo>
                      <a:pt x="0" y="4128"/>
                    </a:lnTo>
                    <a:cubicBezTo>
                      <a:pt x="0" y="5577"/>
                      <a:pt x="1198" y="6743"/>
                      <a:pt x="2615" y="6743"/>
                    </a:cubicBezTo>
                    <a:lnTo>
                      <a:pt x="4096" y="6743"/>
                    </a:lnTo>
                    <a:cubicBezTo>
                      <a:pt x="5577" y="6743"/>
                      <a:pt x="6711" y="5546"/>
                      <a:pt x="6711" y="4128"/>
                    </a:cubicBezTo>
                    <a:lnTo>
                      <a:pt x="6711" y="2647"/>
                    </a:lnTo>
                    <a:cubicBezTo>
                      <a:pt x="6711" y="2521"/>
                      <a:pt x="6711" y="2364"/>
                      <a:pt x="6679" y="2238"/>
                    </a:cubicBezTo>
                    <a:cubicBezTo>
                      <a:pt x="5293" y="2112"/>
                      <a:pt x="4033" y="1261"/>
                      <a:pt x="34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p13"/>
              <p:cNvSpPr/>
              <p:nvPr/>
            </p:nvSpPr>
            <p:spPr>
              <a:xfrm>
                <a:off x="-55202750" y="3198925"/>
                <a:ext cx="318225" cy="316650"/>
              </a:xfrm>
              <a:custGeom>
                <a:rect b="b" l="l" r="r" t="t"/>
                <a:pathLst>
                  <a:path extrusionOk="0" h="12666" w="12729">
                    <a:moveTo>
                      <a:pt x="6302" y="2221"/>
                    </a:moveTo>
                    <a:cubicBezTo>
                      <a:pt x="6459" y="2221"/>
                      <a:pt x="6617" y="2300"/>
                      <a:pt x="6648" y="2458"/>
                    </a:cubicBezTo>
                    <a:lnTo>
                      <a:pt x="6680" y="2615"/>
                    </a:lnTo>
                    <a:cubicBezTo>
                      <a:pt x="7058" y="4127"/>
                      <a:pt x="8381" y="5230"/>
                      <a:pt x="9956" y="5230"/>
                    </a:cubicBezTo>
                    <a:cubicBezTo>
                      <a:pt x="10145" y="5230"/>
                      <a:pt x="10272" y="5356"/>
                      <a:pt x="10303" y="5545"/>
                    </a:cubicBezTo>
                    <a:cubicBezTo>
                      <a:pt x="10366" y="5829"/>
                      <a:pt x="10398" y="6112"/>
                      <a:pt x="10398" y="6364"/>
                    </a:cubicBezTo>
                    <a:lnTo>
                      <a:pt x="10398" y="7877"/>
                    </a:lnTo>
                    <a:cubicBezTo>
                      <a:pt x="10398" y="9704"/>
                      <a:pt x="8885" y="11216"/>
                      <a:pt x="7058" y="11216"/>
                    </a:cubicBezTo>
                    <a:lnTo>
                      <a:pt x="5546" y="11216"/>
                    </a:lnTo>
                    <a:cubicBezTo>
                      <a:pt x="3687" y="11216"/>
                      <a:pt x="2206" y="9704"/>
                      <a:pt x="2206" y="7877"/>
                    </a:cubicBezTo>
                    <a:lnTo>
                      <a:pt x="2206" y="6364"/>
                    </a:lnTo>
                    <a:cubicBezTo>
                      <a:pt x="2206" y="6112"/>
                      <a:pt x="2238" y="5829"/>
                      <a:pt x="2269" y="5545"/>
                    </a:cubicBezTo>
                    <a:cubicBezTo>
                      <a:pt x="2332" y="5388"/>
                      <a:pt x="2490" y="5230"/>
                      <a:pt x="2647" y="5230"/>
                    </a:cubicBezTo>
                    <a:cubicBezTo>
                      <a:pt x="4160" y="5230"/>
                      <a:pt x="5514" y="4127"/>
                      <a:pt x="5892" y="2615"/>
                    </a:cubicBezTo>
                    <a:lnTo>
                      <a:pt x="5955" y="2458"/>
                    </a:lnTo>
                    <a:cubicBezTo>
                      <a:pt x="5987" y="2300"/>
                      <a:pt x="6144" y="2221"/>
                      <a:pt x="6302" y="2221"/>
                    </a:cubicBezTo>
                    <a:close/>
                    <a:moveTo>
                      <a:pt x="6333" y="0"/>
                    </a:moveTo>
                    <a:cubicBezTo>
                      <a:pt x="3529" y="0"/>
                      <a:pt x="1135" y="2111"/>
                      <a:pt x="789" y="4884"/>
                    </a:cubicBezTo>
                    <a:cubicBezTo>
                      <a:pt x="284" y="5230"/>
                      <a:pt x="1" y="5797"/>
                      <a:pt x="1" y="6427"/>
                    </a:cubicBezTo>
                    <a:cubicBezTo>
                      <a:pt x="1" y="6805"/>
                      <a:pt x="127" y="7215"/>
                      <a:pt x="379" y="7530"/>
                    </a:cubicBezTo>
                    <a:cubicBezTo>
                      <a:pt x="158" y="7845"/>
                      <a:pt x="1" y="8223"/>
                      <a:pt x="1" y="8633"/>
                    </a:cubicBezTo>
                    <a:cubicBezTo>
                      <a:pt x="1" y="9011"/>
                      <a:pt x="127" y="9420"/>
                      <a:pt x="379" y="9735"/>
                    </a:cubicBezTo>
                    <a:cubicBezTo>
                      <a:pt x="158" y="10050"/>
                      <a:pt x="1" y="10428"/>
                      <a:pt x="1" y="10838"/>
                    </a:cubicBezTo>
                    <a:cubicBezTo>
                      <a:pt x="1" y="11846"/>
                      <a:pt x="852" y="12665"/>
                      <a:pt x="1891" y="12665"/>
                    </a:cubicBezTo>
                    <a:lnTo>
                      <a:pt x="10839" y="12665"/>
                    </a:lnTo>
                    <a:cubicBezTo>
                      <a:pt x="11847" y="12665"/>
                      <a:pt x="12729" y="11846"/>
                      <a:pt x="12729" y="10838"/>
                    </a:cubicBezTo>
                    <a:cubicBezTo>
                      <a:pt x="12729" y="10428"/>
                      <a:pt x="12603" y="10050"/>
                      <a:pt x="12319" y="9735"/>
                    </a:cubicBezTo>
                    <a:cubicBezTo>
                      <a:pt x="12571" y="9420"/>
                      <a:pt x="12729" y="9011"/>
                      <a:pt x="12729" y="8633"/>
                    </a:cubicBezTo>
                    <a:cubicBezTo>
                      <a:pt x="12666" y="8223"/>
                      <a:pt x="12508" y="7845"/>
                      <a:pt x="12288" y="7530"/>
                    </a:cubicBezTo>
                    <a:cubicBezTo>
                      <a:pt x="12508" y="7215"/>
                      <a:pt x="12666" y="6805"/>
                      <a:pt x="12666" y="6427"/>
                    </a:cubicBezTo>
                    <a:cubicBezTo>
                      <a:pt x="12666" y="5829"/>
                      <a:pt x="12351" y="5230"/>
                      <a:pt x="11878" y="4884"/>
                    </a:cubicBezTo>
                    <a:cubicBezTo>
                      <a:pt x="11500" y="2111"/>
                      <a:pt x="9137" y="0"/>
                      <a:pt x="63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0" name="Google Shape;500;p13"/>
            <p:cNvGrpSpPr/>
            <p:nvPr/>
          </p:nvGrpSpPr>
          <p:grpSpPr>
            <a:xfrm>
              <a:off x="6864015" y="3120717"/>
              <a:ext cx="237873" cy="236728"/>
              <a:chOff x="-55202750" y="3198925"/>
              <a:chExt cx="318225" cy="316650"/>
            </a:xfrm>
          </p:grpSpPr>
          <p:sp>
            <p:nvSpPr>
              <p:cNvPr id="501" name="Google Shape;501;p13"/>
              <p:cNvSpPr/>
              <p:nvPr/>
            </p:nvSpPr>
            <p:spPr>
              <a:xfrm>
                <a:off x="-55130275" y="3293425"/>
                <a:ext cx="167775" cy="168575"/>
              </a:xfrm>
              <a:custGeom>
                <a:rect b="b" l="l" r="r" t="t"/>
                <a:pathLst>
                  <a:path extrusionOk="0" h="6743" w="6711">
                    <a:moveTo>
                      <a:pt x="1891" y="2238"/>
                    </a:moveTo>
                    <a:cubicBezTo>
                      <a:pt x="2111" y="2238"/>
                      <a:pt x="2269" y="2395"/>
                      <a:pt x="2269" y="2584"/>
                    </a:cubicBezTo>
                    <a:cubicBezTo>
                      <a:pt x="2269" y="2805"/>
                      <a:pt x="2111" y="2962"/>
                      <a:pt x="1891" y="2962"/>
                    </a:cubicBezTo>
                    <a:cubicBezTo>
                      <a:pt x="1702" y="2962"/>
                      <a:pt x="1544" y="2836"/>
                      <a:pt x="1544" y="2584"/>
                    </a:cubicBezTo>
                    <a:cubicBezTo>
                      <a:pt x="1544" y="2395"/>
                      <a:pt x="1702" y="2238"/>
                      <a:pt x="1891" y="2238"/>
                    </a:cubicBezTo>
                    <a:close/>
                    <a:moveTo>
                      <a:pt x="4884" y="2269"/>
                    </a:moveTo>
                    <a:cubicBezTo>
                      <a:pt x="5104" y="2269"/>
                      <a:pt x="5262" y="2427"/>
                      <a:pt x="5262" y="2647"/>
                    </a:cubicBezTo>
                    <a:cubicBezTo>
                      <a:pt x="5262" y="2836"/>
                      <a:pt x="5104" y="2994"/>
                      <a:pt x="4884" y="2994"/>
                    </a:cubicBezTo>
                    <a:cubicBezTo>
                      <a:pt x="4695" y="2994"/>
                      <a:pt x="4537" y="2836"/>
                      <a:pt x="4537" y="2647"/>
                    </a:cubicBezTo>
                    <a:cubicBezTo>
                      <a:pt x="4537" y="2427"/>
                      <a:pt x="4695" y="2269"/>
                      <a:pt x="4884" y="2269"/>
                    </a:cubicBezTo>
                    <a:close/>
                    <a:moveTo>
                      <a:pt x="4454" y="4798"/>
                    </a:moveTo>
                    <a:cubicBezTo>
                      <a:pt x="4545" y="4798"/>
                      <a:pt x="4632" y="4837"/>
                      <a:pt x="4695" y="4916"/>
                    </a:cubicBezTo>
                    <a:cubicBezTo>
                      <a:pt x="4852" y="5042"/>
                      <a:pt x="4852" y="5262"/>
                      <a:pt x="4726" y="5420"/>
                    </a:cubicBezTo>
                    <a:cubicBezTo>
                      <a:pt x="4380" y="5798"/>
                      <a:pt x="3907" y="5987"/>
                      <a:pt x="3403" y="5987"/>
                    </a:cubicBezTo>
                    <a:cubicBezTo>
                      <a:pt x="2899" y="5987"/>
                      <a:pt x="2426" y="5798"/>
                      <a:pt x="2111" y="5420"/>
                    </a:cubicBezTo>
                    <a:cubicBezTo>
                      <a:pt x="1954" y="5262"/>
                      <a:pt x="1954" y="5042"/>
                      <a:pt x="2111" y="4916"/>
                    </a:cubicBezTo>
                    <a:cubicBezTo>
                      <a:pt x="2190" y="4837"/>
                      <a:pt x="2284" y="4798"/>
                      <a:pt x="2375" y="4798"/>
                    </a:cubicBezTo>
                    <a:cubicBezTo>
                      <a:pt x="2466" y="4798"/>
                      <a:pt x="2552" y="4837"/>
                      <a:pt x="2615" y="4916"/>
                    </a:cubicBezTo>
                    <a:cubicBezTo>
                      <a:pt x="2836" y="5136"/>
                      <a:pt x="3119" y="5246"/>
                      <a:pt x="3403" y="5246"/>
                    </a:cubicBezTo>
                    <a:cubicBezTo>
                      <a:pt x="3686" y="5246"/>
                      <a:pt x="3970" y="5136"/>
                      <a:pt x="4191" y="4916"/>
                    </a:cubicBezTo>
                    <a:cubicBezTo>
                      <a:pt x="4269" y="4837"/>
                      <a:pt x="4364" y="4798"/>
                      <a:pt x="4454" y="4798"/>
                    </a:cubicBezTo>
                    <a:close/>
                    <a:moveTo>
                      <a:pt x="3403" y="1"/>
                    </a:moveTo>
                    <a:cubicBezTo>
                      <a:pt x="2773" y="1261"/>
                      <a:pt x="1513" y="2112"/>
                      <a:pt x="63" y="2238"/>
                    </a:cubicBezTo>
                    <a:cubicBezTo>
                      <a:pt x="63" y="2364"/>
                      <a:pt x="0" y="2521"/>
                      <a:pt x="0" y="2647"/>
                    </a:cubicBezTo>
                    <a:lnTo>
                      <a:pt x="0" y="4128"/>
                    </a:lnTo>
                    <a:cubicBezTo>
                      <a:pt x="0" y="5577"/>
                      <a:pt x="1198" y="6743"/>
                      <a:pt x="2615" y="6743"/>
                    </a:cubicBezTo>
                    <a:lnTo>
                      <a:pt x="4096" y="6743"/>
                    </a:lnTo>
                    <a:cubicBezTo>
                      <a:pt x="5577" y="6743"/>
                      <a:pt x="6711" y="5546"/>
                      <a:pt x="6711" y="4128"/>
                    </a:cubicBezTo>
                    <a:lnTo>
                      <a:pt x="6711" y="2647"/>
                    </a:lnTo>
                    <a:cubicBezTo>
                      <a:pt x="6711" y="2521"/>
                      <a:pt x="6711" y="2364"/>
                      <a:pt x="6679" y="2238"/>
                    </a:cubicBezTo>
                    <a:cubicBezTo>
                      <a:pt x="5293" y="2112"/>
                      <a:pt x="4033" y="1261"/>
                      <a:pt x="34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p13"/>
              <p:cNvSpPr/>
              <p:nvPr/>
            </p:nvSpPr>
            <p:spPr>
              <a:xfrm>
                <a:off x="-55202750" y="3198925"/>
                <a:ext cx="318225" cy="316650"/>
              </a:xfrm>
              <a:custGeom>
                <a:rect b="b" l="l" r="r" t="t"/>
                <a:pathLst>
                  <a:path extrusionOk="0" h="12666" w="12729">
                    <a:moveTo>
                      <a:pt x="6302" y="2221"/>
                    </a:moveTo>
                    <a:cubicBezTo>
                      <a:pt x="6459" y="2221"/>
                      <a:pt x="6617" y="2300"/>
                      <a:pt x="6648" y="2458"/>
                    </a:cubicBezTo>
                    <a:lnTo>
                      <a:pt x="6680" y="2615"/>
                    </a:lnTo>
                    <a:cubicBezTo>
                      <a:pt x="7058" y="4127"/>
                      <a:pt x="8381" y="5230"/>
                      <a:pt x="9956" y="5230"/>
                    </a:cubicBezTo>
                    <a:cubicBezTo>
                      <a:pt x="10145" y="5230"/>
                      <a:pt x="10272" y="5356"/>
                      <a:pt x="10303" y="5545"/>
                    </a:cubicBezTo>
                    <a:cubicBezTo>
                      <a:pt x="10366" y="5829"/>
                      <a:pt x="10398" y="6112"/>
                      <a:pt x="10398" y="6364"/>
                    </a:cubicBezTo>
                    <a:lnTo>
                      <a:pt x="10398" y="7877"/>
                    </a:lnTo>
                    <a:cubicBezTo>
                      <a:pt x="10398" y="9704"/>
                      <a:pt x="8885" y="11216"/>
                      <a:pt x="7058" y="11216"/>
                    </a:cubicBezTo>
                    <a:lnTo>
                      <a:pt x="5546" y="11216"/>
                    </a:lnTo>
                    <a:cubicBezTo>
                      <a:pt x="3687" y="11216"/>
                      <a:pt x="2206" y="9704"/>
                      <a:pt x="2206" y="7877"/>
                    </a:cubicBezTo>
                    <a:lnTo>
                      <a:pt x="2206" y="6364"/>
                    </a:lnTo>
                    <a:cubicBezTo>
                      <a:pt x="2206" y="6112"/>
                      <a:pt x="2238" y="5829"/>
                      <a:pt x="2269" y="5545"/>
                    </a:cubicBezTo>
                    <a:cubicBezTo>
                      <a:pt x="2332" y="5388"/>
                      <a:pt x="2490" y="5230"/>
                      <a:pt x="2647" y="5230"/>
                    </a:cubicBezTo>
                    <a:cubicBezTo>
                      <a:pt x="4160" y="5230"/>
                      <a:pt x="5514" y="4127"/>
                      <a:pt x="5892" y="2615"/>
                    </a:cubicBezTo>
                    <a:lnTo>
                      <a:pt x="5955" y="2458"/>
                    </a:lnTo>
                    <a:cubicBezTo>
                      <a:pt x="5987" y="2300"/>
                      <a:pt x="6144" y="2221"/>
                      <a:pt x="6302" y="2221"/>
                    </a:cubicBezTo>
                    <a:close/>
                    <a:moveTo>
                      <a:pt x="6333" y="0"/>
                    </a:moveTo>
                    <a:cubicBezTo>
                      <a:pt x="3529" y="0"/>
                      <a:pt x="1135" y="2111"/>
                      <a:pt x="789" y="4884"/>
                    </a:cubicBezTo>
                    <a:cubicBezTo>
                      <a:pt x="284" y="5230"/>
                      <a:pt x="1" y="5797"/>
                      <a:pt x="1" y="6427"/>
                    </a:cubicBezTo>
                    <a:cubicBezTo>
                      <a:pt x="1" y="6805"/>
                      <a:pt x="127" y="7215"/>
                      <a:pt x="379" y="7530"/>
                    </a:cubicBezTo>
                    <a:cubicBezTo>
                      <a:pt x="158" y="7845"/>
                      <a:pt x="1" y="8223"/>
                      <a:pt x="1" y="8633"/>
                    </a:cubicBezTo>
                    <a:cubicBezTo>
                      <a:pt x="1" y="9011"/>
                      <a:pt x="127" y="9420"/>
                      <a:pt x="379" y="9735"/>
                    </a:cubicBezTo>
                    <a:cubicBezTo>
                      <a:pt x="158" y="10050"/>
                      <a:pt x="1" y="10428"/>
                      <a:pt x="1" y="10838"/>
                    </a:cubicBezTo>
                    <a:cubicBezTo>
                      <a:pt x="1" y="11846"/>
                      <a:pt x="852" y="12665"/>
                      <a:pt x="1891" y="12665"/>
                    </a:cubicBezTo>
                    <a:lnTo>
                      <a:pt x="10839" y="12665"/>
                    </a:lnTo>
                    <a:cubicBezTo>
                      <a:pt x="11847" y="12665"/>
                      <a:pt x="12729" y="11846"/>
                      <a:pt x="12729" y="10838"/>
                    </a:cubicBezTo>
                    <a:cubicBezTo>
                      <a:pt x="12729" y="10428"/>
                      <a:pt x="12603" y="10050"/>
                      <a:pt x="12319" y="9735"/>
                    </a:cubicBezTo>
                    <a:cubicBezTo>
                      <a:pt x="12571" y="9420"/>
                      <a:pt x="12729" y="9011"/>
                      <a:pt x="12729" y="8633"/>
                    </a:cubicBezTo>
                    <a:cubicBezTo>
                      <a:pt x="12666" y="8223"/>
                      <a:pt x="12508" y="7845"/>
                      <a:pt x="12288" y="7530"/>
                    </a:cubicBezTo>
                    <a:cubicBezTo>
                      <a:pt x="12508" y="7215"/>
                      <a:pt x="12666" y="6805"/>
                      <a:pt x="12666" y="6427"/>
                    </a:cubicBezTo>
                    <a:cubicBezTo>
                      <a:pt x="12666" y="5829"/>
                      <a:pt x="12351" y="5230"/>
                      <a:pt x="11878" y="4884"/>
                    </a:cubicBezTo>
                    <a:cubicBezTo>
                      <a:pt x="11500" y="2111"/>
                      <a:pt x="9137" y="0"/>
                      <a:pt x="63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3" name="Google Shape;503;p13"/>
            <p:cNvGrpSpPr/>
            <p:nvPr/>
          </p:nvGrpSpPr>
          <p:grpSpPr>
            <a:xfrm>
              <a:off x="7288376" y="3120717"/>
              <a:ext cx="237873" cy="236728"/>
              <a:chOff x="-55202750" y="3198925"/>
              <a:chExt cx="318225" cy="316650"/>
            </a:xfrm>
          </p:grpSpPr>
          <p:sp>
            <p:nvSpPr>
              <p:cNvPr id="504" name="Google Shape;504;p13"/>
              <p:cNvSpPr/>
              <p:nvPr/>
            </p:nvSpPr>
            <p:spPr>
              <a:xfrm>
                <a:off x="-55130275" y="3293425"/>
                <a:ext cx="167775" cy="168575"/>
              </a:xfrm>
              <a:custGeom>
                <a:rect b="b" l="l" r="r" t="t"/>
                <a:pathLst>
                  <a:path extrusionOk="0" h="6743" w="6711">
                    <a:moveTo>
                      <a:pt x="1891" y="2238"/>
                    </a:moveTo>
                    <a:cubicBezTo>
                      <a:pt x="2111" y="2238"/>
                      <a:pt x="2269" y="2395"/>
                      <a:pt x="2269" y="2584"/>
                    </a:cubicBezTo>
                    <a:cubicBezTo>
                      <a:pt x="2269" y="2805"/>
                      <a:pt x="2111" y="2962"/>
                      <a:pt x="1891" y="2962"/>
                    </a:cubicBezTo>
                    <a:cubicBezTo>
                      <a:pt x="1702" y="2962"/>
                      <a:pt x="1544" y="2836"/>
                      <a:pt x="1544" y="2584"/>
                    </a:cubicBezTo>
                    <a:cubicBezTo>
                      <a:pt x="1544" y="2395"/>
                      <a:pt x="1702" y="2238"/>
                      <a:pt x="1891" y="2238"/>
                    </a:cubicBezTo>
                    <a:close/>
                    <a:moveTo>
                      <a:pt x="4884" y="2269"/>
                    </a:moveTo>
                    <a:cubicBezTo>
                      <a:pt x="5104" y="2269"/>
                      <a:pt x="5262" y="2427"/>
                      <a:pt x="5262" y="2647"/>
                    </a:cubicBezTo>
                    <a:cubicBezTo>
                      <a:pt x="5262" y="2836"/>
                      <a:pt x="5104" y="2994"/>
                      <a:pt x="4884" y="2994"/>
                    </a:cubicBezTo>
                    <a:cubicBezTo>
                      <a:pt x="4695" y="2994"/>
                      <a:pt x="4537" y="2836"/>
                      <a:pt x="4537" y="2647"/>
                    </a:cubicBezTo>
                    <a:cubicBezTo>
                      <a:pt x="4537" y="2427"/>
                      <a:pt x="4695" y="2269"/>
                      <a:pt x="4884" y="2269"/>
                    </a:cubicBezTo>
                    <a:close/>
                    <a:moveTo>
                      <a:pt x="4454" y="4798"/>
                    </a:moveTo>
                    <a:cubicBezTo>
                      <a:pt x="4545" y="4798"/>
                      <a:pt x="4632" y="4837"/>
                      <a:pt x="4695" y="4916"/>
                    </a:cubicBezTo>
                    <a:cubicBezTo>
                      <a:pt x="4852" y="5042"/>
                      <a:pt x="4852" y="5262"/>
                      <a:pt x="4726" y="5420"/>
                    </a:cubicBezTo>
                    <a:cubicBezTo>
                      <a:pt x="4380" y="5798"/>
                      <a:pt x="3907" y="5987"/>
                      <a:pt x="3403" y="5987"/>
                    </a:cubicBezTo>
                    <a:cubicBezTo>
                      <a:pt x="2899" y="5987"/>
                      <a:pt x="2426" y="5798"/>
                      <a:pt x="2111" y="5420"/>
                    </a:cubicBezTo>
                    <a:cubicBezTo>
                      <a:pt x="1954" y="5262"/>
                      <a:pt x="1954" y="5042"/>
                      <a:pt x="2111" y="4916"/>
                    </a:cubicBezTo>
                    <a:cubicBezTo>
                      <a:pt x="2190" y="4837"/>
                      <a:pt x="2284" y="4798"/>
                      <a:pt x="2375" y="4798"/>
                    </a:cubicBezTo>
                    <a:cubicBezTo>
                      <a:pt x="2466" y="4798"/>
                      <a:pt x="2552" y="4837"/>
                      <a:pt x="2615" y="4916"/>
                    </a:cubicBezTo>
                    <a:cubicBezTo>
                      <a:pt x="2836" y="5136"/>
                      <a:pt x="3119" y="5246"/>
                      <a:pt x="3403" y="5246"/>
                    </a:cubicBezTo>
                    <a:cubicBezTo>
                      <a:pt x="3686" y="5246"/>
                      <a:pt x="3970" y="5136"/>
                      <a:pt x="4191" y="4916"/>
                    </a:cubicBezTo>
                    <a:cubicBezTo>
                      <a:pt x="4269" y="4837"/>
                      <a:pt x="4364" y="4798"/>
                      <a:pt x="4454" y="4798"/>
                    </a:cubicBezTo>
                    <a:close/>
                    <a:moveTo>
                      <a:pt x="3403" y="1"/>
                    </a:moveTo>
                    <a:cubicBezTo>
                      <a:pt x="2773" y="1261"/>
                      <a:pt x="1513" y="2112"/>
                      <a:pt x="63" y="2238"/>
                    </a:cubicBezTo>
                    <a:cubicBezTo>
                      <a:pt x="63" y="2364"/>
                      <a:pt x="0" y="2521"/>
                      <a:pt x="0" y="2647"/>
                    </a:cubicBezTo>
                    <a:lnTo>
                      <a:pt x="0" y="4128"/>
                    </a:lnTo>
                    <a:cubicBezTo>
                      <a:pt x="0" y="5577"/>
                      <a:pt x="1198" y="6743"/>
                      <a:pt x="2615" y="6743"/>
                    </a:cubicBezTo>
                    <a:lnTo>
                      <a:pt x="4096" y="6743"/>
                    </a:lnTo>
                    <a:cubicBezTo>
                      <a:pt x="5577" y="6743"/>
                      <a:pt x="6711" y="5546"/>
                      <a:pt x="6711" y="4128"/>
                    </a:cubicBezTo>
                    <a:lnTo>
                      <a:pt x="6711" y="2647"/>
                    </a:lnTo>
                    <a:cubicBezTo>
                      <a:pt x="6711" y="2521"/>
                      <a:pt x="6711" y="2364"/>
                      <a:pt x="6679" y="2238"/>
                    </a:cubicBezTo>
                    <a:cubicBezTo>
                      <a:pt x="5293" y="2112"/>
                      <a:pt x="4033" y="1261"/>
                      <a:pt x="34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p13"/>
              <p:cNvSpPr/>
              <p:nvPr/>
            </p:nvSpPr>
            <p:spPr>
              <a:xfrm>
                <a:off x="-55202750" y="3198925"/>
                <a:ext cx="318225" cy="316650"/>
              </a:xfrm>
              <a:custGeom>
                <a:rect b="b" l="l" r="r" t="t"/>
                <a:pathLst>
                  <a:path extrusionOk="0" h="12666" w="12729">
                    <a:moveTo>
                      <a:pt x="6302" y="2221"/>
                    </a:moveTo>
                    <a:cubicBezTo>
                      <a:pt x="6459" y="2221"/>
                      <a:pt x="6617" y="2300"/>
                      <a:pt x="6648" y="2458"/>
                    </a:cubicBezTo>
                    <a:lnTo>
                      <a:pt x="6680" y="2615"/>
                    </a:lnTo>
                    <a:cubicBezTo>
                      <a:pt x="7058" y="4127"/>
                      <a:pt x="8381" y="5230"/>
                      <a:pt x="9956" y="5230"/>
                    </a:cubicBezTo>
                    <a:cubicBezTo>
                      <a:pt x="10145" y="5230"/>
                      <a:pt x="10272" y="5356"/>
                      <a:pt x="10303" y="5545"/>
                    </a:cubicBezTo>
                    <a:cubicBezTo>
                      <a:pt x="10366" y="5829"/>
                      <a:pt x="10398" y="6112"/>
                      <a:pt x="10398" y="6364"/>
                    </a:cubicBezTo>
                    <a:lnTo>
                      <a:pt x="10398" y="7877"/>
                    </a:lnTo>
                    <a:cubicBezTo>
                      <a:pt x="10398" y="9704"/>
                      <a:pt x="8885" y="11216"/>
                      <a:pt x="7058" y="11216"/>
                    </a:cubicBezTo>
                    <a:lnTo>
                      <a:pt x="5546" y="11216"/>
                    </a:lnTo>
                    <a:cubicBezTo>
                      <a:pt x="3687" y="11216"/>
                      <a:pt x="2206" y="9704"/>
                      <a:pt x="2206" y="7877"/>
                    </a:cubicBezTo>
                    <a:lnTo>
                      <a:pt x="2206" y="6364"/>
                    </a:lnTo>
                    <a:cubicBezTo>
                      <a:pt x="2206" y="6112"/>
                      <a:pt x="2238" y="5829"/>
                      <a:pt x="2269" y="5545"/>
                    </a:cubicBezTo>
                    <a:cubicBezTo>
                      <a:pt x="2332" y="5388"/>
                      <a:pt x="2490" y="5230"/>
                      <a:pt x="2647" y="5230"/>
                    </a:cubicBezTo>
                    <a:cubicBezTo>
                      <a:pt x="4160" y="5230"/>
                      <a:pt x="5514" y="4127"/>
                      <a:pt x="5892" y="2615"/>
                    </a:cubicBezTo>
                    <a:lnTo>
                      <a:pt x="5955" y="2458"/>
                    </a:lnTo>
                    <a:cubicBezTo>
                      <a:pt x="5987" y="2300"/>
                      <a:pt x="6144" y="2221"/>
                      <a:pt x="6302" y="2221"/>
                    </a:cubicBezTo>
                    <a:close/>
                    <a:moveTo>
                      <a:pt x="6333" y="0"/>
                    </a:moveTo>
                    <a:cubicBezTo>
                      <a:pt x="3529" y="0"/>
                      <a:pt x="1135" y="2111"/>
                      <a:pt x="789" y="4884"/>
                    </a:cubicBezTo>
                    <a:cubicBezTo>
                      <a:pt x="284" y="5230"/>
                      <a:pt x="1" y="5797"/>
                      <a:pt x="1" y="6427"/>
                    </a:cubicBezTo>
                    <a:cubicBezTo>
                      <a:pt x="1" y="6805"/>
                      <a:pt x="127" y="7215"/>
                      <a:pt x="379" y="7530"/>
                    </a:cubicBezTo>
                    <a:cubicBezTo>
                      <a:pt x="158" y="7845"/>
                      <a:pt x="1" y="8223"/>
                      <a:pt x="1" y="8633"/>
                    </a:cubicBezTo>
                    <a:cubicBezTo>
                      <a:pt x="1" y="9011"/>
                      <a:pt x="127" y="9420"/>
                      <a:pt x="379" y="9735"/>
                    </a:cubicBezTo>
                    <a:cubicBezTo>
                      <a:pt x="158" y="10050"/>
                      <a:pt x="1" y="10428"/>
                      <a:pt x="1" y="10838"/>
                    </a:cubicBezTo>
                    <a:cubicBezTo>
                      <a:pt x="1" y="11846"/>
                      <a:pt x="852" y="12665"/>
                      <a:pt x="1891" y="12665"/>
                    </a:cubicBezTo>
                    <a:lnTo>
                      <a:pt x="10839" y="12665"/>
                    </a:lnTo>
                    <a:cubicBezTo>
                      <a:pt x="11847" y="12665"/>
                      <a:pt x="12729" y="11846"/>
                      <a:pt x="12729" y="10838"/>
                    </a:cubicBezTo>
                    <a:cubicBezTo>
                      <a:pt x="12729" y="10428"/>
                      <a:pt x="12603" y="10050"/>
                      <a:pt x="12319" y="9735"/>
                    </a:cubicBezTo>
                    <a:cubicBezTo>
                      <a:pt x="12571" y="9420"/>
                      <a:pt x="12729" y="9011"/>
                      <a:pt x="12729" y="8633"/>
                    </a:cubicBezTo>
                    <a:cubicBezTo>
                      <a:pt x="12666" y="8223"/>
                      <a:pt x="12508" y="7845"/>
                      <a:pt x="12288" y="7530"/>
                    </a:cubicBezTo>
                    <a:cubicBezTo>
                      <a:pt x="12508" y="7215"/>
                      <a:pt x="12666" y="6805"/>
                      <a:pt x="12666" y="6427"/>
                    </a:cubicBezTo>
                    <a:cubicBezTo>
                      <a:pt x="12666" y="5829"/>
                      <a:pt x="12351" y="5230"/>
                      <a:pt x="11878" y="4884"/>
                    </a:cubicBezTo>
                    <a:cubicBezTo>
                      <a:pt x="11500" y="2111"/>
                      <a:pt x="9137" y="0"/>
                      <a:pt x="63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06" name="Google Shape;506;p13"/>
          <p:cNvGrpSpPr/>
          <p:nvPr/>
        </p:nvGrpSpPr>
        <p:grpSpPr>
          <a:xfrm>
            <a:off x="6387600" y="3557684"/>
            <a:ext cx="2043147" cy="397740"/>
            <a:chOff x="6387600" y="3633884"/>
            <a:chExt cx="2043147" cy="397740"/>
          </a:xfrm>
        </p:grpSpPr>
        <p:sp>
          <p:nvSpPr>
            <p:cNvPr id="507" name="Google Shape;507;p13"/>
            <p:cNvSpPr/>
            <p:nvPr/>
          </p:nvSpPr>
          <p:spPr>
            <a:xfrm>
              <a:off x="6387600" y="3633884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13"/>
            <p:cNvSpPr/>
            <p:nvPr/>
          </p:nvSpPr>
          <p:spPr>
            <a:xfrm>
              <a:off x="6811961" y="3633884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13"/>
            <p:cNvSpPr/>
            <p:nvPr/>
          </p:nvSpPr>
          <p:spPr>
            <a:xfrm>
              <a:off x="7236322" y="3633884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13"/>
            <p:cNvSpPr/>
            <p:nvPr/>
          </p:nvSpPr>
          <p:spPr>
            <a:xfrm>
              <a:off x="7660683" y="3633884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13"/>
            <p:cNvSpPr/>
            <p:nvPr/>
          </p:nvSpPr>
          <p:spPr>
            <a:xfrm>
              <a:off x="8085043" y="3633884"/>
              <a:ext cx="345704" cy="397740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12" name="Google Shape;512;p13"/>
            <p:cNvGrpSpPr/>
            <p:nvPr/>
          </p:nvGrpSpPr>
          <p:grpSpPr>
            <a:xfrm>
              <a:off x="6454060" y="3713566"/>
              <a:ext cx="209020" cy="238503"/>
              <a:chOff x="-55576850" y="3198125"/>
              <a:chExt cx="279625" cy="319025"/>
            </a:xfrm>
          </p:grpSpPr>
          <p:sp>
            <p:nvSpPr>
              <p:cNvPr id="513" name="Google Shape;513;p13"/>
              <p:cNvSpPr/>
              <p:nvPr/>
            </p:nvSpPr>
            <p:spPr>
              <a:xfrm>
                <a:off x="-55576850" y="3335975"/>
                <a:ext cx="18900" cy="63825"/>
              </a:xfrm>
              <a:custGeom>
                <a:rect b="b" l="l" r="r" t="t"/>
                <a:pathLst>
                  <a:path extrusionOk="0" h="2553" w="756">
                    <a:moveTo>
                      <a:pt x="756" y="0"/>
                    </a:moveTo>
                    <a:cubicBezTo>
                      <a:pt x="315" y="221"/>
                      <a:pt x="0" y="693"/>
                      <a:pt x="0" y="1260"/>
                    </a:cubicBezTo>
                    <a:cubicBezTo>
                      <a:pt x="0" y="1796"/>
                      <a:pt x="315" y="2269"/>
                      <a:pt x="756" y="2552"/>
                    </a:cubicBezTo>
                    <a:lnTo>
                      <a:pt x="75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p13"/>
              <p:cNvSpPr/>
              <p:nvPr/>
            </p:nvSpPr>
            <p:spPr>
              <a:xfrm>
                <a:off x="-55539850" y="3198125"/>
                <a:ext cx="206375" cy="99275"/>
              </a:xfrm>
              <a:custGeom>
                <a:rect b="b" l="l" r="r" t="t"/>
                <a:pathLst>
                  <a:path extrusionOk="0" h="3971" w="8255">
                    <a:moveTo>
                      <a:pt x="2616" y="1"/>
                    </a:moveTo>
                    <a:cubicBezTo>
                      <a:pt x="2348" y="1"/>
                      <a:pt x="2080" y="95"/>
                      <a:pt x="1860" y="284"/>
                    </a:cubicBezTo>
                    <a:cubicBezTo>
                      <a:pt x="1671" y="95"/>
                      <a:pt x="1387" y="32"/>
                      <a:pt x="1103" y="32"/>
                    </a:cubicBezTo>
                    <a:cubicBezTo>
                      <a:pt x="473" y="32"/>
                      <a:pt x="1" y="536"/>
                      <a:pt x="1" y="1135"/>
                    </a:cubicBezTo>
                    <a:lnTo>
                      <a:pt x="1" y="3970"/>
                    </a:lnTo>
                    <a:lnTo>
                      <a:pt x="1639" y="2364"/>
                    </a:lnTo>
                    <a:cubicBezTo>
                      <a:pt x="1715" y="2287"/>
                      <a:pt x="1815" y="2246"/>
                      <a:pt x="1916" y="2246"/>
                    </a:cubicBezTo>
                    <a:cubicBezTo>
                      <a:pt x="1982" y="2246"/>
                      <a:pt x="2049" y="2263"/>
                      <a:pt x="2112" y="2301"/>
                    </a:cubicBezTo>
                    <a:cubicBezTo>
                      <a:pt x="2726" y="2726"/>
                      <a:pt x="3435" y="2939"/>
                      <a:pt x="4144" y="2939"/>
                    </a:cubicBezTo>
                    <a:cubicBezTo>
                      <a:pt x="4853" y="2939"/>
                      <a:pt x="5561" y="2726"/>
                      <a:pt x="6176" y="2301"/>
                    </a:cubicBezTo>
                    <a:cubicBezTo>
                      <a:pt x="6225" y="2263"/>
                      <a:pt x="6290" y="2246"/>
                      <a:pt x="6355" y="2246"/>
                    </a:cubicBezTo>
                    <a:cubicBezTo>
                      <a:pt x="6456" y="2246"/>
                      <a:pt x="6560" y="2287"/>
                      <a:pt x="6617" y="2364"/>
                    </a:cubicBezTo>
                    <a:lnTo>
                      <a:pt x="8255" y="3970"/>
                    </a:lnTo>
                    <a:lnTo>
                      <a:pt x="8255" y="1135"/>
                    </a:lnTo>
                    <a:cubicBezTo>
                      <a:pt x="8192" y="536"/>
                      <a:pt x="7719" y="32"/>
                      <a:pt x="7089" y="32"/>
                    </a:cubicBezTo>
                    <a:cubicBezTo>
                      <a:pt x="6837" y="32"/>
                      <a:pt x="6554" y="158"/>
                      <a:pt x="6365" y="284"/>
                    </a:cubicBezTo>
                    <a:cubicBezTo>
                      <a:pt x="6144" y="95"/>
                      <a:pt x="5876" y="1"/>
                      <a:pt x="5609" y="1"/>
                    </a:cubicBezTo>
                    <a:cubicBezTo>
                      <a:pt x="5341" y="1"/>
                      <a:pt x="5073" y="95"/>
                      <a:pt x="4853" y="284"/>
                    </a:cubicBezTo>
                    <a:cubicBezTo>
                      <a:pt x="4632" y="95"/>
                      <a:pt x="4372" y="1"/>
                      <a:pt x="4112" y="1"/>
                    </a:cubicBezTo>
                    <a:cubicBezTo>
                      <a:pt x="3852" y="1"/>
                      <a:pt x="3592" y="95"/>
                      <a:pt x="3372" y="284"/>
                    </a:cubicBezTo>
                    <a:cubicBezTo>
                      <a:pt x="3151" y="95"/>
                      <a:pt x="2883" y="1"/>
                      <a:pt x="261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p13"/>
              <p:cNvSpPr/>
              <p:nvPr/>
            </p:nvSpPr>
            <p:spPr>
              <a:xfrm>
                <a:off x="-55539850" y="3275325"/>
                <a:ext cx="204800" cy="241825"/>
              </a:xfrm>
              <a:custGeom>
                <a:rect b="b" l="l" r="r" t="t"/>
                <a:pathLst>
                  <a:path extrusionOk="0" h="9673" w="8192">
                    <a:moveTo>
                      <a:pt x="2616" y="2962"/>
                    </a:moveTo>
                    <a:cubicBezTo>
                      <a:pt x="2805" y="2962"/>
                      <a:pt x="2962" y="3119"/>
                      <a:pt x="2962" y="3308"/>
                    </a:cubicBezTo>
                    <a:cubicBezTo>
                      <a:pt x="2962" y="3529"/>
                      <a:pt x="2805" y="3686"/>
                      <a:pt x="2616" y="3686"/>
                    </a:cubicBezTo>
                    <a:cubicBezTo>
                      <a:pt x="2427" y="3686"/>
                      <a:pt x="2269" y="3560"/>
                      <a:pt x="2269" y="3308"/>
                    </a:cubicBezTo>
                    <a:cubicBezTo>
                      <a:pt x="2269" y="3119"/>
                      <a:pt x="2427" y="2962"/>
                      <a:pt x="2616" y="2962"/>
                    </a:cubicBezTo>
                    <a:close/>
                    <a:moveTo>
                      <a:pt x="5609" y="2993"/>
                    </a:moveTo>
                    <a:cubicBezTo>
                      <a:pt x="5798" y="2993"/>
                      <a:pt x="5955" y="3151"/>
                      <a:pt x="5955" y="3371"/>
                    </a:cubicBezTo>
                    <a:cubicBezTo>
                      <a:pt x="5987" y="3560"/>
                      <a:pt x="5798" y="3718"/>
                      <a:pt x="5609" y="3718"/>
                    </a:cubicBezTo>
                    <a:cubicBezTo>
                      <a:pt x="5420" y="3718"/>
                      <a:pt x="5262" y="3560"/>
                      <a:pt x="5262" y="3371"/>
                    </a:cubicBezTo>
                    <a:cubicBezTo>
                      <a:pt x="5262" y="3151"/>
                      <a:pt x="5420" y="2993"/>
                      <a:pt x="5609" y="2993"/>
                    </a:cubicBezTo>
                    <a:close/>
                    <a:moveTo>
                      <a:pt x="5164" y="6278"/>
                    </a:moveTo>
                    <a:cubicBezTo>
                      <a:pt x="5262" y="6278"/>
                      <a:pt x="5357" y="6317"/>
                      <a:pt x="5420" y="6396"/>
                    </a:cubicBezTo>
                    <a:cubicBezTo>
                      <a:pt x="5577" y="6522"/>
                      <a:pt x="5577" y="6742"/>
                      <a:pt x="5451" y="6900"/>
                    </a:cubicBezTo>
                    <a:cubicBezTo>
                      <a:pt x="5105" y="7246"/>
                      <a:pt x="4632" y="7435"/>
                      <a:pt x="4096" y="7435"/>
                    </a:cubicBezTo>
                    <a:cubicBezTo>
                      <a:pt x="3592" y="7435"/>
                      <a:pt x="3120" y="7246"/>
                      <a:pt x="2805" y="6900"/>
                    </a:cubicBezTo>
                    <a:cubicBezTo>
                      <a:pt x="2647" y="6742"/>
                      <a:pt x="2647" y="6522"/>
                      <a:pt x="2805" y="6396"/>
                    </a:cubicBezTo>
                    <a:cubicBezTo>
                      <a:pt x="2883" y="6317"/>
                      <a:pt x="2986" y="6278"/>
                      <a:pt x="3080" y="6278"/>
                    </a:cubicBezTo>
                    <a:cubicBezTo>
                      <a:pt x="3175" y="6278"/>
                      <a:pt x="3262" y="6317"/>
                      <a:pt x="3309" y="6396"/>
                    </a:cubicBezTo>
                    <a:cubicBezTo>
                      <a:pt x="3529" y="6616"/>
                      <a:pt x="3821" y="6727"/>
                      <a:pt x="4108" y="6727"/>
                    </a:cubicBezTo>
                    <a:cubicBezTo>
                      <a:pt x="4396" y="6727"/>
                      <a:pt x="4679" y="6616"/>
                      <a:pt x="4884" y="6396"/>
                    </a:cubicBezTo>
                    <a:cubicBezTo>
                      <a:pt x="4963" y="6317"/>
                      <a:pt x="5065" y="6278"/>
                      <a:pt x="5164" y="6278"/>
                    </a:cubicBezTo>
                    <a:close/>
                    <a:moveTo>
                      <a:pt x="1954" y="0"/>
                    </a:moveTo>
                    <a:lnTo>
                      <a:pt x="1" y="1954"/>
                    </a:lnTo>
                    <a:lnTo>
                      <a:pt x="1" y="5577"/>
                    </a:lnTo>
                    <a:cubicBezTo>
                      <a:pt x="1" y="7813"/>
                      <a:pt x="1860" y="9672"/>
                      <a:pt x="4096" y="9672"/>
                    </a:cubicBezTo>
                    <a:cubicBezTo>
                      <a:pt x="6365" y="9672"/>
                      <a:pt x="8192" y="7813"/>
                      <a:pt x="8192" y="5577"/>
                    </a:cubicBezTo>
                    <a:lnTo>
                      <a:pt x="8192" y="1954"/>
                    </a:lnTo>
                    <a:lnTo>
                      <a:pt x="6270" y="0"/>
                    </a:lnTo>
                    <a:cubicBezTo>
                      <a:pt x="5609" y="394"/>
                      <a:pt x="4860" y="591"/>
                      <a:pt x="4112" y="591"/>
                    </a:cubicBezTo>
                    <a:cubicBezTo>
                      <a:pt x="3364" y="591"/>
                      <a:pt x="2616" y="394"/>
                      <a:pt x="19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p13"/>
              <p:cNvSpPr/>
              <p:nvPr/>
            </p:nvSpPr>
            <p:spPr>
              <a:xfrm>
                <a:off x="-55316150" y="3335975"/>
                <a:ext cx="18925" cy="63825"/>
              </a:xfrm>
              <a:custGeom>
                <a:rect b="b" l="l" r="r" t="t"/>
                <a:pathLst>
                  <a:path extrusionOk="0" h="2553" w="757">
                    <a:moveTo>
                      <a:pt x="0" y="0"/>
                    </a:moveTo>
                    <a:lnTo>
                      <a:pt x="0" y="2552"/>
                    </a:lnTo>
                    <a:cubicBezTo>
                      <a:pt x="441" y="2269"/>
                      <a:pt x="756" y="1796"/>
                      <a:pt x="756" y="1260"/>
                    </a:cubicBezTo>
                    <a:cubicBezTo>
                      <a:pt x="756" y="693"/>
                      <a:pt x="473" y="221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7" name="Google Shape;517;p13"/>
            <p:cNvGrpSpPr/>
            <p:nvPr/>
          </p:nvGrpSpPr>
          <p:grpSpPr>
            <a:xfrm>
              <a:off x="6878421" y="3713566"/>
              <a:ext cx="209020" cy="238503"/>
              <a:chOff x="-55576850" y="3198125"/>
              <a:chExt cx="279625" cy="319025"/>
            </a:xfrm>
          </p:grpSpPr>
          <p:sp>
            <p:nvSpPr>
              <p:cNvPr id="518" name="Google Shape;518;p13"/>
              <p:cNvSpPr/>
              <p:nvPr/>
            </p:nvSpPr>
            <p:spPr>
              <a:xfrm>
                <a:off x="-55576850" y="3335975"/>
                <a:ext cx="18900" cy="63825"/>
              </a:xfrm>
              <a:custGeom>
                <a:rect b="b" l="l" r="r" t="t"/>
                <a:pathLst>
                  <a:path extrusionOk="0" h="2553" w="756">
                    <a:moveTo>
                      <a:pt x="756" y="0"/>
                    </a:moveTo>
                    <a:cubicBezTo>
                      <a:pt x="315" y="221"/>
                      <a:pt x="0" y="693"/>
                      <a:pt x="0" y="1260"/>
                    </a:cubicBezTo>
                    <a:cubicBezTo>
                      <a:pt x="0" y="1796"/>
                      <a:pt x="315" y="2269"/>
                      <a:pt x="756" y="2552"/>
                    </a:cubicBezTo>
                    <a:lnTo>
                      <a:pt x="75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p13"/>
              <p:cNvSpPr/>
              <p:nvPr/>
            </p:nvSpPr>
            <p:spPr>
              <a:xfrm>
                <a:off x="-55539850" y="3198125"/>
                <a:ext cx="206375" cy="99275"/>
              </a:xfrm>
              <a:custGeom>
                <a:rect b="b" l="l" r="r" t="t"/>
                <a:pathLst>
                  <a:path extrusionOk="0" h="3971" w="8255">
                    <a:moveTo>
                      <a:pt x="2616" y="1"/>
                    </a:moveTo>
                    <a:cubicBezTo>
                      <a:pt x="2348" y="1"/>
                      <a:pt x="2080" y="95"/>
                      <a:pt x="1860" y="284"/>
                    </a:cubicBezTo>
                    <a:cubicBezTo>
                      <a:pt x="1671" y="95"/>
                      <a:pt x="1387" y="32"/>
                      <a:pt x="1103" y="32"/>
                    </a:cubicBezTo>
                    <a:cubicBezTo>
                      <a:pt x="473" y="32"/>
                      <a:pt x="1" y="536"/>
                      <a:pt x="1" y="1135"/>
                    </a:cubicBezTo>
                    <a:lnTo>
                      <a:pt x="1" y="3970"/>
                    </a:lnTo>
                    <a:lnTo>
                      <a:pt x="1639" y="2364"/>
                    </a:lnTo>
                    <a:cubicBezTo>
                      <a:pt x="1715" y="2287"/>
                      <a:pt x="1815" y="2246"/>
                      <a:pt x="1916" y="2246"/>
                    </a:cubicBezTo>
                    <a:cubicBezTo>
                      <a:pt x="1982" y="2246"/>
                      <a:pt x="2049" y="2263"/>
                      <a:pt x="2112" y="2301"/>
                    </a:cubicBezTo>
                    <a:cubicBezTo>
                      <a:pt x="2726" y="2726"/>
                      <a:pt x="3435" y="2939"/>
                      <a:pt x="4144" y="2939"/>
                    </a:cubicBezTo>
                    <a:cubicBezTo>
                      <a:pt x="4853" y="2939"/>
                      <a:pt x="5561" y="2726"/>
                      <a:pt x="6176" y="2301"/>
                    </a:cubicBezTo>
                    <a:cubicBezTo>
                      <a:pt x="6225" y="2263"/>
                      <a:pt x="6290" y="2246"/>
                      <a:pt x="6355" y="2246"/>
                    </a:cubicBezTo>
                    <a:cubicBezTo>
                      <a:pt x="6456" y="2246"/>
                      <a:pt x="6560" y="2287"/>
                      <a:pt x="6617" y="2364"/>
                    </a:cubicBezTo>
                    <a:lnTo>
                      <a:pt x="8255" y="3970"/>
                    </a:lnTo>
                    <a:lnTo>
                      <a:pt x="8255" y="1135"/>
                    </a:lnTo>
                    <a:cubicBezTo>
                      <a:pt x="8192" y="536"/>
                      <a:pt x="7719" y="32"/>
                      <a:pt x="7089" y="32"/>
                    </a:cubicBezTo>
                    <a:cubicBezTo>
                      <a:pt x="6837" y="32"/>
                      <a:pt x="6554" y="158"/>
                      <a:pt x="6365" y="284"/>
                    </a:cubicBezTo>
                    <a:cubicBezTo>
                      <a:pt x="6144" y="95"/>
                      <a:pt x="5876" y="1"/>
                      <a:pt x="5609" y="1"/>
                    </a:cubicBezTo>
                    <a:cubicBezTo>
                      <a:pt x="5341" y="1"/>
                      <a:pt x="5073" y="95"/>
                      <a:pt x="4853" y="284"/>
                    </a:cubicBezTo>
                    <a:cubicBezTo>
                      <a:pt x="4632" y="95"/>
                      <a:pt x="4372" y="1"/>
                      <a:pt x="4112" y="1"/>
                    </a:cubicBezTo>
                    <a:cubicBezTo>
                      <a:pt x="3852" y="1"/>
                      <a:pt x="3592" y="95"/>
                      <a:pt x="3372" y="284"/>
                    </a:cubicBezTo>
                    <a:cubicBezTo>
                      <a:pt x="3151" y="95"/>
                      <a:pt x="2883" y="1"/>
                      <a:pt x="261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p13"/>
              <p:cNvSpPr/>
              <p:nvPr/>
            </p:nvSpPr>
            <p:spPr>
              <a:xfrm>
                <a:off x="-55539850" y="3275325"/>
                <a:ext cx="204800" cy="241825"/>
              </a:xfrm>
              <a:custGeom>
                <a:rect b="b" l="l" r="r" t="t"/>
                <a:pathLst>
                  <a:path extrusionOk="0" h="9673" w="8192">
                    <a:moveTo>
                      <a:pt x="2616" y="2962"/>
                    </a:moveTo>
                    <a:cubicBezTo>
                      <a:pt x="2805" y="2962"/>
                      <a:pt x="2962" y="3119"/>
                      <a:pt x="2962" y="3308"/>
                    </a:cubicBezTo>
                    <a:cubicBezTo>
                      <a:pt x="2962" y="3529"/>
                      <a:pt x="2805" y="3686"/>
                      <a:pt x="2616" y="3686"/>
                    </a:cubicBezTo>
                    <a:cubicBezTo>
                      <a:pt x="2427" y="3686"/>
                      <a:pt x="2269" y="3560"/>
                      <a:pt x="2269" y="3308"/>
                    </a:cubicBezTo>
                    <a:cubicBezTo>
                      <a:pt x="2269" y="3119"/>
                      <a:pt x="2427" y="2962"/>
                      <a:pt x="2616" y="2962"/>
                    </a:cubicBezTo>
                    <a:close/>
                    <a:moveTo>
                      <a:pt x="5609" y="2993"/>
                    </a:moveTo>
                    <a:cubicBezTo>
                      <a:pt x="5798" y="2993"/>
                      <a:pt x="5955" y="3151"/>
                      <a:pt x="5955" y="3371"/>
                    </a:cubicBezTo>
                    <a:cubicBezTo>
                      <a:pt x="5987" y="3560"/>
                      <a:pt x="5798" y="3718"/>
                      <a:pt x="5609" y="3718"/>
                    </a:cubicBezTo>
                    <a:cubicBezTo>
                      <a:pt x="5420" y="3718"/>
                      <a:pt x="5262" y="3560"/>
                      <a:pt x="5262" y="3371"/>
                    </a:cubicBezTo>
                    <a:cubicBezTo>
                      <a:pt x="5262" y="3151"/>
                      <a:pt x="5420" y="2993"/>
                      <a:pt x="5609" y="2993"/>
                    </a:cubicBezTo>
                    <a:close/>
                    <a:moveTo>
                      <a:pt x="5164" y="6278"/>
                    </a:moveTo>
                    <a:cubicBezTo>
                      <a:pt x="5262" y="6278"/>
                      <a:pt x="5357" y="6317"/>
                      <a:pt x="5420" y="6396"/>
                    </a:cubicBezTo>
                    <a:cubicBezTo>
                      <a:pt x="5577" y="6522"/>
                      <a:pt x="5577" y="6742"/>
                      <a:pt x="5451" y="6900"/>
                    </a:cubicBezTo>
                    <a:cubicBezTo>
                      <a:pt x="5105" y="7246"/>
                      <a:pt x="4632" y="7435"/>
                      <a:pt x="4096" y="7435"/>
                    </a:cubicBezTo>
                    <a:cubicBezTo>
                      <a:pt x="3592" y="7435"/>
                      <a:pt x="3120" y="7246"/>
                      <a:pt x="2805" y="6900"/>
                    </a:cubicBezTo>
                    <a:cubicBezTo>
                      <a:pt x="2647" y="6742"/>
                      <a:pt x="2647" y="6522"/>
                      <a:pt x="2805" y="6396"/>
                    </a:cubicBezTo>
                    <a:cubicBezTo>
                      <a:pt x="2883" y="6317"/>
                      <a:pt x="2986" y="6278"/>
                      <a:pt x="3080" y="6278"/>
                    </a:cubicBezTo>
                    <a:cubicBezTo>
                      <a:pt x="3175" y="6278"/>
                      <a:pt x="3262" y="6317"/>
                      <a:pt x="3309" y="6396"/>
                    </a:cubicBezTo>
                    <a:cubicBezTo>
                      <a:pt x="3529" y="6616"/>
                      <a:pt x="3821" y="6727"/>
                      <a:pt x="4108" y="6727"/>
                    </a:cubicBezTo>
                    <a:cubicBezTo>
                      <a:pt x="4396" y="6727"/>
                      <a:pt x="4679" y="6616"/>
                      <a:pt x="4884" y="6396"/>
                    </a:cubicBezTo>
                    <a:cubicBezTo>
                      <a:pt x="4963" y="6317"/>
                      <a:pt x="5065" y="6278"/>
                      <a:pt x="5164" y="6278"/>
                    </a:cubicBezTo>
                    <a:close/>
                    <a:moveTo>
                      <a:pt x="1954" y="0"/>
                    </a:moveTo>
                    <a:lnTo>
                      <a:pt x="1" y="1954"/>
                    </a:lnTo>
                    <a:lnTo>
                      <a:pt x="1" y="5577"/>
                    </a:lnTo>
                    <a:cubicBezTo>
                      <a:pt x="1" y="7813"/>
                      <a:pt x="1860" y="9672"/>
                      <a:pt x="4096" y="9672"/>
                    </a:cubicBezTo>
                    <a:cubicBezTo>
                      <a:pt x="6365" y="9672"/>
                      <a:pt x="8192" y="7813"/>
                      <a:pt x="8192" y="5577"/>
                    </a:cubicBezTo>
                    <a:lnTo>
                      <a:pt x="8192" y="1954"/>
                    </a:lnTo>
                    <a:lnTo>
                      <a:pt x="6270" y="0"/>
                    </a:lnTo>
                    <a:cubicBezTo>
                      <a:pt x="5609" y="394"/>
                      <a:pt x="4860" y="591"/>
                      <a:pt x="4112" y="591"/>
                    </a:cubicBezTo>
                    <a:cubicBezTo>
                      <a:pt x="3364" y="591"/>
                      <a:pt x="2616" y="394"/>
                      <a:pt x="19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p13"/>
              <p:cNvSpPr/>
              <p:nvPr/>
            </p:nvSpPr>
            <p:spPr>
              <a:xfrm>
                <a:off x="-55316150" y="3335975"/>
                <a:ext cx="18925" cy="63825"/>
              </a:xfrm>
              <a:custGeom>
                <a:rect b="b" l="l" r="r" t="t"/>
                <a:pathLst>
                  <a:path extrusionOk="0" h="2553" w="757">
                    <a:moveTo>
                      <a:pt x="0" y="0"/>
                    </a:moveTo>
                    <a:lnTo>
                      <a:pt x="0" y="2552"/>
                    </a:lnTo>
                    <a:cubicBezTo>
                      <a:pt x="441" y="2269"/>
                      <a:pt x="756" y="1796"/>
                      <a:pt x="756" y="1260"/>
                    </a:cubicBezTo>
                    <a:cubicBezTo>
                      <a:pt x="756" y="693"/>
                      <a:pt x="473" y="221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p14"/>
          <p:cNvSpPr txBox="1"/>
          <p:nvPr>
            <p:ph type="title"/>
          </p:nvPr>
        </p:nvSpPr>
        <p:spPr>
          <a:xfrm>
            <a:off x="713225" y="48435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...AND THE SAME GOES FOR TABLES</a:t>
            </a:r>
            <a:endParaRPr/>
          </a:p>
        </p:txBody>
      </p:sp>
      <p:graphicFrame>
        <p:nvGraphicFramePr>
          <p:cNvPr id="527" name="Google Shape;527;p14"/>
          <p:cNvGraphicFramePr/>
          <p:nvPr/>
        </p:nvGraphicFramePr>
        <p:xfrm>
          <a:off x="1230650" y="17613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{92ABF498-3478-4382-BA07-A6E80585BB65}</a:tableStyleId>
              </a:tblPr>
              <a:tblGrid>
                <a:gridCol w="1234025"/>
                <a:gridCol w="1818900"/>
                <a:gridCol w="1818925"/>
                <a:gridCol w="1811000"/>
              </a:tblGrid>
              <a:tr h="61272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4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cap="none" strike="noStrike">
                          <a:solidFill>
                            <a:schemeClr val="lt1"/>
                          </a:solidFill>
                          <a:latin typeface="Just Another Hand"/>
                          <a:ea typeface="Just Another Hand"/>
                          <a:cs typeface="Just Another Hand"/>
                          <a:sym typeface="Just Another Hand"/>
                        </a:rPr>
                        <a:t>DESTINATION 1</a:t>
                      </a:r>
                      <a:endParaRPr sz="2000" u="none" cap="none" strike="noStrike">
                        <a:solidFill>
                          <a:schemeClr val="lt1"/>
                        </a:solidFill>
                        <a:latin typeface="Just Another Hand"/>
                        <a:ea typeface="Just Another Hand"/>
                        <a:cs typeface="Just Another Hand"/>
                        <a:sym typeface="Just Another Han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4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 u="none" cap="none" strike="noStrike">
                          <a:solidFill>
                            <a:schemeClr val="lt1"/>
                          </a:solidFill>
                          <a:latin typeface="Just Another Hand"/>
                          <a:ea typeface="Just Another Hand"/>
                          <a:cs typeface="Just Another Hand"/>
                          <a:sym typeface="Just Another Hand"/>
                        </a:rPr>
                        <a:t>DESTINATION 2</a:t>
                      </a:r>
                      <a:endParaRPr sz="2000" u="none" cap="none" strike="noStrike">
                        <a:solidFill>
                          <a:schemeClr val="lt1"/>
                        </a:solidFill>
                        <a:latin typeface="Just Another Hand"/>
                        <a:ea typeface="Just Another Hand"/>
                        <a:cs typeface="Just Another Hand"/>
                        <a:sym typeface="Just Another Han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 u="none" cap="none" strike="noStrike">
                          <a:solidFill>
                            <a:schemeClr val="lt1"/>
                          </a:solidFill>
                          <a:latin typeface="Just Another Hand"/>
                          <a:ea typeface="Just Another Hand"/>
                          <a:cs typeface="Just Another Hand"/>
                          <a:sym typeface="Just Another Hand"/>
                        </a:rPr>
                        <a:t>DESTINATION 3</a:t>
                      </a:r>
                      <a:endParaRPr sz="2000" u="none" cap="none" strike="noStrike">
                        <a:solidFill>
                          <a:schemeClr val="lt1"/>
                        </a:solidFill>
                        <a:latin typeface="Just Another Hand"/>
                        <a:ea typeface="Just Another Hand"/>
                        <a:cs typeface="Just Another Hand"/>
                        <a:sym typeface="Just Another Han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</a:tr>
              <a:tr h="6860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cap="none" strike="noStrike">
                          <a:solidFill>
                            <a:schemeClr val="lt1"/>
                          </a:solidFill>
                          <a:latin typeface="Just Another Hand"/>
                          <a:ea typeface="Just Another Hand"/>
                          <a:cs typeface="Just Another Hand"/>
                          <a:sym typeface="Just Another Hand"/>
                        </a:rPr>
                        <a:t>PLACES</a:t>
                      </a:r>
                      <a:endParaRPr sz="2000" u="none" cap="none" strike="noStrike">
                        <a:solidFill>
                          <a:schemeClr val="lt1"/>
                        </a:solidFill>
                        <a:latin typeface="Just Another Hand"/>
                        <a:ea typeface="Just Another Hand"/>
                        <a:cs typeface="Just Another Hand"/>
                        <a:sym typeface="Just Another Han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You can describe your items here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You can describe your items here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You can describe your items here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6860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 u="none" cap="none" strike="noStrike">
                          <a:solidFill>
                            <a:schemeClr val="lt1"/>
                          </a:solidFill>
                          <a:latin typeface="Just Another Hand"/>
                          <a:ea typeface="Just Another Hand"/>
                          <a:cs typeface="Just Another Hand"/>
                          <a:sym typeface="Just Another Hand"/>
                        </a:rPr>
                        <a:t>PLACES</a:t>
                      </a:r>
                      <a:endParaRPr sz="2000" u="none" cap="none" strike="noStrike">
                        <a:solidFill>
                          <a:schemeClr val="lt1"/>
                        </a:solidFill>
                        <a:latin typeface="Just Another Hand"/>
                        <a:ea typeface="Just Another Hand"/>
                        <a:cs typeface="Just Another Hand"/>
                        <a:sym typeface="Just Another Han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You can describe your items here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You can describe your items here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You can describe your items here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6860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 u="none" cap="none" strike="noStrike">
                          <a:solidFill>
                            <a:schemeClr val="lt1"/>
                          </a:solidFill>
                          <a:latin typeface="Just Another Hand"/>
                          <a:ea typeface="Just Another Hand"/>
                          <a:cs typeface="Just Another Hand"/>
                          <a:sym typeface="Just Another Hand"/>
                        </a:rPr>
                        <a:t>PLACES</a:t>
                      </a:r>
                      <a:endParaRPr sz="2000" u="none" cap="none" strike="noStrike">
                        <a:solidFill>
                          <a:schemeClr val="lt1"/>
                        </a:solidFill>
                        <a:latin typeface="Just Another Hand"/>
                        <a:ea typeface="Just Another Hand"/>
                        <a:cs typeface="Just Another Hand"/>
                        <a:sym typeface="Just Another Han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You can describe your items here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You can describe your items here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You can describe your items here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</a:tbl>
          </a:graphicData>
        </a:graphic>
      </p:graphicFrame>
      <p:sp>
        <p:nvSpPr>
          <p:cNvPr id="528" name="Google Shape;528;p14"/>
          <p:cNvSpPr/>
          <p:nvPr/>
        </p:nvSpPr>
        <p:spPr>
          <a:xfrm flipH="1" rot="-3837772">
            <a:off x="7751612" y="-795519"/>
            <a:ext cx="835598" cy="2780960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" name="Google Shape;529;p14"/>
          <p:cNvSpPr/>
          <p:nvPr/>
        </p:nvSpPr>
        <p:spPr>
          <a:xfrm rot="-4116921">
            <a:off x="119044" y="3251974"/>
            <a:ext cx="1188365" cy="3306872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" name="Google Shape;534;p15"/>
          <p:cNvGrpSpPr/>
          <p:nvPr/>
        </p:nvGrpSpPr>
        <p:grpSpPr>
          <a:xfrm>
            <a:off x="1080707" y="177789"/>
            <a:ext cx="6975050" cy="4782895"/>
            <a:chOff x="1080707" y="177789"/>
            <a:chExt cx="6975050" cy="4782895"/>
          </a:xfrm>
        </p:grpSpPr>
        <p:sp>
          <p:nvSpPr>
            <p:cNvPr id="535" name="Google Shape;535;p15"/>
            <p:cNvSpPr/>
            <p:nvPr/>
          </p:nvSpPr>
          <p:spPr>
            <a:xfrm rot="-394454">
              <a:off x="1291535" y="539593"/>
              <a:ext cx="6553393" cy="4059287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15"/>
            <p:cNvSpPr/>
            <p:nvPr/>
          </p:nvSpPr>
          <p:spPr>
            <a:xfrm rot="-157">
              <a:off x="1291550" y="539656"/>
              <a:ext cx="6553200" cy="4059300"/>
            </a:xfrm>
            <a:prstGeom prst="rect">
              <a:avLst/>
            </a:prstGeom>
            <a:solidFill>
              <a:schemeClr val="accent3"/>
            </a:solidFill>
            <a:ln cap="flat" cmpd="sng" w="3810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7" name="Google Shape;537;p15"/>
          <p:cNvSpPr txBox="1"/>
          <p:nvPr>
            <p:ph type="title"/>
          </p:nvPr>
        </p:nvSpPr>
        <p:spPr>
          <a:xfrm>
            <a:off x="583849" y="667875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THIS IS A MAP</a:t>
            </a:r>
            <a:endParaRPr/>
          </a:p>
        </p:txBody>
      </p:sp>
      <p:sp>
        <p:nvSpPr>
          <p:cNvPr id="538" name="Google Shape;538;p15"/>
          <p:cNvSpPr txBox="1"/>
          <p:nvPr>
            <p:ph idx="4294967295" type="body"/>
          </p:nvPr>
        </p:nvSpPr>
        <p:spPr>
          <a:xfrm>
            <a:off x="1171225" y="4075086"/>
            <a:ext cx="6801600" cy="29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 sz="1200"/>
              <a:t>Mercury is the closest planet to the Sun and the smallest one in the Solar System</a:t>
            </a:r>
            <a:endParaRPr sz="1200"/>
          </a:p>
          <a:p>
            <a:pPr indent="0" lvl="0" marL="0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</a:pPr>
            <a:r>
              <a:t/>
            </a:r>
            <a:endParaRPr sz="1200"/>
          </a:p>
        </p:txBody>
      </p:sp>
      <p:grpSp>
        <p:nvGrpSpPr>
          <p:cNvPr id="539" name="Google Shape;539;p15"/>
          <p:cNvGrpSpPr/>
          <p:nvPr/>
        </p:nvGrpSpPr>
        <p:grpSpPr>
          <a:xfrm>
            <a:off x="2202094" y="1549457"/>
            <a:ext cx="4739881" cy="2525107"/>
            <a:chOff x="9873456" y="1625657"/>
            <a:chExt cx="4739881" cy="2525107"/>
          </a:xfrm>
        </p:grpSpPr>
        <p:grpSp>
          <p:nvGrpSpPr>
            <p:cNvPr id="540" name="Google Shape;540;p15"/>
            <p:cNvGrpSpPr/>
            <p:nvPr/>
          </p:nvGrpSpPr>
          <p:grpSpPr>
            <a:xfrm>
              <a:off x="9873456" y="1625657"/>
              <a:ext cx="4739881" cy="2525107"/>
              <a:chOff x="233350" y="949250"/>
              <a:chExt cx="7137300" cy="3802300"/>
            </a:xfrm>
          </p:grpSpPr>
          <p:sp>
            <p:nvSpPr>
              <p:cNvPr id="541" name="Google Shape;541;p15"/>
              <p:cNvSpPr/>
              <p:nvPr/>
            </p:nvSpPr>
            <p:spPr>
              <a:xfrm>
                <a:off x="4428450" y="2808675"/>
                <a:ext cx="1478900" cy="330100"/>
              </a:xfrm>
              <a:custGeom>
                <a:rect b="b" l="l" r="r" t="t"/>
                <a:pathLst>
                  <a:path extrusionOk="0" h="13204" w="59156">
                    <a:moveTo>
                      <a:pt x="1" y="0"/>
                    </a:moveTo>
                    <a:lnTo>
                      <a:pt x="1" y="0"/>
                    </a:lnTo>
                    <a:close/>
                    <a:moveTo>
                      <a:pt x="59155" y="13203"/>
                    </a:move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p15"/>
              <p:cNvSpPr/>
              <p:nvPr/>
            </p:nvSpPr>
            <p:spPr>
              <a:xfrm>
                <a:off x="2909400" y="1076125"/>
                <a:ext cx="4118650" cy="3109225"/>
              </a:xfrm>
              <a:custGeom>
                <a:rect b="b" l="l" r="r" t="t"/>
                <a:pathLst>
                  <a:path extrusionOk="0" h="124369" w="164746">
                    <a:moveTo>
                      <a:pt x="49520" y="11070"/>
                    </a:moveTo>
                    <a:cubicBezTo>
                      <a:pt x="49737" y="11070"/>
                      <a:pt x="49861" y="11136"/>
                      <a:pt x="49875" y="11358"/>
                    </a:cubicBezTo>
                    <a:cubicBezTo>
                      <a:pt x="49875" y="11575"/>
                      <a:pt x="49818" y="11698"/>
                      <a:pt x="49684" y="11698"/>
                    </a:cubicBezTo>
                    <a:cubicBezTo>
                      <a:pt x="49636" y="11698"/>
                      <a:pt x="49580" y="11683"/>
                      <a:pt x="49512" y="11651"/>
                    </a:cubicBezTo>
                    <a:cubicBezTo>
                      <a:pt x="49305" y="11565"/>
                      <a:pt x="49115" y="11444"/>
                      <a:pt x="48925" y="11323"/>
                    </a:cubicBezTo>
                    <a:lnTo>
                      <a:pt x="49339" y="11081"/>
                    </a:lnTo>
                    <a:cubicBezTo>
                      <a:pt x="49405" y="11074"/>
                      <a:pt x="49465" y="11070"/>
                      <a:pt x="49520" y="11070"/>
                    </a:cubicBezTo>
                    <a:close/>
                    <a:moveTo>
                      <a:pt x="46983" y="11081"/>
                    </a:moveTo>
                    <a:cubicBezTo>
                      <a:pt x="47014" y="11081"/>
                      <a:pt x="47051" y="11087"/>
                      <a:pt x="47093" y="11098"/>
                    </a:cubicBezTo>
                    <a:cubicBezTo>
                      <a:pt x="47369" y="11185"/>
                      <a:pt x="47870" y="11168"/>
                      <a:pt x="47767" y="11686"/>
                    </a:cubicBezTo>
                    <a:cubicBezTo>
                      <a:pt x="47732" y="11893"/>
                      <a:pt x="47888" y="12274"/>
                      <a:pt x="47490" y="12343"/>
                    </a:cubicBezTo>
                    <a:cubicBezTo>
                      <a:pt x="47110" y="12222"/>
                      <a:pt x="46834" y="11893"/>
                      <a:pt x="46799" y="11496"/>
                    </a:cubicBezTo>
                    <a:cubicBezTo>
                      <a:pt x="46784" y="11302"/>
                      <a:pt x="46782" y="11081"/>
                      <a:pt x="46983" y="11081"/>
                    </a:cubicBezTo>
                    <a:close/>
                    <a:moveTo>
                      <a:pt x="38158" y="11530"/>
                    </a:moveTo>
                    <a:cubicBezTo>
                      <a:pt x="38279" y="11530"/>
                      <a:pt x="38417" y="11703"/>
                      <a:pt x="38642" y="11876"/>
                    </a:cubicBezTo>
                    <a:cubicBezTo>
                      <a:pt x="38366" y="12118"/>
                      <a:pt x="38089" y="12360"/>
                      <a:pt x="37778" y="12585"/>
                    </a:cubicBezTo>
                    <a:cubicBezTo>
                      <a:pt x="35549" y="13967"/>
                      <a:pt x="35514" y="15903"/>
                      <a:pt x="37692" y="17268"/>
                    </a:cubicBezTo>
                    <a:cubicBezTo>
                      <a:pt x="38003" y="17458"/>
                      <a:pt x="38227" y="17631"/>
                      <a:pt x="38158" y="18080"/>
                    </a:cubicBezTo>
                    <a:cubicBezTo>
                      <a:pt x="38106" y="18529"/>
                      <a:pt x="37951" y="18599"/>
                      <a:pt x="37553" y="18737"/>
                    </a:cubicBezTo>
                    <a:cubicBezTo>
                      <a:pt x="36568" y="19117"/>
                      <a:pt x="36309" y="19981"/>
                      <a:pt x="36378" y="20949"/>
                    </a:cubicBezTo>
                    <a:cubicBezTo>
                      <a:pt x="36427" y="21679"/>
                      <a:pt x="36279" y="22143"/>
                      <a:pt x="35819" y="22143"/>
                    </a:cubicBezTo>
                    <a:cubicBezTo>
                      <a:pt x="35625" y="22143"/>
                      <a:pt x="35377" y="22061"/>
                      <a:pt x="35065" y="21882"/>
                    </a:cubicBezTo>
                    <a:cubicBezTo>
                      <a:pt x="34913" y="21798"/>
                      <a:pt x="34745" y="21754"/>
                      <a:pt x="34578" y="21754"/>
                    </a:cubicBezTo>
                    <a:cubicBezTo>
                      <a:pt x="34403" y="21754"/>
                      <a:pt x="34230" y="21802"/>
                      <a:pt x="34080" y="21899"/>
                    </a:cubicBezTo>
                    <a:cubicBezTo>
                      <a:pt x="33134" y="22372"/>
                      <a:pt x="32094" y="22613"/>
                      <a:pt x="31041" y="22613"/>
                    </a:cubicBezTo>
                    <a:cubicBezTo>
                      <a:pt x="30747" y="22613"/>
                      <a:pt x="30451" y="22594"/>
                      <a:pt x="30157" y="22556"/>
                    </a:cubicBezTo>
                    <a:cubicBezTo>
                      <a:pt x="29915" y="22521"/>
                      <a:pt x="29759" y="22608"/>
                      <a:pt x="29829" y="22262"/>
                    </a:cubicBezTo>
                    <a:lnTo>
                      <a:pt x="29829" y="22262"/>
                    </a:lnTo>
                    <a:lnTo>
                      <a:pt x="29829" y="22279"/>
                    </a:lnTo>
                    <a:cubicBezTo>
                      <a:pt x="29898" y="21986"/>
                      <a:pt x="29984" y="21882"/>
                      <a:pt x="30364" y="21830"/>
                    </a:cubicBezTo>
                    <a:cubicBezTo>
                      <a:pt x="31505" y="21675"/>
                      <a:pt x="32836" y="21467"/>
                      <a:pt x="33354" y="20361"/>
                    </a:cubicBezTo>
                    <a:cubicBezTo>
                      <a:pt x="33821" y="19342"/>
                      <a:pt x="33872" y="18184"/>
                      <a:pt x="34927" y="17458"/>
                    </a:cubicBezTo>
                    <a:cubicBezTo>
                      <a:pt x="35238" y="17216"/>
                      <a:pt x="34978" y="16836"/>
                      <a:pt x="34667" y="16594"/>
                    </a:cubicBezTo>
                    <a:cubicBezTo>
                      <a:pt x="33216" y="15436"/>
                      <a:pt x="33907" y="14572"/>
                      <a:pt x="35099" y="13846"/>
                    </a:cubicBezTo>
                    <a:cubicBezTo>
                      <a:pt x="35860" y="13380"/>
                      <a:pt x="36724" y="13086"/>
                      <a:pt x="37018" y="12066"/>
                    </a:cubicBezTo>
                    <a:cubicBezTo>
                      <a:pt x="37156" y="11582"/>
                      <a:pt x="37709" y="11548"/>
                      <a:pt x="38158" y="11530"/>
                    </a:cubicBezTo>
                    <a:close/>
                    <a:moveTo>
                      <a:pt x="46802" y="32066"/>
                    </a:moveTo>
                    <a:cubicBezTo>
                      <a:pt x="47245" y="32066"/>
                      <a:pt x="47720" y="32469"/>
                      <a:pt x="47888" y="33080"/>
                    </a:cubicBezTo>
                    <a:cubicBezTo>
                      <a:pt x="48059" y="33754"/>
                      <a:pt x="48393" y="34225"/>
                      <a:pt x="48918" y="34225"/>
                    </a:cubicBezTo>
                    <a:cubicBezTo>
                      <a:pt x="49080" y="34225"/>
                      <a:pt x="49261" y="34181"/>
                      <a:pt x="49460" y="34083"/>
                    </a:cubicBezTo>
                    <a:cubicBezTo>
                      <a:pt x="50103" y="33764"/>
                      <a:pt x="50701" y="33627"/>
                      <a:pt x="51269" y="33627"/>
                    </a:cubicBezTo>
                    <a:cubicBezTo>
                      <a:pt x="52489" y="33627"/>
                      <a:pt x="53566" y="34260"/>
                      <a:pt x="54628" y="35085"/>
                    </a:cubicBezTo>
                    <a:cubicBezTo>
                      <a:pt x="54818" y="35223"/>
                      <a:pt x="55008" y="35396"/>
                      <a:pt x="55163" y="35586"/>
                    </a:cubicBezTo>
                    <a:cubicBezTo>
                      <a:pt x="55543" y="36053"/>
                      <a:pt x="56684" y="36070"/>
                      <a:pt x="56321" y="36917"/>
                    </a:cubicBezTo>
                    <a:lnTo>
                      <a:pt x="56321" y="36934"/>
                    </a:lnTo>
                    <a:cubicBezTo>
                      <a:pt x="56149" y="37350"/>
                      <a:pt x="55751" y="37415"/>
                      <a:pt x="55318" y="37415"/>
                    </a:cubicBezTo>
                    <a:cubicBezTo>
                      <a:pt x="55122" y="37415"/>
                      <a:pt x="54919" y="37401"/>
                      <a:pt x="54727" y="37401"/>
                    </a:cubicBezTo>
                    <a:cubicBezTo>
                      <a:pt x="54620" y="37401"/>
                      <a:pt x="54517" y="37405"/>
                      <a:pt x="54420" y="37418"/>
                    </a:cubicBezTo>
                    <a:cubicBezTo>
                      <a:pt x="54278" y="37432"/>
                      <a:pt x="54136" y="37440"/>
                      <a:pt x="53995" y="37440"/>
                    </a:cubicBezTo>
                    <a:cubicBezTo>
                      <a:pt x="53292" y="37440"/>
                      <a:pt x="52602" y="37262"/>
                      <a:pt x="51983" y="36917"/>
                    </a:cubicBezTo>
                    <a:cubicBezTo>
                      <a:pt x="51332" y="36539"/>
                      <a:pt x="50680" y="36418"/>
                      <a:pt x="50028" y="36418"/>
                    </a:cubicBezTo>
                    <a:cubicBezTo>
                      <a:pt x="48867" y="36418"/>
                      <a:pt x="47706" y="36802"/>
                      <a:pt x="46545" y="36802"/>
                    </a:cubicBezTo>
                    <a:cubicBezTo>
                      <a:pt x="46302" y="36802"/>
                      <a:pt x="46058" y="36785"/>
                      <a:pt x="45814" y="36744"/>
                    </a:cubicBezTo>
                    <a:cubicBezTo>
                      <a:pt x="44881" y="36588"/>
                      <a:pt x="44552" y="36105"/>
                      <a:pt x="44673" y="35241"/>
                    </a:cubicBezTo>
                    <a:cubicBezTo>
                      <a:pt x="44846" y="34083"/>
                      <a:pt x="45537" y="33115"/>
                      <a:pt x="46263" y="32320"/>
                    </a:cubicBezTo>
                    <a:cubicBezTo>
                      <a:pt x="46417" y="32145"/>
                      <a:pt x="46607" y="32066"/>
                      <a:pt x="46802" y="32066"/>
                    </a:cubicBezTo>
                    <a:close/>
                    <a:moveTo>
                      <a:pt x="64554" y="31370"/>
                    </a:moveTo>
                    <a:cubicBezTo>
                      <a:pt x="64860" y="31370"/>
                      <a:pt x="65185" y="31437"/>
                      <a:pt x="65532" y="31594"/>
                    </a:cubicBezTo>
                    <a:cubicBezTo>
                      <a:pt x="65878" y="31767"/>
                      <a:pt x="65930" y="32251"/>
                      <a:pt x="65636" y="32493"/>
                    </a:cubicBezTo>
                    <a:cubicBezTo>
                      <a:pt x="64063" y="34065"/>
                      <a:pt x="64184" y="35085"/>
                      <a:pt x="65895" y="36588"/>
                    </a:cubicBezTo>
                    <a:cubicBezTo>
                      <a:pt x="67243" y="37815"/>
                      <a:pt x="67762" y="39544"/>
                      <a:pt x="68211" y="41237"/>
                    </a:cubicBezTo>
                    <a:cubicBezTo>
                      <a:pt x="68364" y="41802"/>
                      <a:pt x="68057" y="41990"/>
                      <a:pt x="67435" y="41990"/>
                    </a:cubicBezTo>
                    <a:cubicBezTo>
                      <a:pt x="67353" y="41990"/>
                      <a:pt x="67266" y="41986"/>
                      <a:pt x="67174" y="41980"/>
                    </a:cubicBezTo>
                    <a:cubicBezTo>
                      <a:pt x="66517" y="41064"/>
                      <a:pt x="64271" y="41825"/>
                      <a:pt x="64547" y="39146"/>
                    </a:cubicBezTo>
                    <a:lnTo>
                      <a:pt x="64547" y="39146"/>
                    </a:lnTo>
                    <a:lnTo>
                      <a:pt x="64547" y="39181"/>
                    </a:lnTo>
                    <a:cubicBezTo>
                      <a:pt x="64685" y="37885"/>
                      <a:pt x="63113" y="36295"/>
                      <a:pt x="62076" y="35050"/>
                    </a:cubicBezTo>
                    <a:cubicBezTo>
                      <a:pt x="61281" y="34100"/>
                      <a:pt x="61385" y="33288"/>
                      <a:pt x="62076" y="32683"/>
                    </a:cubicBezTo>
                    <a:cubicBezTo>
                      <a:pt x="62786" y="32052"/>
                      <a:pt x="63577" y="31370"/>
                      <a:pt x="64554" y="31370"/>
                    </a:cubicBezTo>
                    <a:close/>
                    <a:moveTo>
                      <a:pt x="30705" y="33465"/>
                    </a:moveTo>
                    <a:cubicBezTo>
                      <a:pt x="30874" y="33465"/>
                      <a:pt x="31043" y="33637"/>
                      <a:pt x="31090" y="33720"/>
                    </a:cubicBezTo>
                    <a:cubicBezTo>
                      <a:pt x="31920" y="35120"/>
                      <a:pt x="33579" y="35258"/>
                      <a:pt x="34719" y="36226"/>
                    </a:cubicBezTo>
                    <a:cubicBezTo>
                      <a:pt x="36205" y="37487"/>
                      <a:pt x="36275" y="39354"/>
                      <a:pt x="37191" y="40822"/>
                    </a:cubicBezTo>
                    <a:cubicBezTo>
                      <a:pt x="37484" y="41289"/>
                      <a:pt x="37571" y="41980"/>
                      <a:pt x="37968" y="42274"/>
                    </a:cubicBezTo>
                    <a:cubicBezTo>
                      <a:pt x="38403" y="42594"/>
                      <a:pt x="39075" y="43217"/>
                      <a:pt x="39556" y="43217"/>
                    </a:cubicBezTo>
                    <a:cubicBezTo>
                      <a:pt x="39725" y="43217"/>
                      <a:pt x="39870" y="43141"/>
                      <a:pt x="39973" y="42948"/>
                    </a:cubicBezTo>
                    <a:cubicBezTo>
                      <a:pt x="40336" y="42274"/>
                      <a:pt x="41234" y="41289"/>
                      <a:pt x="40543" y="40183"/>
                    </a:cubicBezTo>
                    <a:cubicBezTo>
                      <a:pt x="40301" y="39803"/>
                      <a:pt x="39610" y="39215"/>
                      <a:pt x="40284" y="38904"/>
                    </a:cubicBezTo>
                    <a:cubicBezTo>
                      <a:pt x="40592" y="38765"/>
                      <a:pt x="41024" y="38302"/>
                      <a:pt x="41439" y="38302"/>
                    </a:cubicBezTo>
                    <a:cubicBezTo>
                      <a:pt x="41746" y="38302"/>
                      <a:pt x="42043" y="38557"/>
                      <a:pt x="42271" y="39388"/>
                    </a:cubicBezTo>
                    <a:cubicBezTo>
                      <a:pt x="42782" y="41200"/>
                      <a:pt x="43748" y="43327"/>
                      <a:pt x="46038" y="43327"/>
                    </a:cubicBezTo>
                    <a:cubicBezTo>
                      <a:pt x="46150" y="43327"/>
                      <a:pt x="46266" y="43321"/>
                      <a:pt x="46384" y="43311"/>
                    </a:cubicBezTo>
                    <a:cubicBezTo>
                      <a:pt x="46463" y="43304"/>
                      <a:pt x="46542" y="43300"/>
                      <a:pt x="46620" y="43300"/>
                    </a:cubicBezTo>
                    <a:cubicBezTo>
                      <a:pt x="47585" y="43300"/>
                      <a:pt x="48526" y="43802"/>
                      <a:pt x="49487" y="43802"/>
                    </a:cubicBezTo>
                    <a:cubicBezTo>
                      <a:pt x="49955" y="43802"/>
                      <a:pt x="50429" y="43683"/>
                      <a:pt x="50912" y="43328"/>
                    </a:cubicBezTo>
                    <a:cubicBezTo>
                      <a:pt x="51106" y="43191"/>
                      <a:pt x="51242" y="43135"/>
                      <a:pt x="51336" y="43135"/>
                    </a:cubicBezTo>
                    <a:cubicBezTo>
                      <a:pt x="51643" y="43135"/>
                      <a:pt x="51508" y="43736"/>
                      <a:pt x="51534" y="44054"/>
                    </a:cubicBezTo>
                    <a:cubicBezTo>
                      <a:pt x="51845" y="45488"/>
                      <a:pt x="50843" y="46629"/>
                      <a:pt x="50618" y="47942"/>
                    </a:cubicBezTo>
                    <a:cubicBezTo>
                      <a:pt x="50585" y="48144"/>
                      <a:pt x="50240" y="48444"/>
                      <a:pt x="50046" y="48444"/>
                    </a:cubicBezTo>
                    <a:cubicBezTo>
                      <a:pt x="50041" y="48444"/>
                      <a:pt x="50036" y="48444"/>
                      <a:pt x="50031" y="48444"/>
                    </a:cubicBezTo>
                    <a:cubicBezTo>
                      <a:pt x="49523" y="48389"/>
                      <a:pt x="49010" y="48372"/>
                      <a:pt x="48494" y="48372"/>
                    </a:cubicBezTo>
                    <a:cubicBezTo>
                      <a:pt x="47534" y="48372"/>
                      <a:pt x="46564" y="48433"/>
                      <a:pt x="45600" y="48433"/>
                    </a:cubicBezTo>
                    <a:cubicBezTo>
                      <a:pt x="43779" y="48433"/>
                      <a:pt x="41984" y="48215"/>
                      <a:pt x="40336" y="46957"/>
                    </a:cubicBezTo>
                    <a:cubicBezTo>
                      <a:pt x="40033" y="46726"/>
                      <a:pt x="39675" y="46623"/>
                      <a:pt x="39308" y="46623"/>
                    </a:cubicBezTo>
                    <a:cubicBezTo>
                      <a:pt x="38250" y="46623"/>
                      <a:pt x="37116" y="47478"/>
                      <a:pt x="37000" y="48582"/>
                    </a:cubicBezTo>
                    <a:cubicBezTo>
                      <a:pt x="36972" y="48947"/>
                      <a:pt x="36796" y="49426"/>
                      <a:pt x="36527" y="49426"/>
                    </a:cubicBezTo>
                    <a:cubicBezTo>
                      <a:pt x="36465" y="49426"/>
                      <a:pt x="36398" y="49400"/>
                      <a:pt x="36326" y="49342"/>
                    </a:cubicBezTo>
                    <a:cubicBezTo>
                      <a:pt x="35376" y="48582"/>
                      <a:pt x="34045" y="48772"/>
                      <a:pt x="33147" y="47752"/>
                    </a:cubicBezTo>
                    <a:cubicBezTo>
                      <a:pt x="32334" y="46819"/>
                      <a:pt x="30900" y="46785"/>
                      <a:pt x="29673" y="46525"/>
                    </a:cubicBezTo>
                    <a:cubicBezTo>
                      <a:pt x="28913" y="46370"/>
                      <a:pt x="27807" y="46422"/>
                      <a:pt x="28567" y="44953"/>
                    </a:cubicBezTo>
                    <a:cubicBezTo>
                      <a:pt x="28982" y="44158"/>
                      <a:pt x="29034" y="43000"/>
                      <a:pt x="28515" y="42257"/>
                    </a:cubicBezTo>
                    <a:cubicBezTo>
                      <a:pt x="28230" y="41853"/>
                      <a:pt x="27848" y="41722"/>
                      <a:pt x="27412" y="41722"/>
                    </a:cubicBezTo>
                    <a:cubicBezTo>
                      <a:pt x="27028" y="41722"/>
                      <a:pt x="26602" y="41823"/>
                      <a:pt x="26165" y="41928"/>
                    </a:cubicBezTo>
                    <a:cubicBezTo>
                      <a:pt x="25497" y="42091"/>
                      <a:pt x="24818" y="42128"/>
                      <a:pt x="24133" y="42128"/>
                    </a:cubicBezTo>
                    <a:cubicBezTo>
                      <a:pt x="23569" y="42128"/>
                      <a:pt x="23001" y="42103"/>
                      <a:pt x="22432" y="42103"/>
                    </a:cubicBezTo>
                    <a:cubicBezTo>
                      <a:pt x="21707" y="42103"/>
                      <a:pt x="20980" y="42143"/>
                      <a:pt x="20255" y="42326"/>
                    </a:cubicBezTo>
                    <a:cubicBezTo>
                      <a:pt x="19287" y="42585"/>
                      <a:pt x="18319" y="42862"/>
                      <a:pt x="17559" y="43380"/>
                    </a:cubicBezTo>
                    <a:cubicBezTo>
                      <a:pt x="17082" y="43705"/>
                      <a:pt x="16613" y="43798"/>
                      <a:pt x="16149" y="43798"/>
                    </a:cubicBezTo>
                    <a:cubicBezTo>
                      <a:pt x="15538" y="43798"/>
                      <a:pt x="14935" y="43638"/>
                      <a:pt x="14326" y="43638"/>
                    </a:cubicBezTo>
                    <a:cubicBezTo>
                      <a:pt x="14292" y="43638"/>
                      <a:pt x="14258" y="43638"/>
                      <a:pt x="14223" y="43639"/>
                    </a:cubicBezTo>
                    <a:cubicBezTo>
                      <a:pt x="14120" y="43622"/>
                      <a:pt x="14016" y="43570"/>
                      <a:pt x="13930" y="43466"/>
                    </a:cubicBezTo>
                    <a:cubicBezTo>
                      <a:pt x="14043" y="43169"/>
                      <a:pt x="14308" y="43115"/>
                      <a:pt x="14562" y="43115"/>
                    </a:cubicBezTo>
                    <a:cubicBezTo>
                      <a:pt x="14617" y="43115"/>
                      <a:pt x="14672" y="43118"/>
                      <a:pt x="14725" y="43121"/>
                    </a:cubicBezTo>
                    <a:cubicBezTo>
                      <a:pt x="14838" y="43129"/>
                      <a:pt x="14949" y="43134"/>
                      <a:pt x="15058" y="43134"/>
                    </a:cubicBezTo>
                    <a:cubicBezTo>
                      <a:pt x="16723" y="43134"/>
                      <a:pt x="17967" y="42165"/>
                      <a:pt x="18388" y="40771"/>
                    </a:cubicBezTo>
                    <a:cubicBezTo>
                      <a:pt x="18976" y="38921"/>
                      <a:pt x="20808" y="38282"/>
                      <a:pt x="21482" y="37090"/>
                    </a:cubicBezTo>
                    <a:cubicBezTo>
                      <a:pt x="22174" y="35865"/>
                      <a:pt x="22770" y="35535"/>
                      <a:pt x="23579" y="35535"/>
                    </a:cubicBezTo>
                    <a:cubicBezTo>
                      <a:pt x="23899" y="35535"/>
                      <a:pt x="24254" y="35587"/>
                      <a:pt x="24661" y="35655"/>
                    </a:cubicBezTo>
                    <a:cubicBezTo>
                      <a:pt x="24682" y="35658"/>
                      <a:pt x="24703" y="35660"/>
                      <a:pt x="24725" y="35660"/>
                    </a:cubicBezTo>
                    <a:cubicBezTo>
                      <a:pt x="25065" y="35660"/>
                      <a:pt x="25513" y="35293"/>
                      <a:pt x="25854" y="35033"/>
                    </a:cubicBezTo>
                    <a:cubicBezTo>
                      <a:pt x="26267" y="34730"/>
                      <a:pt x="26584" y="34570"/>
                      <a:pt x="26849" y="34570"/>
                    </a:cubicBezTo>
                    <a:cubicBezTo>
                      <a:pt x="27249" y="34570"/>
                      <a:pt x="27529" y="34935"/>
                      <a:pt x="27841" y="35724"/>
                    </a:cubicBezTo>
                    <a:cubicBezTo>
                      <a:pt x="28325" y="36969"/>
                      <a:pt x="29742" y="37574"/>
                      <a:pt x="30952" y="38161"/>
                    </a:cubicBezTo>
                    <a:cubicBezTo>
                      <a:pt x="31712" y="38524"/>
                      <a:pt x="32732" y="38852"/>
                      <a:pt x="32680" y="39716"/>
                    </a:cubicBezTo>
                    <a:cubicBezTo>
                      <a:pt x="32594" y="40753"/>
                      <a:pt x="31488" y="40546"/>
                      <a:pt x="30710" y="40615"/>
                    </a:cubicBezTo>
                    <a:cubicBezTo>
                      <a:pt x="30312" y="40650"/>
                      <a:pt x="29794" y="40598"/>
                      <a:pt x="29673" y="41134"/>
                    </a:cubicBezTo>
                    <a:cubicBezTo>
                      <a:pt x="29552" y="41669"/>
                      <a:pt x="30036" y="41825"/>
                      <a:pt x="30382" y="42032"/>
                    </a:cubicBezTo>
                    <a:cubicBezTo>
                      <a:pt x="30898" y="42336"/>
                      <a:pt x="31474" y="42934"/>
                      <a:pt x="32011" y="42934"/>
                    </a:cubicBezTo>
                    <a:cubicBezTo>
                      <a:pt x="32175" y="42934"/>
                      <a:pt x="32336" y="42878"/>
                      <a:pt x="32490" y="42741"/>
                    </a:cubicBezTo>
                    <a:cubicBezTo>
                      <a:pt x="33354" y="41963"/>
                      <a:pt x="33890" y="40788"/>
                      <a:pt x="34512" y="39751"/>
                    </a:cubicBezTo>
                    <a:cubicBezTo>
                      <a:pt x="34586" y="39617"/>
                      <a:pt x="34289" y="39329"/>
                      <a:pt x="34602" y="39329"/>
                    </a:cubicBezTo>
                    <a:cubicBezTo>
                      <a:pt x="34653" y="39329"/>
                      <a:pt x="34719" y="39337"/>
                      <a:pt x="34806" y="39354"/>
                    </a:cubicBezTo>
                    <a:cubicBezTo>
                      <a:pt x="34890" y="39373"/>
                      <a:pt x="34965" y="39381"/>
                      <a:pt x="35031" y="39381"/>
                    </a:cubicBezTo>
                    <a:cubicBezTo>
                      <a:pt x="35567" y="39381"/>
                      <a:pt x="35557" y="38814"/>
                      <a:pt x="35341" y="38507"/>
                    </a:cubicBezTo>
                    <a:cubicBezTo>
                      <a:pt x="34806" y="37781"/>
                      <a:pt x="34546" y="36658"/>
                      <a:pt x="33561" y="36468"/>
                    </a:cubicBezTo>
                    <a:cubicBezTo>
                      <a:pt x="32248" y="36208"/>
                      <a:pt x="31591" y="35206"/>
                      <a:pt x="30727" y="34411"/>
                    </a:cubicBezTo>
                    <a:cubicBezTo>
                      <a:pt x="30468" y="34169"/>
                      <a:pt x="30278" y="33910"/>
                      <a:pt x="30485" y="33599"/>
                    </a:cubicBezTo>
                    <a:cubicBezTo>
                      <a:pt x="30551" y="33501"/>
                      <a:pt x="30628" y="33465"/>
                      <a:pt x="30705" y="33465"/>
                    </a:cubicBezTo>
                    <a:close/>
                    <a:moveTo>
                      <a:pt x="65829" y="50622"/>
                    </a:moveTo>
                    <a:cubicBezTo>
                      <a:pt x="66138" y="50622"/>
                      <a:pt x="66376" y="50877"/>
                      <a:pt x="66569" y="51209"/>
                    </a:cubicBezTo>
                    <a:cubicBezTo>
                      <a:pt x="67601" y="52923"/>
                      <a:pt x="68767" y="54401"/>
                      <a:pt x="70703" y="54401"/>
                    </a:cubicBezTo>
                    <a:cubicBezTo>
                      <a:pt x="71167" y="54401"/>
                      <a:pt x="71676" y="54316"/>
                      <a:pt x="72237" y="54129"/>
                    </a:cubicBezTo>
                    <a:cubicBezTo>
                      <a:pt x="72263" y="54119"/>
                      <a:pt x="72291" y="54114"/>
                      <a:pt x="72320" y="54114"/>
                    </a:cubicBezTo>
                    <a:cubicBezTo>
                      <a:pt x="72487" y="54114"/>
                      <a:pt x="72701" y="54260"/>
                      <a:pt x="72877" y="54319"/>
                    </a:cubicBezTo>
                    <a:cubicBezTo>
                      <a:pt x="72687" y="54406"/>
                      <a:pt x="72514" y="54527"/>
                      <a:pt x="72358" y="54665"/>
                    </a:cubicBezTo>
                    <a:lnTo>
                      <a:pt x="72358" y="54682"/>
                    </a:lnTo>
                    <a:cubicBezTo>
                      <a:pt x="71675" y="55659"/>
                      <a:pt x="71022" y="56681"/>
                      <a:pt x="69648" y="56681"/>
                    </a:cubicBezTo>
                    <a:cubicBezTo>
                      <a:pt x="69564" y="56681"/>
                      <a:pt x="69476" y="56678"/>
                      <a:pt x="69386" y="56669"/>
                    </a:cubicBezTo>
                    <a:cubicBezTo>
                      <a:pt x="69196" y="56600"/>
                      <a:pt x="68850" y="56549"/>
                      <a:pt x="68850" y="56445"/>
                    </a:cubicBezTo>
                    <a:cubicBezTo>
                      <a:pt x="68660" y="54216"/>
                      <a:pt x="66258" y="53559"/>
                      <a:pt x="65532" y="51727"/>
                    </a:cubicBezTo>
                    <a:cubicBezTo>
                      <a:pt x="65394" y="51381"/>
                      <a:pt x="64945" y="50932"/>
                      <a:pt x="65584" y="50673"/>
                    </a:cubicBezTo>
                    <a:cubicBezTo>
                      <a:pt x="65670" y="50638"/>
                      <a:pt x="65752" y="50622"/>
                      <a:pt x="65829" y="50622"/>
                    </a:cubicBezTo>
                    <a:close/>
                    <a:moveTo>
                      <a:pt x="50497" y="52695"/>
                    </a:moveTo>
                    <a:lnTo>
                      <a:pt x="50497" y="52695"/>
                    </a:lnTo>
                    <a:cubicBezTo>
                      <a:pt x="51016" y="52885"/>
                      <a:pt x="51863" y="52937"/>
                      <a:pt x="52001" y="53265"/>
                    </a:cubicBezTo>
                    <a:cubicBezTo>
                      <a:pt x="53055" y="55840"/>
                      <a:pt x="55734" y="57464"/>
                      <a:pt x="56114" y="60420"/>
                    </a:cubicBezTo>
                    <a:cubicBezTo>
                      <a:pt x="56252" y="61439"/>
                      <a:pt x="57323" y="61802"/>
                      <a:pt x="57859" y="62580"/>
                    </a:cubicBezTo>
                    <a:cubicBezTo>
                      <a:pt x="59294" y="64654"/>
                      <a:pt x="60106" y="66952"/>
                      <a:pt x="60763" y="69337"/>
                    </a:cubicBezTo>
                    <a:cubicBezTo>
                      <a:pt x="58533" y="67643"/>
                      <a:pt x="56615" y="65656"/>
                      <a:pt x="55336" y="63133"/>
                    </a:cubicBezTo>
                    <a:cubicBezTo>
                      <a:pt x="55198" y="62874"/>
                      <a:pt x="55008" y="62614"/>
                      <a:pt x="55008" y="62355"/>
                    </a:cubicBezTo>
                    <a:cubicBezTo>
                      <a:pt x="54990" y="58916"/>
                      <a:pt x="52139" y="56739"/>
                      <a:pt x="51189" y="53697"/>
                    </a:cubicBezTo>
                    <a:cubicBezTo>
                      <a:pt x="51085" y="53334"/>
                      <a:pt x="50739" y="53040"/>
                      <a:pt x="50497" y="52695"/>
                    </a:cubicBezTo>
                    <a:close/>
                    <a:moveTo>
                      <a:pt x="87976" y="1"/>
                    </a:moveTo>
                    <a:cubicBezTo>
                      <a:pt x="87018" y="1"/>
                      <a:pt x="85745" y="1010"/>
                      <a:pt x="84455" y="1127"/>
                    </a:cubicBezTo>
                    <a:cubicBezTo>
                      <a:pt x="83776" y="1176"/>
                      <a:pt x="83111" y="1512"/>
                      <a:pt x="82448" y="1512"/>
                    </a:cubicBezTo>
                    <a:cubicBezTo>
                      <a:pt x="82403" y="1512"/>
                      <a:pt x="82358" y="1511"/>
                      <a:pt x="82313" y="1507"/>
                    </a:cubicBezTo>
                    <a:cubicBezTo>
                      <a:pt x="82281" y="1506"/>
                      <a:pt x="82250" y="1506"/>
                      <a:pt x="82218" y="1506"/>
                    </a:cubicBezTo>
                    <a:cubicBezTo>
                      <a:pt x="80376" y="1506"/>
                      <a:pt x="79245" y="3375"/>
                      <a:pt x="77443" y="3375"/>
                    </a:cubicBezTo>
                    <a:cubicBezTo>
                      <a:pt x="77340" y="3375"/>
                      <a:pt x="77235" y="3369"/>
                      <a:pt x="77128" y="3356"/>
                    </a:cubicBezTo>
                    <a:cubicBezTo>
                      <a:pt x="77026" y="3344"/>
                      <a:pt x="76928" y="3335"/>
                      <a:pt x="76837" y="3335"/>
                    </a:cubicBezTo>
                    <a:cubicBezTo>
                      <a:pt x="76434" y="3335"/>
                      <a:pt x="76136" y="3491"/>
                      <a:pt x="75953" y="4082"/>
                    </a:cubicBezTo>
                    <a:cubicBezTo>
                      <a:pt x="75843" y="4459"/>
                      <a:pt x="75132" y="4980"/>
                      <a:pt x="74758" y="4980"/>
                    </a:cubicBezTo>
                    <a:cubicBezTo>
                      <a:pt x="74720" y="4980"/>
                      <a:pt x="74687" y="4974"/>
                      <a:pt x="74657" y="4964"/>
                    </a:cubicBezTo>
                    <a:cubicBezTo>
                      <a:pt x="73910" y="4715"/>
                      <a:pt x="73366" y="4590"/>
                      <a:pt x="73013" y="4590"/>
                    </a:cubicBezTo>
                    <a:cubicBezTo>
                      <a:pt x="72190" y="4590"/>
                      <a:pt x="72409" y="5268"/>
                      <a:pt x="73534" y="6623"/>
                    </a:cubicBezTo>
                    <a:cubicBezTo>
                      <a:pt x="73585" y="6692"/>
                      <a:pt x="73499" y="6882"/>
                      <a:pt x="73482" y="7003"/>
                    </a:cubicBezTo>
                    <a:cubicBezTo>
                      <a:pt x="73413" y="6968"/>
                      <a:pt x="73292" y="6951"/>
                      <a:pt x="73240" y="6882"/>
                    </a:cubicBezTo>
                    <a:cubicBezTo>
                      <a:pt x="72877" y="6381"/>
                      <a:pt x="72324" y="5914"/>
                      <a:pt x="72220" y="5344"/>
                    </a:cubicBezTo>
                    <a:cubicBezTo>
                      <a:pt x="72065" y="4531"/>
                      <a:pt x="71961" y="3840"/>
                      <a:pt x="71010" y="3650"/>
                    </a:cubicBezTo>
                    <a:cubicBezTo>
                      <a:pt x="70839" y="3615"/>
                      <a:pt x="70680" y="3599"/>
                      <a:pt x="70533" y="3599"/>
                    </a:cubicBezTo>
                    <a:cubicBezTo>
                      <a:pt x="69359" y="3599"/>
                      <a:pt x="68898" y="4626"/>
                      <a:pt x="68315" y="5517"/>
                    </a:cubicBezTo>
                    <a:cubicBezTo>
                      <a:pt x="67865" y="6208"/>
                      <a:pt x="68349" y="6536"/>
                      <a:pt x="68729" y="6934"/>
                    </a:cubicBezTo>
                    <a:cubicBezTo>
                      <a:pt x="68798" y="7003"/>
                      <a:pt x="68850" y="7089"/>
                      <a:pt x="68902" y="7176"/>
                    </a:cubicBezTo>
                    <a:cubicBezTo>
                      <a:pt x="68817" y="7188"/>
                      <a:pt x="68731" y="7200"/>
                      <a:pt x="68645" y="7200"/>
                    </a:cubicBezTo>
                    <a:cubicBezTo>
                      <a:pt x="68610" y="7200"/>
                      <a:pt x="68575" y="7198"/>
                      <a:pt x="68539" y="7193"/>
                    </a:cubicBezTo>
                    <a:cubicBezTo>
                      <a:pt x="67376" y="7024"/>
                      <a:pt x="66212" y="6691"/>
                      <a:pt x="65033" y="6691"/>
                    </a:cubicBezTo>
                    <a:cubicBezTo>
                      <a:pt x="65003" y="6691"/>
                      <a:pt x="64974" y="6691"/>
                      <a:pt x="64945" y="6692"/>
                    </a:cubicBezTo>
                    <a:cubicBezTo>
                      <a:pt x="64584" y="6692"/>
                      <a:pt x="63909" y="6196"/>
                      <a:pt x="63437" y="6196"/>
                    </a:cubicBezTo>
                    <a:cubicBezTo>
                      <a:pt x="63072" y="6196"/>
                      <a:pt x="62827" y="6492"/>
                      <a:pt x="62940" y="7538"/>
                    </a:cubicBezTo>
                    <a:cubicBezTo>
                      <a:pt x="62940" y="7608"/>
                      <a:pt x="62525" y="7711"/>
                      <a:pt x="62283" y="7798"/>
                    </a:cubicBezTo>
                    <a:cubicBezTo>
                      <a:pt x="61879" y="7955"/>
                      <a:pt x="61464" y="8005"/>
                      <a:pt x="61043" y="8005"/>
                    </a:cubicBezTo>
                    <a:cubicBezTo>
                      <a:pt x="60325" y="8005"/>
                      <a:pt x="59591" y="7860"/>
                      <a:pt x="58870" y="7860"/>
                    </a:cubicBezTo>
                    <a:cubicBezTo>
                      <a:pt x="58295" y="7860"/>
                      <a:pt x="57729" y="7952"/>
                      <a:pt x="57185" y="8282"/>
                    </a:cubicBezTo>
                    <a:cubicBezTo>
                      <a:pt x="56736" y="8610"/>
                      <a:pt x="56304" y="8938"/>
                      <a:pt x="55837" y="9267"/>
                    </a:cubicBezTo>
                    <a:cubicBezTo>
                      <a:pt x="55671" y="9381"/>
                      <a:pt x="55417" y="9527"/>
                      <a:pt x="55226" y="9527"/>
                    </a:cubicBezTo>
                    <a:cubicBezTo>
                      <a:pt x="55100" y="9527"/>
                      <a:pt x="55001" y="9463"/>
                      <a:pt x="54973" y="9284"/>
                    </a:cubicBezTo>
                    <a:cubicBezTo>
                      <a:pt x="54819" y="8258"/>
                      <a:pt x="54209" y="8003"/>
                      <a:pt x="53545" y="8003"/>
                    </a:cubicBezTo>
                    <a:cubicBezTo>
                      <a:pt x="53313" y="8003"/>
                      <a:pt x="53075" y="8034"/>
                      <a:pt x="52848" y="8074"/>
                    </a:cubicBezTo>
                    <a:cubicBezTo>
                      <a:pt x="51897" y="8264"/>
                      <a:pt x="52416" y="9232"/>
                      <a:pt x="52295" y="9854"/>
                    </a:cubicBezTo>
                    <a:cubicBezTo>
                      <a:pt x="52156" y="10615"/>
                      <a:pt x="51344" y="10096"/>
                      <a:pt x="50998" y="10545"/>
                    </a:cubicBezTo>
                    <a:cubicBezTo>
                      <a:pt x="50949" y="10609"/>
                      <a:pt x="50910" y="10635"/>
                      <a:pt x="50880" y="10635"/>
                    </a:cubicBezTo>
                    <a:cubicBezTo>
                      <a:pt x="50805" y="10635"/>
                      <a:pt x="50789" y="10469"/>
                      <a:pt x="50826" y="10321"/>
                    </a:cubicBezTo>
                    <a:cubicBezTo>
                      <a:pt x="51033" y="8990"/>
                      <a:pt x="50221" y="8541"/>
                      <a:pt x="49115" y="8161"/>
                    </a:cubicBezTo>
                    <a:cubicBezTo>
                      <a:pt x="46903" y="7400"/>
                      <a:pt x="44535" y="7176"/>
                      <a:pt x="42392" y="6070"/>
                    </a:cubicBezTo>
                    <a:cubicBezTo>
                      <a:pt x="41667" y="5697"/>
                      <a:pt x="40852" y="5536"/>
                      <a:pt x="40032" y="5536"/>
                    </a:cubicBezTo>
                    <a:cubicBezTo>
                      <a:pt x="39367" y="5536"/>
                      <a:pt x="38699" y="5642"/>
                      <a:pt x="38072" y="5828"/>
                    </a:cubicBezTo>
                    <a:cubicBezTo>
                      <a:pt x="36033" y="6432"/>
                      <a:pt x="33838" y="6502"/>
                      <a:pt x="31989" y="7642"/>
                    </a:cubicBezTo>
                    <a:cubicBezTo>
                      <a:pt x="31263" y="8074"/>
                      <a:pt x="29206" y="7296"/>
                      <a:pt x="30226" y="9457"/>
                    </a:cubicBezTo>
                    <a:cubicBezTo>
                      <a:pt x="30278" y="9578"/>
                      <a:pt x="29984" y="9854"/>
                      <a:pt x="29863" y="10079"/>
                    </a:cubicBezTo>
                    <a:cubicBezTo>
                      <a:pt x="28653" y="12412"/>
                      <a:pt x="26234" y="13224"/>
                      <a:pt x="24229" y="14555"/>
                    </a:cubicBezTo>
                    <a:cubicBezTo>
                      <a:pt x="22536" y="15661"/>
                      <a:pt x="23486" y="17112"/>
                      <a:pt x="24022" y="18236"/>
                    </a:cubicBezTo>
                    <a:cubicBezTo>
                      <a:pt x="24328" y="18880"/>
                      <a:pt x="24972" y="19241"/>
                      <a:pt x="25627" y="19241"/>
                    </a:cubicBezTo>
                    <a:cubicBezTo>
                      <a:pt x="26008" y="19241"/>
                      <a:pt x="26393" y="19119"/>
                      <a:pt x="26718" y="18858"/>
                    </a:cubicBezTo>
                    <a:cubicBezTo>
                      <a:pt x="27228" y="18470"/>
                      <a:pt x="27609" y="18306"/>
                      <a:pt x="27903" y="18306"/>
                    </a:cubicBezTo>
                    <a:cubicBezTo>
                      <a:pt x="28524" y="18306"/>
                      <a:pt x="28748" y="19042"/>
                      <a:pt x="28947" y="19946"/>
                    </a:cubicBezTo>
                    <a:cubicBezTo>
                      <a:pt x="28982" y="20223"/>
                      <a:pt x="28999" y="20499"/>
                      <a:pt x="28982" y="20776"/>
                    </a:cubicBezTo>
                    <a:cubicBezTo>
                      <a:pt x="28774" y="20551"/>
                      <a:pt x="28446" y="20396"/>
                      <a:pt x="28342" y="20119"/>
                    </a:cubicBezTo>
                    <a:cubicBezTo>
                      <a:pt x="28124" y="19474"/>
                      <a:pt x="27849" y="19234"/>
                      <a:pt x="27528" y="19234"/>
                    </a:cubicBezTo>
                    <a:cubicBezTo>
                      <a:pt x="27212" y="19234"/>
                      <a:pt x="26853" y="19465"/>
                      <a:pt x="26459" y="19774"/>
                    </a:cubicBezTo>
                    <a:cubicBezTo>
                      <a:pt x="25646" y="20379"/>
                      <a:pt x="25958" y="21260"/>
                      <a:pt x="26130" y="21899"/>
                    </a:cubicBezTo>
                    <a:cubicBezTo>
                      <a:pt x="26459" y="23092"/>
                      <a:pt x="25802" y="23420"/>
                      <a:pt x="24938" y="23627"/>
                    </a:cubicBezTo>
                    <a:cubicBezTo>
                      <a:pt x="23901" y="23852"/>
                      <a:pt x="23072" y="24267"/>
                      <a:pt x="22553" y="25269"/>
                    </a:cubicBezTo>
                    <a:cubicBezTo>
                      <a:pt x="22273" y="25790"/>
                      <a:pt x="21682" y="26043"/>
                      <a:pt x="21157" y="26043"/>
                    </a:cubicBezTo>
                    <a:cubicBezTo>
                      <a:pt x="21003" y="26043"/>
                      <a:pt x="20855" y="26021"/>
                      <a:pt x="20721" y="25978"/>
                    </a:cubicBezTo>
                    <a:cubicBezTo>
                      <a:pt x="20116" y="25788"/>
                      <a:pt x="20963" y="25390"/>
                      <a:pt x="20946" y="24993"/>
                    </a:cubicBezTo>
                    <a:cubicBezTo>
                      <a:pt x="20929" y="24543"/>
                      <a:pt x="20738" y="24129"/>
                      <a:pt x="20410" y="23835"/>
                    </a:cubicBezTo>
                    <a:cubicBezTo>
                      <a:pt x="19477" y="22798"/>
                      <a:pt x="18354" y="21709"/>
                      <a:pt x="18215" y="20327"/>
                    </a:cubicBezTo>
                    <a:cubicBezTo>
                      <a:pt x="18098" y="19205"/>
                      <a:pt x="17332" y="17921"/>
                      <a:pt x="16200" y="17921"/>
                    </a:cubicBezTo>
                    <a:cubicBezTo>
                      <a:pt x="16163" y="17921"/>
                      <a:pt x="16127" y="17922"/>
                      <a:pt x="16090" y="17925"/>
                    </a:cubicBezTo>
                    <a:cubicBezTo>
                      <a:pt x="15105" y="17976"/>
                      <a:pt x="14068" y="18391"/>
                      <a:pt x="13930" y="19221"/>
                    </a:cubicBezTo>
                    <a:cubicBezTo>
                      <a:pt x="13670" y="20430"/>
                      <a:pt x="14137" y="21709"/>
                      <a:pt x="15122" y="22470"/>
                    </a:cubicBezTo>
                    <a:cubicBezTo>
                      <a:pt x="15952" y="23109"/>
                      <a:pt x="15952" y="23161"/>
                      <a:pt x="15589" y="23489"/>
                    </a:cubicBezTo>
                    <a:cubicBezTo>
                      <a:pt x="14448" y="24526"/>
                      <a:pt x="14915" y="26116"/>
                      <a:pt x="14292" y="27377"/>
                    </a:cubicBezTo>
                    <a:cubicBezTo>
                      <a:pt x="14143" y="27687"/>
                      <a:pt x="14420" y="27822"/>
                      <a:pt x="14760" y="27822"/>
                    </a:cubicBezTo>
                    <a:cubicBezTo>
                      <a:pt x="14932" y="27822"/>
                      <a:pt x="15121" y="27787"/>
                      <a:pt x="15278" y="27723"/>
                    </a:cubicBezTo>
                    <a:cubicBezTo>
                      <a:pt x="16510" y="27249"/>
                      <a:pt x="17772" y="26919"/>
                      <a:pt x="19089" y="26919"/>
                    </a:cubicBezTo>
                    <a:cubicBezTo>
                      <a:pt x="19212" y="26919"/>
                      <a:pt x="19336" y="26922"/>
                      <a:pt x="19460" y="26928"/>
                    </a:cubicBezTo>
                    <a:lnTo>
                      <a:pt x="19874" y="26928"/>
                    </a:lnTo>
                    <a:cubicBezTo>
                      <a:pt x="19840" y="26997"/>
                      <a:pt x="19823" y="27136"/>
                      <a:pt x="19753" y="27153"/>
                    </a:cubicBezTo>
                    <a:cubicBezTo>
                      <a:pt x="18630" y="27585"/>
                      <a:pt x="17507" y="28138"/>
                      <a:pt x="16349" y="28414"/>
                    </a:cubicBezTo>
                    <a:cubicBezTo>
                      <a:pt x="15692" y="28570"/>
                      <a:pt x="14915" y="28432"/>
                      <a:pt x="14707" y="29209"/>
                    </a:cubicBezTo>
                    <a:cubicBezTo>
                      <a:pt x="14500" y="30004"/>
                      <a:pt x="15260" y="30194"/>
                      <a:pt x="15813" y="30505"/>
                    </a:cubicBezTo>
                    <a:cubicBezTo>
                      <a:pt x="17161" y="31318"/>
                      <a:pt x="17369" y="32493"/>
                      <a:pt x="16867" y="33910"/>
                    </a:cubicBezTo>
                    <a:cubicBezTo>
                      <a:pt x="16664" y="34503"/>
                      <a:pt x="16349" y="34660"/>
                      <a:pt x="15995" y="34660"/>
                    </a:cubicBezTo>
                    <a:cubicBezTo>
                      <a:pt x="15626" y="34660"/>
                      <a:pt x="15216" y="34489"/>
                      <a:pt x="14846" y="34463"/>
                    </a:cubicBezTo>
                    <a:cubicBezTo>
                      <a:pt x="13916" y="34396"/>
                      <a:pt x="12987" y="34203"/>
                      <a:pt x="12042" y="34203"/>
                    </a:cubicBezTo>
                    <a:cubicBezTo>
                      <a:pt x="12003" y="34203"/>
                      <a:pt x="11964" y="34203"/>
                      <a:pt x="11925" y="34204"/>
                    </a:cubicBezTo>
                    <a:cubicBezTo>
                      <a:pt x="10957" y="34221"/>
                      <a:pt x="9834" y="34446"/>
                      <a:pt x="9989" y="35759"/>
                    </a:cubicBezTo>
                    <a:cubicBezTo>
                      <a:pt x="10128" y="37072"/>
                      <a:pt x="9834" y="38196"/>
                      <a:pt x="9592" y="39440"/>
                    </a:cubicBezTo>
                    <a:cubicBezTo>
                      <a:pt x="9385" y="40425"/>
                      <a:pt x="8693" y="42136"/>
                      <a:pt x="10542" y="42464"/>
                    </a:cubicBezTo>
                    <a:cubicBezTo>
                      <a:pt x="12305" y="42758"/>
                      <a:pt x="12668" y="43173"/>
                      <a:pt x="11735" y="44693"/>
                    </a:cubicBezTo>
                    <a:cubicBezTo>
                      <a:pt x="11389" y="45298"/>
                      <a:pt x="10888" y="45817"/>
                      <a:pt x="10300" y="46180"/>
                    </a:cubicBezTo>
                    <a:cubicBezTo>
                      <a:pt x="9108" y="46871"/>
                      <a:pt x="8175" y="47752"/>
                      <a:pt x="8313" y="49342"/>
                    </a:cubicBezTo>
                    <a:cubicBezTo>
                      <a:pt x="8365" y="49964"/>
                      <a:pt x="8140" y="50707"/>
                      <a:pt x="7535" y="50967"/>
                    </a:cubicBezTo>
                    <a:cubicBezTo>
                      <a:pt x="5168" y="52021"/>
                      <a:pt x="3768" y="53991"/>
                      <a:pt x="2662" y="56168"/>
                    </a:cubicBezTo>
                    <a:cubicBezTo>
                      <a:pt x="1781" y="57931"/>
                      <a:pt x="122" y="59469"/>
                      <a:pt x="1279" y="61888"/>
                    </a:cubicBezTo>
                    <a:cubicBezTo>
                      <a:pt x="1936" y="63236"/>
                      <a:pt x="1573" y="64792"/>
                      <a:pt x="830" y="66209"/>
                    </a:cubicBezTo>
                    <a:cubicBezTo>
                      <a:pt x="1" y="67781"/>
                      <a:pt x="744" y="70477"/>
                      <a:pt x="2126" y="71687"/>
                    </a:cubicBezTo>
                    <a:cubicBezTo>
                      <a:pt x="2420" y="71946"/>
                      <a:pt x="2662" y="72240"/>
                      <a:pt x="2818" y="72586"/>
                    </a:cubicBezTo>
                    <a:cubicBezTo>
                      <a:pt x="4027" y="75040"/>
                      <a:pt x="5462" y="77303"/>
                      <a:pt x="7881" y="78755"/>
                    </a:cubicBezTo>
                    <a:cubicBezTo>
                      <a:pt x="8455" y="79100"/>
                      <a:pt x="9053" y="79742"/>
                      <a:pt x="9645" y="79742"/>
                    </a:cubicBezTo>
                    <a:cubicBezTo>
                      <a:pt x="9766" y="79742"/>
                      <a:pt x="9887" y="79715"/>
                      <a:pt x="10007" y="79654"/>
                    </a:cubicBezTo>
                    <a:cubicBezTo>
                      <a:pt x="12824" y="78254"/>
                      <a:pt x="16142" y="79844"/>
                      <a:pt x="18889" y="77874"/>
                    </a:cubicBezTo>
                    <a:cubicBezTo>
                      <a:pt x="19326" y="77562"/>
                      <a:pt x="19938" y="77352"/>
                      <a:pt x="20558" y="77352"/>
                    </a:cubicBezTo>
                    <a:cubicBezTo>
                      <a:pt x="21313" y="77352"/>
                      <a:pt x="22079" y="77663"/>
                      <a:pt x="22553" y="78479"/>
                    </a:cubicBezTo>
                    <a:cubicBezTo>
                      <a:pt x="23034" y="79313"/>
                      <a:pt x="23538" y="79650"/>
                      <a:pt x="24283" y="79650"/>
                    </a:cubicBezTo>
                    <a:cubicBezTo>
                      <a:pt x="24448" y="79650"/>
                      <a:pt x="24626" y="79633"/>
                      <a:pt x="24817" y="79602"/>
                    </a:cubicBezTo>
                    <a:cubicBezTo>
                      <a:pt x="24994" y="79574"/>
                      <a:pt x="25161" y="79561"/>
                      <a:pt x="25317" y="79561"/>
                    </a:cubicBezTo>
                    <a:cubicBezTo>
                      <a:pt x="26715" y="79561"/>
                      <a:pt x="27271" y="80640"/>
                      <a:pt x="26960" y="82194"/>
                    </a:cubicBezTo>
                    <a:cubicBezTo>
                      <a:pt x="26683" y="83611"/>
                      <a:pt x="25750" y="85218"/>
                      <a:pt x="26545" y="86480"/>
                    </a:cubicBezTo>
                    <a:cubicBezTo>
                      <a:pt x="27461" y="87966"/>
                      <a:pt x="28515" y="89400"/>
                      <a:pt x="29206" y="90973"/>
                    </a:cubicBezTo>
                    <a:cubicBezTo>
                      <a:pt x="30416" y="93721"/>
                      <a:pt x="31298" y="96641"/>
                      <a:pt x="29777" y="99631"/>
                    </a:cubicBezTo>
                    <a:cubicBezTo>
                      <a:pt x="28809" y="101515"/>
                      <a:pt x="28619" y="103502"/>
                      <a:pt x="29535" y="105369"/>
                    </a:cubicBezTo>
                    <a:cubicBezTo>
                      <a:pt x="30503" y="107321"/>
                      <a:pt x="31228" y="109274"/>
                      <a:pt x="31488" y="111469"/>
                    </a:cubicBezTo>
                    <a:cubicBezTo>
                      <a:pt x="31712" y="113456"/>
                      <a:pt x="31695" y="115599"/>
                      <a:pt x="33371" y="117172"/>
                    </a:cubicBezTo>
                    <a:cubicBezTo>
                      <a:pt x="34322" y="118088"/>
                      <a:pt x="34581" y="119436"/>
                      <a:pt x="35013" y="120645"/>
                    </a:cubicBezTo>
                    <a:cubicBezTo>
                      <a:pt x="35393" y="121717"/>
                      <a:pt x="34546" y="123065"/>
                      <a:pt x="35843" y="123998"/>
                    </a:cubicBezTo>
                    <a:cubicBezTo>
                      <a:pt x="36206" y="124270"/>
                      <a:pt x="36549" y="124368"/>
                      <a:pt x="36881" y="124368"/>
                    </a:cubicBezTo>
                    <a:cubicBezTo>
                      <a:pt x="37735" y="124368"/>
                      <a:pt x="38515" y="123721"/>
                      <a:pt x="39372" y="123721"/>
                    </a:cubicBezTo>
                    <a:cubicBezTo>
                      <a:pt x="39388" y="123721"/>
                      <a:pt x="39404" y="123721"/>
                      <a:pt x="39420" y="123721"/>
                    </a:cubicBezTo>
                    <a:cubicBezTo>
                      <a:pt x="39526" y="123724"/>
                      <a:pt x="39630" y="123725"/>
                      <a:pt x="39734" y="123725"/>
                    </a:cubicBezTo>
                    <a:cubicBezTo>
                      <a:pt x="44937" y="123725"/>
                      <a:pt x="47636" y="120353"/>
                      <a:pt x="49754" y="116100"/>
                    </a:cubicBezTo>
                    <a:cubicBezTo>
                      <a:pt x="50186" y="115236"/>
                      <a:pt x="49720" y="113957"/>
                      <a:pt x="50826" y="113508"/>
                    </a:cubicBezTo>
                    <a:cubicBezTo>
                      <a:pt x="52761" y="112713"/>
                      <a:pt x="53193" y="111175"/>
                      <a:pt x="52692" y="109499"/>
                    </a:cubicBezTo>
                    <a:cubicBezTo>
                      <a:pt x="51949" y="107028"/>
                      <a:pt x="53297" y="106112"/>
                      <a:pt x="55181" y="105282"/>
                    </a:cubicBezTo>
                    <a:cubicBezTo>
                      <a:pt x="57773" y="104107"/>
                      <a:pt x="59449" y="98370"/>
                      <a:pt x="57963" y="96071"/>
                    </a:cubicBezTo>
                    <a:cubicBezTo>
                      <a:pt x="56770" y="94239"/>
                      <a:pt x="57099" y="92217"/>
                      <a:pt x="57444" y="90316"/>
                    </a:cubicBezTo>
                    <a:cubicBezTo>
                      <a:pt x="57911" y="87621"/>
                      <a:pt x="59933" y="85823"/>
                      <a:pt x="61851" y="84164"/>
                    </a:cubicBezTo>
                    <a:cubicBezTo>
                      <a:pt x="65601" y="80915"/>
                      <a:pt x="68055" y="76992"/>
                      <a:pt x="69109" y="72171"/>
                    </a:cubicBezTo>
                    <a:cubicBezTo>
                      <a:pt x="69271" y="71459"/>
                      <a:pt x="69266" y="70656"/>
                      <a:pt x="68371" y="70656"/>
                    </a:cubicBezTo>
                    <a:cubicBezTo>
                      <a:pt x="68311" y="70656"/>
                      <a:pt x="68246" y="70660"/>
                      <a:pt x="68176" y="70667"/>
                    </a:cubicBezTo>
                    <a:cubicBezTo>
                      <a:pt x="67157" y="70788"/>
                      <a:pt x="66154" y="71151"/>
                      <a:pt x="65152" y="71462"/>
                    </a:cubicBezTo>
                    <a:cubicBezTo>
                      <a:pt x="63960" y="71826"/>
                      <a:pt x="63201" y="72060"/>
                      <a:pt x="62664" y="72060"/>
                    </a:cubicBezTo>
                    <a:cubicBezTo>
                      <a:pt x="61727" y="72060"/>
                      <a:pt x="61469" y="71346"/>
                      <a:pt x="60772" y="69363"/>
                    </a:cubicBezTo>
                    <a:lnTo>
                      <a:pt x="60772" y="69363"/>
                    </a:lnTo>
                    <a:cubicBezTo>
                      <a:pt x="61180" y="69747"/>
                      <a:pt x="61467" y="70422"/>
                      <a:pt x="62074" y="70422"/>
                    </a:cubicBezTo>
                    <a:cubicBezTo>
                      <a:pt x="62180" y="70422"/>
                      <a:pt x="62295" y="70402"/>
                      <a:pt x="62422" y="70356"/>
                    </a:cubicBezTo>
                    <a:cubicBezTo>
                      <a:pt x="63925" y="69769"/>
                      <a:pt x="65359" y="68957"/>
                      <a:pt x="66897" y="68455"/>
                    </a:cubicBezTo>
                    <a:cubicBezTo>
                      <a:pt x="68660" y="67868"/>
                      <a:pt x="69732" y="66209"/>
                      <a:pt x="71391" y="65639"/>
                    </a:cubicBezTo>
                    <a:cubicBezTo>
                      <a:pt x="73706" y="64844"/>
                      <a:pt x="76713" y="61716"/>
                      <a:pt x="76852" y="59383"/>
                    </a:cubicBezTo>
                    <a:cubicBezTo>
                      <a:pt x="76834" y="59072"/>
                      <a:pt x="76713" y="58778"/>
                      <a:pt x="76506" y="58553"/>
                    </a:cubicBezTo>
                    <a:cubicBezTo>
                      <a:pt x="75918" y="57810"/>
                      <a:pt x="75279" y="57153"/>
                      <a:pt x="74294" y="56894"/>
                    </a:cubicBezTo>
                    <a:cubicBezTo>
                      <a:pt x="73724" y="56739"/>
                      <a:pt x="73378" y="56151"/>
                      <a:pt x="73516" y="55581"/>
                    </a:cubicBezTo>
                    <a:cubicBezTo>
                      <a:pt x="73547" y="55481"/>
                      <a:pt x="73596" y="55443"/>
                      <a:pt x="73658" y="55443"/>
                    </a:cubicBezTo>
                    <a:cubicBezTo>
                      <a:pt x="73842" y="55443"/>
                      <a:pt x="74139" y="55775"/>
                      <a:pt x="74398" y="55788"/>
                    </a:cubicBezTo>
                    <a:cubicBezTo>
                      <a:pt x="75366" y="55855"/>
                      <a:pt x="76333" y="56083"/>
                      <a:pt x="77301" y="56083"/>
                    </a:cubicBezTo>
                    <a:cubicBezTo>
                      <a:pt x="77336" y="56083"/>
                      <a:pt x="77370" y="56083"/>
                      <a:pt x="77405" y="56082"/>
                    </a:cubicBezTo>
                    <a:cubicBezTo>
                      <a:pt x="77727" y="56077"/>
                      <a:pt x="78047" y="56073"/>
                      <a:pt x="78365" y="56073"/>
                    </a:cubicBezTo>
                    <a:cubicBezTo>
                      <a:pt x="81373" y="56073"/>
                      <a:pt x="84145" y="56432"/>
                      <a:pt x="85786" y="59746"/>
                    </a:cubicBezTo>
                    <a:cubicBezTo>
                      <a:pt x="86136" y="60461"/>
                      <a:pt x="86996" y="61297"/>
                      <a:pt x="88011" y="61297"/>
                    </a:cubicBezTo>
                    <a:cubicBezTo>
                      <a:pt x="88148" y="61297"/>
                      <a:pt x="88288" y="61282"/>
                      <a:pt x="88430" y="61249"/>
                    </a:cubicBezTo>
                    <a:cubicBezTo>
                      <a:pt x="88585" y="61214"/>
                      <a:pt x="88707" y="61197"/>
                      <a:pt x="88805" y="61197"/>
                    </a:cubicBezTo>
                    <a:cubicBezTo>
                      <a:pt x="89186" y="61197"/>
                      <a:pt x="89184" y="61451"/>
                      <a:pt x="89225" y="61837"/>
                    </a:cubicBezTo>
                    <a:cubicBezTo>
                      <a:pt x="89830" y="66554"/>
                      <a:pt x="91990" y="70685"/>
                      <a:pt x="94133" y="74832"/>
                    </a:cubicBezTo>
                    <a:cubicBezTo>
                      <a:pt x="94475" y="75487"/>
                      <a:pt x="94875" y="75911"/>
                      <a:pt x="95290" y="75911"/>
                    </a:cubicBezTo>
                    <a:cubicBezTo>
                      <a:pt x="95652" y="75911"/>
                      <a:pt x="96025" y="75588"/>
                      <a:pt x="96380" y="74815"/>
                    </a:cubicBezTo>
                    <a:cubicBezTo>
                      <a:pt x="96622" y="74297"/>
                      <a:pt x="97036" y="73847"/>
                      <a:pt x="97382" y="73381"/>
                    </a:cubicBezTo>
                    <a:lnTo>
                      <a:pt x="97538" y="73225"/>
                    </a:lnTo>
                    <a:cubicBezTo>
                      <a:pt x="98212" y="71618"/>
                      <a:pt x="98056" y="69993"/>
                      <a:pt x="97831" y="68317"/>
                    </a:cubicBezTo>
                    <a:cubicBezTo>
                      <a:pt x="97762" y="67833"/>
                      <a:pt x="97589" y="67211"/>
                      <a:pt x="98194" y="67073"/>
                    </a:cubicBezTo>
                    <a:cubicBezTo>
                      <a:pt x="99784" y="66693"/>
                      <a:pt x="100268" y="65258"/>
                      <a:pt x="101149" y="64187"/>
                    </a:cubicBezTo>
                    <a:cubicBezTo>
                      <a:pt x="102117" y="63029"/>
                      <a:pt x="103137" y="61629"/>
                      <a:pt x="104243" y="60903"/>
                    </a:cubicBezTo>
                    <a:cubicBezTo>
                      <a:pt x="104825" y="60515"/>
                      <a:pt x="105739" y="59942"/>
                      <a:pt x="106690" y="59942"/>
                    </a:cubicBezTo>
                    <a:cubicBezTo>
                      <a:pt x="107432" y="59942"/>
                      <a:pt x="108196" y="60292"/>
                      <a:pt x="108840" y="61353"/>
                    </a:cubicBezTo>
                    <a:cubicBezTo>
                      <a:pt x="109600" y="62632"/>
                      <a:pt x="110965" y="63565"/>
                      <a:pt x="111017" y="65258"/>
                    </a:cubicBezTo>
                    <a:cubicBezTo>
                      <a:pt x="111034" y="65777"/>
                      <a:pt x="110793" y="66433"/>
                      <a:pt x="111536" y="66693"/>
                    </a:cubicBezTo>
                    <a:cubicBezTo>
                      <a:pt x="111822" y="66788"/>
                      <a:pt x="112112" y="66862"/>
                      <a:pt x="112391" y="66862"/>
                    </a:cubicBezTo>
                    <a:cubicBezTo>
                      <a:pt x="112769" y="66862"/>
                      <a:pt x="113129" y="66727"/>
                      <a:pt x="113437" y="66330"/>
                    </a:cubicBezTo>
                    <a:cubicBezTo>
                      <a:pt x="113540" y="66205"/>
                      <a:pt x="113700" y="66031"/>
                      <a:pt x="113856" y="66031"/>
                    </a:cubicBezTo>
                    <a:cubicBezTo>
                      <a:pt x="113960" y="66031"/>
                      <a:pt x="114062" y="66109"/>
                      <a:pt x="114145" y="66330"/>
                    </a:cubicBezTo>
                    <a:cubicBezTo>
                      <a:pt x="114543" y="67470"/>
                      <a:pt x="114802" y="68663"/>
                      <a:pt x="115286" y="69769"/>
                    </a:cubicBezTo>
                    <a:cubicBezTo>
                      <a:pt x="116271" y="72033"/>
                      <a:pt x="114940" y="74677"/>
                      <a:pt x="116858" y="76871"/>
                    </a:cubicBezTo>
                    <a:cubicBezTo>
                      <a:pt x="118241" y="78461"/>
                      <a:pt x="118362" y="80915"/>
                      <a:pt x="119900" y="82540"/>
                    </a:cubicBezTo>
                    <a:cubicBezTo>
                      <a:pt x="120401" y="82799"/>
                      <a:pt x="120885" y="83058"/>
                      <a:pt x="121386" y="83300"/>
                    </a:cubicBezTo>
                    <a:cubicBezTo>
                      <a:pt x="121538" y="83368"/>
                      <a:pt x="121699" y="83403"/>
                      <a:pt x="121846" y="83403"/>
                    </a:cubicBezTo>
                    <a:cubicBezTo>
                      <a:pt x="122184" y="83403"/>
                      <a:pt x="122445" y="83219"/>
                      <a:pt x="122337" y="82834"/>
                    </a:cubicBezTo>
                    <a:cubicBezTo>
                      <a:pt x="121818" y="80915"/>
                      <a:pt x="121991" y="78790"/>
                      <a:pt x="119969" y="77355"/>
                    </a:cubicBezTo>
                    <a:cubicBezTo>
                      <a:pt x="118414" y="76249"/>
                      <a:pt x="117239" y="74521"/>
                      <a:pt x="117463" y="72378"/>
                    </a:cubicBezTo>
                    <a:cubicBezTo>
                      <a:pt x="117528" y="71821"/>
                      <a:pt x="116912" y="70437"/>
                      <a:pt x="117695" y="70437"/>
                    </a:cubicBezTo>
                    <a:cubicBezTo>
                      <a:pt x="117955" y="70437"/>
                      <a:pt x="118371" y="70590"/>
                      <a:pt x="119019" y="70979"/>
                    </a:cubicBezTo>
                    <a:cubicBezTo>
                      <a:pt x="120194" y="71704"/>
                      <a:pt x="121386" y="72655"/>
                      <a:pt x="121749" y="73605"/>
                    </a:cubicBezTo>
                    <a:cubicBezTo>
                      <a:pt x="122096" y="74553"/>
                      <a:pt x="122434" y="74868"/>
                      <a:pt x="122776" y="74868"/>
                    </a:cubicBezTo>
                    <a:cubicBezTo>
                      <a:pt x="123251" y="74868"/>
                      <a:pt x="123732" y="74261"/>
                      <a:pt x="124255" y="73899"/>
                    </a:cubicBezTo>
                    <a:cubicBezTo>
                      <a:pt x="124531" y="73709"/>
                      <a:pt x="124721" y="73363"/>
                      <a:pt x="125015" y="73208"/>
                    </a:cubicBezTo>
                    <a:cubicBezTo>
                      <a:pt x="126743" y="72292"/>
                      <a:pt x="127210" y="70961"/>
                      <a:pt x="126743" y="69043"/>
                    </a:cubicBezTo>
                    <a:cubicBezTo>
                      <a:pt x="126294" y="67159"/>
                      <a:pt x="125292" y="65725"/>
                      <a:pt x="123892" y="64533"/>
                    </a:cubicBezTo>
                    <a:cubicBezTo>
                      <a:pt x="122596" y="63409"/>
                      <a:pt x="122285" y="62459"/>
                      <a:pt x="123546" y="61059"/>
                    </a:cubicBezTo>
                    <a:cubicBezTo>
                      <a:pt x="123952" y="60621"/>
                      <a:pt x="124332" y="60388"/>
                      <a:pt x="124705" y="60388"/>
                    </a:cubicBezTo>
                    <a:cubicBezTo>
                      <a:pt x="124936" y="60388"/>
                      <a:pt x="125164" y="60477"/>
                      <a:pt x="125395" y="60661"/>
                    </a:cubicBezTo>
                    <a:cubicBezTo>
                      <a:pt x="126000" y="61145"/>
                      <a:pt x="125810" y="61750"/>
                      <a:pt x="125119" y="62234"/>
                    </a:cubicBezTo>
                    <a:cubicBezTo>
                      <a:pt x="124618" y="62580"/>
                      <a:pt x="124445" y="63219"/>
                      <a:pt x="125050" y="63651"/>
                    </a:cubicBezTo>
                    <a:cubicBezTo>
                      <a:pt x="125442" y="63952"/>
                      <a:pt x="125858" y="64171"/>
                      <a:pt x="126268" y="64171"/>
                    </a:cubicBezTo>
                    <a:cubicBezTo>
                      <a:pt x="126635" y="64171"/>
                      <a:pt x="126996" y="63996"/>
                      <a:pt x="127331" y="63547"/>
                    </a:cubicBezTo>
                    <a:cubicBezTo>
                      <a:pt x="127694" y="63046"/>
                      <a:pt x="128247" y="62407"/>
                      <a:pt x="127469" y="61940"/>
                    </a:cubicBezTo>
                    <a:cubicBezTo>
                      <a:pt x="126398" y="61318"/>
                      <a:pt x="127037" y="61042"/>
                      <a:pt x="127590" y="60696"/>
                    </a:cubicBezTo>
                    <a:cubicBezTo>
                      <a:pt x="130061" y="59210"/>
                      <a:pt x="133449" y="59106"/>
                      <a:pt x="134693" y="55788"/>
                    </a:cubicBezTo>
                    <a:cubicBezTo>
                      <a:pt x="135298" y="54146"/>
                      <a:pt x="136093" y="52591"/>
                      <a:pt x="135851" y="50725"/>
                    </a:cubicBezTo>
                    <a:cubicBezTo>
                      <a:pt x="135522" y="48288"/>
                      <a:pt x="133932" y="46629"/>
                      <a:pt x="132498" y="44918"/>
                    </a:cubicBezTo>
                    <a:cubicBezTo>
                      <a:pt x="131772" y="44054"/>
                      <a:pt x="131859" y="43622"/>
                      <a:pt x="132775" y="43173"/>
                    </a:cubicBezTo>
                    <a:cubicBezTo>
                      <a:pt x="133120" y="43017"/>
                      <a:pt x="133397" y="42793"/>
                      <a:pt x="133362" y="42378"/>
                    </a:cubicBezTo>
                    <a:cubicBezTo>
                      <a:pt x="133345" y="41980"/>
                      <a:pt x="133051" y="41635"/>
                      <a:pt x="132671" y="41548"/>
                    </a:cubicBezTo>
                    <a:cubicBezTo>
                      <a:pt x="132227" y="41462"/>
                      <a:pt x="131713" y="41297"/>
                      <a:pt x="131292" y="41297"/>
                    </a:cubicBezTo>
                    <a:cubicBezTo>
                      <a:pt x="131122" y="41297"/>
                      <a:pt x="130968" y="41323"/>
                      <a:pt x="130839" y="41393"/>
                    </a:cubicBezTo>
                    <a:cubicBezTo>
                      <a:pt x="130667" y="41486"/>
                      <a:pt x="130517" y="41524"/>
                      <a:pt x="130385" y="41524"/>
                    </a:cubicBezTo>
                    <a:cubicBezTo>
                      <a:pt x="129751" y="41524"/>
                      <a:pt x="129496" y="40648"/>
                      <a:pt x="128935" y="40648"/>
                    </a:cubicBezTo>
                    <a:cubicBezTo>
                      <a:pt x="128871" y="40648"/>
                      <a:pt x="128804" y="40659"/>
                      <a:pt x="128731" y="40684"/>
                    </a:cubicBezTo>
                    <a:cubicBezTo>
                      <a:pt x="129025" y="40425"/>
                      <a:pt x="129336" y="40166"/>
                      <a:pt x="129612" y="39889"/>
                    </a:cubicBezTo>
                    <a:cubicBezTo>
                      <a:pt x="129699" y="39786"/>
                      <a:pt x="129768" y="39647"/>
                      <a:pt x="129802" y="39509"/>
                    </a:cubicBezTo>
                    <a:cubicBezTo>
                      <a:pt x="129896" y="39229"/>
                      <a:pt x="130059" y="38963"/>
                      <a:pt x="130355" y="38963"/>
                    </a:cubicBezTo>
                    <a:cubicBezTo>
                      <a:pt x="130388" y="38963"/>
                      <a:pt x="130423" y="38966"/>
                      <a:pt x="130459" y="38973"/>
                    </a:cubicBezTo>
                    <a:cubicBezTo>
                      <a:pt x="130822" y="39025"/>
                      <a:pt x="130718" y="39405"/>
                      <a:pt x="130753" y="39665"/>
                    </a:cubicBezTo>
                    <a:cubicBezTo>
                      <a:pt x="130885" y="40368"/>
                      <a:pt x="131150" y="40680"/>
                      <a:pt x="131522" y="40680"/>
                    </a:cubicBezTo>
                    <a:cubicBezTo>
                      <a:pt x="131781" y="40680"/>
                      <a:pt x="132092" y="40529"/>
                      <a:pt x="132446" y="40252"/>
                    </a:cubicBezTo>
                    <a:cubicBezTo>
                      <a:pt x="132816" y="39963"/>
                      <a:pt x="133198" y="39825"/>
                      <a:pt x="133552" y="39825"/>
                    </a:cubicBezTo>
                    <a:cubicBezTo>
                      <a:pt x="134190" y="39825"/>
                      <a:pt x="134735" y="40276"/>
                      <a:pt x="134935" y="41099"/>
                    </a:cubicBezTo>
                    <a:cubicBezTo>
                      <a:pt x="135004" y="41410"/>
                      <a:pt x="135246" y="41911"/>
                      <a:pt x="135436" y="41928"/>
                    </a:cubicBezTo>
                    <a:cubicBezTo>
                      <a:pt x="136836" y="42067"/>
                      <a:pt x="137130" y="43259"/>
                      <a:pt x="137441" y="44192"/>
                    </a:cubicBezTo>
                    <a:cubicBezTo>
                      <a:pt x="137757" y="45176"/>
                      <a:pt x="138205" y="45491"/>
                      <a:pt x="138710" y="45491"/>
                    </a:cubicBezTo>
                    <a:cubicBezTo>
                      <a:pt x="139226" y="45491"/>
                      <a:pt x="139803" y="45163"/>
                      <a:pt x="140361" y="44884"/>
                    </a:cubicBezTo>
                    <a:cubicBezTo>
                      <a:pt x="141813" y="44175"/>
                      <a:pt x="140586" y="43363"/>
                      <a:pt x="140327" y="42654"/>
                    </a:cubicBezTo>
                    <a:cubicBezTo>
                      <a:pt x="140188" y="42188"/>
                      <a:pt x="139739" y="41773"/>
                      <a:pt x="139324" y="41479"/>
                    </a:cubicBezTo>
                    <a:cubicBezTo>
                      <a:pt x="137717" y="40356"/>
                      <a:pt x="137648" y="38921"/>
                      <a:pt x="138305" y="37245"/>
                    </a:cubicBezTo>
                    <a:cubicBezTo>
                      <a:pt x="138533" y="36644"/>
                      <a:pt x="138753" y="36160"/>
                      <a:pt x="139216" y="36160"/>
                    </a:cubicBezTo>
                    <a:cubicBezTo>
                      <a:pt x="139418" y="36160"/>
                      <a:pt x="139666" y="36252"/>
                      <a:pt x="139981" y="36468"/>
                    </a:cubicBezTo>
                    <a:cubicBezTo>
                      <a:pt x="140121" y="36569"/>
                      <a:pt x="140268" y="36617"/>
                      <a:pt x="140413" y="36617"/>
                    </a:cubicBezTo>
                    <a:cubicBezTo>
                      <a:pt x="140661" y="36617"/>
                      <a:pt x="140902" y="36477"/>
                      <a:pt x="141087" y="36226"/>
                    </a:cubicBezTo>
                    <a:cubicBezTo>
                      <a:pt x="142573" y="34255"/>
                      <a:pt x="142850" y="29797"/>
                      <a:pt x="141640" y="27706"/>
                    </a:cubicBezTo>
                    <a:cubicBezTo>
                      <a:pt x="141485" y="27447"/>
                      <a:pt x="141104" y="27187"/>
                      <a:pt x="141398" y="26807"/>
                    </a:cubicBezTo>
                    <a:lnTo>
                      <a:pt x="141398" y="26807"/>
                    </a:lnTo>
                    <a:cubicBezTo>
                      <a:pt x="141623" y="26997"/>
                      <a:pt x="141917" y="27153"/>
                      <a:pt x="142072" y="27395"/>
                    </a:cubicBezTo>
                    <a:cubicBezTo>
                      <a:pt x="142988" y="28812"/>
                      <a:pt x="143869" y="30229"/>
                      <a:pt x="144733" y="31663"/>
                    </a:cubicBezTo>
                    <a:cubicBezTo>
                      <a:pt x="144984" y="32062"/>
                      <a:pt x="145261" y="32460"/>
                      <a:pt x="145713" y="32460"/>
                    </a:cubicBezTo>
                    <a:cubicBezTo>
                      <a:pt x="145790" y="32460"/>
                      <a:pt x="145872" y="32449"/>
                      <a:pt x="145960" y="32424"/>
                    </a:cubicBezTo>
                    <a:cubicBezTo>
                      <a:pt x="146323" y="32320"/>
                      <a:pt x="146825" y="32043"/>
                      <a:pt x="146928" y="31750"/>
                    </a:cubicBezTo>
                    <a:cubicBezTo>
                      <a:pt x="147118" y="31197"/>
                      <a:pt x="146496" y="30972"/>
                      <a:pt x="146151" y="30644"/>
                    </a:cubicBezTo>
                    <a:cubicBezTo>
                      <a:pt x="145805" y="30298"/>
                      <a:pt x="144889" y="29935"/>
                      <a:pt x="145511" y="29348"/>
                    </a:cubicBezTo>
                    <a:cubicBezTo>
                      <a:pt x="146220" y="28674"/>
                      <a:pt x="145701" y="28363"/>
                      <a:pt x="145373" y="27982"/>
                    </a:cubicBezTo>
                    <a:cubicBezTo>
                      <a:pt x="144924" y="27464"/>
                      <a:pt x="144353" y="27049"/>
                      <a:pt x="143904" y="26513"/>
                    </a:cubicBezTo>
                    <a:cubicBezTo>
                      <a:pt x="142452" y="24803"/>
                      <a:pt x="140309" y="24008"/>
                      <a:pt x="138927" y="23455"/>
                    </a:cubicBezTo>
                    <a:cubicBezTo>
                      <a:pt x="137233" y="22781"/>
                      <a:pt x="135350" y="23368"/>
                      <a:pt x="133794" y="22349"/>
                    </a:cubicBezTo>
                    <a:cubicBezTo>
                      <a:pt x="133621" y="22228"/>
                      <a:pt x="133120" y="22141"/>
                      <a:pt x="133379" y="21934"/>
                    </a:cubicBezTo>
                    <a:cubicBezTo>
                      <a:pt x="134416" y="21156"/>
                      <a:pt x="134192" y="19843"/>
                      <a:pt x="134814" y="18910"/>
                    </a:cubicBezTo>
                    <a:cubicBezTo>
                      <a:pt x="135183" y="18357"/>
                      <a:pt x="137525" y="17996"/>
                      <a:pt x="139389" y="17996"/>
                    </a:cubicBezTo>
                    <a:cubicBezTo>
                      <a:pt x="140321" y="17996"/>
                      <a:pt x="141133" y="18086"/>
                      <a:pt x="141519" y="18287"/>
                    </a:cubicBezTo>
                    <a:cubicBezTo>
                      <a:pt x="141913" y="18491"/>
                      <a:pt x="142318" y="18567"/>
                      <a:pt x="142722" y="18567"/>
                    </a:cubicBezTo>
                    <a:cubicBezTo>
                      <a:pt x="143310" y="18567"/>
                      <a:pt x="143896" y="18407"/>
                      <a:pt x="144440" y="18253"/>
                    </a:cubicBezTo>
                    <a:cubicBezTo>
                      <a:pt x="145183" y="18028"/>
                      <a:pt x="144301" y="17320"/>
                      <a:pt x="144440" y="16905"/>
                    </a:cubicBezTo>
                    <a:cubicBezTo>
                      <a:pt x="144595" y="16473"/>
                      <a:pt x="144232" y="15764"/>
                      <a:pt x="144803" y="15626"/>
                    </a:cubicBezTo>
                    <a:cubicBezTo>
                      <a:pt x="144894" y="15602"/>
                      <a:pt x="144986" y="15590"/>
                      <a:pt x="145078" y="15590"/>
                    </a:cubicBezTo>
                    <a:cubicBezTo>
                      <a:pt x="145503" y="15590"/>
                      <a:pt x="145922" y="15838"/>
                      <a:pt x="146306" y="16179"/>
                    </a:cubicBezTo>
                    <a:cubicBezTo>
                      <a:pt x="146709" y="16532"/>
                      <a:pt x="147171" y="16997"/>
                      <a:pt x="147617" y="16997"/>
                    </a:cubicBezTo>
                    <a:cubicBezTo>
                      <a:pt x="147935" y="16997"/>
                      <a:pt x="148244" y="16760"/>
                      <a:pt x="148518" y="16075"/>
                    </a:cubicBezTo>
                    <a:cubicBezTo>
                      <a:pt x="148584" y="15900"/>
                      <a:pt x="148692" y="15801"/>
                      <a:pt x="148828" y="15801"/>
                    </a:cubicBezTo>
                    <a:cubicBezTo>
                      <a:pt x="148906" y="15801"/>
                      <a:pt x="148994" y="15833"/>
                      <a:pt x="149088" y="15903"/>
                    </a:cubicBezTo>
                    <a:cubicBezTo>
                      <a:pt x="149348" y="16110"/>
                      <a:pt x="149348" y="16335"/>
                      <a:pt x="149192" y="16646"/>
                    </a:cubicBezTo>
                    <a:cubicBezTo>
                      <a:pt x="148743" y="17596"/>
                      <a:pt x="147965" y="18547"/>
                      <a:pt x="147965" y="19497"/>
                    </a:cubicBezTo>
                    <a:cubicBezTo>
                      <a:pt x="147931" y="21122"/>
                      <a:pt x="148708" y="22677"/>
                      <a:pt x="150022" y="23627"/>
                    </a:cubicBezTo>
                    <a:cubicBezTo>
                      <a:pt x="151231" y="24561"/>
                      <a:pt x="152631" y="25269"/>
                      <a:pt x="153582" y="26513"/>
                    </a:cubicBezTo>
                    <a:cubicBezTo>
                      <a:pt x="153835" y="26852"/>
                      <a:pt x="154112" y="27339"/>
                      <a:pt x="154580" y="27339"/>
                    </a:cubicBezTo>
                    <a:cubicBezTo>
                      <a:pt x="154686" y="27339"/>
                      <a:pt x="154802" y="27314"/>
                      <a:pt x="154930" y="27257"/>
                    </a:cubicBezTo>
                    <a:cubicBezTo>
                      <a:pt x="155621" y="26928"/>
                      <a:pt x="155673" y="26271"/>
                      <a:pt x="155604" y="25615"/>
                    </a:cubicBezTo>
                    <a:cubicBezTo>
                      <a:pt x="155448" y="24025"/>
                      <a:pt x="155863" y="22435"/>
                      <a:pt x="154739" y="20845"/>
                    </a:cubicBezTo>
                    <a:cubicBezTo>
                      <a:pt x="154065" y="19877"/>
                      <a:pt x="153772" y="18823"/>
                      <a:pt x="152406" y="18737"/>
                    </a:cubicBezTo>
                    <a:cubicBezTo>
                      <a:pt x="152044" y="18720"/>
                      <a:pt x="151940" y="18478"/>
                      <a:pt x="151888" y="18201"/>
                    </a:cubicBezTo>
                    <a:cubicBezTo>
                      <a:pt x="151820" y="17931"/>
                      <a:pt x="151918" y="17578"/>
                      <a:pt x="152229" y="17578"/>
                    </a:cubicBezTo>
                    <a:cubicBezTo>
                      <a:pt x="152236" y="17578"/>
                      <a:pt x="152243" y="17579"/>
                      <a:pt x="152251" y="17579"/>
                    </a:cubicBezTo>
                    <a:cubicBezTo>
                      <a:pt x="152284" y="17581"/>
                      <a:pt x="152317" y="17582"/>
                      <a:pt x="152350" y="17582"/>
                    </a:cubicBezTo>
                    <a:cubicBezTo>
                      <a:pt x="153000" y="17582"/>
                      <a:pt x="153628" y="17254"/>
                      <a:pt x="154277" y="17254"/>
                    </a:cubicBezTo>
                    <a:cubicBezTo>
                      <a:pt x="154558" y="17254"/>
                      <a:pt x="154844" y="17316"/>
                      <a:pt x="155137" y="17493"/>
                    </a:cubicBezTo>
                    <a:cubicBezTo>
                      <a:pt x="155393" y="17649"/>
                      <a:pt x="155627" y="17726"/>
                      <a:pt x="155836" y="17726"/>
                    </a:cubicBezTo>
                    <a:cubicBezTo>
                      <a:pt x="156249" y="17726"/>
                      <a:pt x="156566" y="17427"/>
                      <a:pt x="156761" y="16853"/>
                    </a:cubicBezTo>
                    <a:cubicBezTo>
                      <a:pt x="157072" y="15920"/>
                      <a:pt x="157954" y="15505"/>
                      <a:pt x="158662" y="15039"/>
                    </a:cubicBezTo>
                    <a:cubicBezTo>
                      <a:pt x="158771" y="14969"/>
                      <a:pt x="158912" y="14953"/>
                      <a:pt x="159064" y="14953"/>
                    </a:cubicBezTo>
                    <a:cubicBezTo>
                      <a:pt x="159192" y="14953"/>
                      <a:pt x="159327" y="14964"/>
                      <a:pt x="159458" y="14964"/>
                    </a:cubicBezTo>
                    <a:cubicBezTo>
                      <a:pt x="159792" y="14964"/>
                      <a:pt x="160100" y="14892"/>
                      <a:pt x="160183" y="14382"/>
                    </a:cubicBezTo>
                    <a:cubicBezTo>
                      <a:pt x="160304" y="13501"/>
                      <a:pt x="159475" y="13310"/>
                      <a:pt x="158887" y="12965"/>
                    </a:cubicBezTo>
                    <a:cubicBezTo>
                      <a:pt x="158662" y="12827"/>
                      <a:pt x="158334" y="12550"/>
                      <a:pt x="158351" y="12395"/>
                    </a:cubicBezTo>
                    <a:cubicBezTo>
                      <a:pt x="158404" y="12154"/>
                      <a:pt x="158582" y="12097"/>
                      <a:pt x="158776" y="12097"/>
                    </a:cubicBezTo>
                    <a:cubicBezTo>
                      <a:pt x="158903" y="12097"/>
                      <a:pt x="159037" y="12122"/>
                      <a:pt x="159146" y="12135"/>
                    </a:cubicBezTo>
                    <a:cubicBezTo>
                      <a:pt x="160460" y="12308"/>
                      <a:pt x="161652" y="12999"/>
                      <a:pt x="163017" y="12999"/>
                    </a:cubicBezTo>
                    <a:cubicBezTo>
                      <a:pt x="163570" y="12999"/>
                      <a:pt x="163795" y="12913"/>
                      <a:pt x="164002" y="12274"/>
                    </a:cubicBezTo>
                    <a:cubicBezTo>
                      <a:pt x="164745" y="10182"/>
                      <a:pt x="163311" y="10010"/>
                      <a:pt x="161998" y="9923"/>
                    </a:cubicBezTo>
                    <a:cubicBezTo>
                      <a:pt x="160218" y="9820"/>
                      <a:pt x="158438" y="9543"/>
                      <a:pt x="156710" y="9076"/>
                    </a:cubicBezTo>
                    <a:cubicBezTo>
                      <a:pt x="153313" y="8169"/>
                      <a:pt x="149984" y="6872"/>
                      <a:pt x="146431" y="6872"/>
                    </a:cubicBezTo>
                    <a:cubicBezTo>
                      <a:pt x="145249" y="6872"/>
                      <a:pt x="144041" y="7016"/>
                      <a:pt x="142798" y="7366"/>
                    </a:cubicBezTo>
                    <a:cubicBezTo>
                      <a:pt x="142441" y="7468"/>
                      <a:pt x="142044" y="7507"/>
                      <a:pt x="141624" y="7507"/>
                    </a:cubicBezTo>
                    <a:cubicBezTo>
                      <a:pt x="140475" y="7507"/>
                      <a:pt x="139148" y="7211"/>
                      <a:pt x="137959" y="7072"/>
                    </a:cubicBezTo>
                    <a:cubicBezTo>
                      <a:pt x="135760" y="6810"/>
                      <a:pt x="133765" y="5577"/>
                      <a:pt x="131513" y="5577"/>
                    </a:cubicBezTo>
                    <a:cubicBezTo>
                      <a:pt x="131235" y="5577"/>
                      <a:pt x="130953" y="5596"/>
                      <a:pt x="130666" y="5637"/>
                    </a:cubicBezTo>
                    <a:cubicBezTo>
                      <a:pt x="130197" y="5701"/>
                      <a:pt x="129713" y="5752"/>
                      <a:pt x="129231" y="5752"/>
                    </a:cubicBezTo>
                    <a:cubicBezTo>
                      <a:pt x="128525" y="5752"/>
                      <a:pt x="127823" y="5641"/>
                      <a:pt x="127175" y="5292"/>
                    </a:cubicBezTo>
                    <a:cubicBezTo>
                      <a:pt x="124583" y="3857"/>
                      <a:pt x="121352" y="4808"/>
                      <a:pt x="118811" y="3097"/>
                    </a:cubicBezTo>
                    <a:cubicBezTo>
                      <a:pt x="118623" y="2965"/>
                      <a:pt x="118385" y="2894"/>
                      <a:pt x="118144" y="2894"/>
                    </a:cubicBezTo>
                    <a:cubicBezTo>
                      <a:pt x="117786" y="2894"/>
                      <a:pt x="117421" y="3050"/>
                      <a:pt x="117204" y="3391"/>
                    </a:cubicBezTo>
                    <a:cubicBezTo>
                      <a:pt x="116737" y="4117"/>
                      <a:pt x="117601" y="4134"/>
                      <a:pt x="117930" y="4462"/>
                    </a:cubicBezTo>
                    <a:cubicBezTo>
                      <a:pt x="118103" y="4670"/>
                      <a:pt x="118154" y="4946"/>
                      <a:pt x="118068" y="5188"/>
                    </a:cubicBezTo>
                    <a:cubicBezTo>
                      <a:pt x="117958" y="5398"/>
                      <a:pt x="116241" y="5510"/>
                      <a:pt x="114740" y="5510"/>
                    </a:cubicBezTo>
                    <a:cubicBezTo>
                      <a:pt x="113645" y="5510"/>
                      <a:pt x="112664" y="5450"/>
                      <a:pt x="112503" y="5326"/>
                    </a:cubicBezTo>
                    <a:cubicBezTo>
                      <a:pt x="111242" y="4410"/>
                      <a:pt x="109825" y="3719"/>
                      <a:pt x="108321" y="3287"/>
                    </a:cubicBezTo>
                    <a:cubicBezTo>
                      <a:pt x="108108" y="3224"/>
                      <a:pt x="107902" y="3198"/>
                      <a:pt x="107703" y="3198"/>
                    </a:cubicBezTo>
                    <a:cubicBezTo>
                      <a:pt x="106742" y="3198"/>
                      <a:pt x="105934" y="3807"/>
                      <a:pt x="105084" y="3807"/>
                    </a:cubicBezTo>
                    <a:cubicBezTo>
                      <a:pt x="105000" y="3807"/>
                      <a:pt x="104915" y="3801"/>
                      <a:pt x="104830" y="3788"/>
                    </a:cubicBezTo>
                    <a:cubicBezTo>
                      <a:pt x="102083" y="3391"/>
                      <a:pt x="99266" y="3909"/>
                      <a:pt x="96760" y="1559"/>
                    </a:cubicBezTo>
                    <a:cubicBezTo>
                      <a:pt x="95295" y="185"/>
                      <a:pt x="93272" y="50"/>
                      <a:pt x="91223" y="50"/>
                    </a:cubicBezTo>
                    <a:cubicBezTo>
                      <a:pt x="90718" y="50"/>
                      <a:pt x="90212" y="58"/>
                      <a:pt x="89713" y="58"/>
                    </a:cubicBezTo>
                    <a:cubicBezTo>
                      <a:pt x="89152" y="58"/>
                      <a:pt x="88600" y="48"/>
                      <a:pt x="88067" y="4"/>
                    </a:cubicBezTo>
                    <a:cubicBezTo>
                      <a:pt x="88037" y="2"/>
                      <a:pt x="88007" y="1"/>
                      <a:pt x="879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15"/>
              <p:cNvSpPr/>
              <p:nvPr/>
            </p:nvSpPr>
            <p:spPr>
              <a:xfrm>
                <a:off x="5913800" y="3523050"/>
                <a:ext cx="1109075" cy="813875"/>
              </a:xfrm>
              <a:custGeom>
                <a:rect b="b" l="l" r="r" t="t"/>
                <a:pathLst>
                  <a:path extrusionOk="0" h="32555" w="44363">
                    <a:moveTo>
                      <a:pt x="28245" y="1"/>
                    </a:moveTo>
                    <a:cubicBezTo>
                      <a:pt x="27747" y="1"/>
                      <a:pt x="27602" y="373"/>
                      <a:pt x="27634" y="804"/>
                    </a:cubicBezTo>
                    <a:cubicBezTo>
                      <a:pt x="27737" y="2117"/>
                      <a:pt x="27979" y="3482"/>
                      <a:pt x="27996" y="4778"/>
                    </a:cubicBezTo>
                    <a:cubicBezTo>
                      <a:pt x="28014" y="5660"/>
                      <a:pt x="28567" y="7094"/>
                      <a:pt x="27634" y="7267"/>
                    </a:cubicBezTo>
                    <a:cubicBezTo>
                      <a:pt x="27521" y="7286"/>
                      <a:pt x="27406" y="7295"/>
                      <a:pt x="27290" y="7295"/>
                    </a:cubicBezTo>
                    <a:cubicBezTo>
                      <a:pt x="25431" y="7295"/>
                      <a:pt x="23230" y="4918"/>
                      <a:pt x="23555" y="3275"/>
                    </a:cubicBezTo>
                    <a:cubicBezTo>
                      <a:pt x="23754" y="2264"/>
                      <a:pt x="23333" y="1317"/>
                      <a:pt x="22034" y="1317"/>
                    </a:cubicBezTo>
                    <a:cubicBezTo>
                      <a:pt x="21978" y="1317"/>
                      <a:pt x="21920" y="1318"/>
                      <a:pt x="21862" y="1322"/>
                    </a:cubicBezTo>
                    <a:cubicBezTo>
                      <a:pt x="21814" y="1325"/>
                      <a:pt x="21765" y="1327"/>
                      <a:pt x="21716" y="1327"/>
                    </a:cubicBezTo>
                    <a:cubicBezTo>
                      <a:pt x="20777" y="1327"/>
                      <a:pt x="19668" y="752"/>
                      <a:pt x="18692" y="752"/>
                    </a:cubicBezTo>
                    <a:cubicBezTo>
                      <a:pt x="18107" y="752"/>
                      <a:pt x="17570" y="958"/>
                      <a:pt x="17144" y="1616"/>
                    </a:cubicBezTo>
                    <a:cubicBezTo>
                      <a:pt x="16642" y="2376"/>
                      <a:pt x="15295" y="2826"/>
                      <a:pt x="15191" y="4035"/>
                    </a:cubicBezTo>
                    <a:cubicBezTo>
                      <a:pt x="15162" y="4430"/>
                      <a:pt x="15144" y="4616"/>
                      <a:pt x="15002" y="4616"/>
                    </a:cubicBezTo>
                    <a:cubicBezTo>
                      <a:pt x="14889" y="4616"/>
                      <a:pt x="14698" y="4499"/>
                      <a:pt x="14361" y="4277"/>
                    </a:cubicBezTo>
                    <a:cubicBezTo>
                      <a:pt x="13724" y="3844"/>
                      <a:pt x="13113" y="3612"/>
                      <a:pt x="12606" y="3612"/>
                    </a:cubicBezTo>
                    <a:cubicBezTo>
                      <a:pt x="12042" y="3612"/>
                      <a:pt x="11607" y="3900"/>
                      <a:pt x="11406" y="4519"/>
                    </a:cubicBezTo>
                    <a:cubicBezTo>
                      <a:pt x="10784" y="6334"/>
                      <a:pt x="8710" y="7215"/>
                      <a:pt x="8624" y="9392"/>
                    </a:cubicBezTo>
                    <a:cubicBezTo>
                      <a:pt x="8607" y="10153"/>
                      <a:pt x="7933" y="10619"/>
                      <a:pt x="7086" y="10879"/>
                    </a:cubicBezTo>
                    <a:cubicBezTo>
                      <a:pt x="5669" y="11311"/>
                      <a:pt x="4355" y="11864"/>
                      <a:pt x="3007" y="12382"/>
                    </a:cubicBezTo>
                    <a:cubicBezTo>
                      <a:pt x="1003" y="13160"/>
                      <a:pt x="0" y="16910"/>
                      <a:pt x="1538" y="19018"/>
                    </a:cubicBezTo>
                    <a:cubicBezTo>
                      <a:pt x="2835" y="20798"/>
                      <a:pt x="3128" y="22595"/>
                      <a:pt x="3992" y="24375"/>
                    </a:cubicBezTo>
                    <a:cubicBezTo>
                      <a:pt x="4494" y="25360"/>
                      <a:pt x="4424" y="26276"/>
                      <a:pt x="3750" y="26950"/>
                    </a:cubicBezTo>
                    <a:cubicBezTo>
                      <a:pt x="3353" y="27348"/>
                      <a:pt x="3509" y="27797"/>
                      <a:pt x="4148" y="28298"/>
                    </a:cubicBezTo>
                    <a:cubicBezTo>
                      <a:pt x="5020" y="28962"/>
                      <a:pt x="5824" y="29302"/>
                      <a:pt x="6549" y="29302"/>
                    </a:cubicBezTo>
                    <a:cubicBezTo>
                      <a:pt x="7089" y="29302"/>
                      <a:pt x="7586" y="29114"/>
                      <a:pt x="8036" y="28730"/>
                    </a:cubicBezTo>
                    <a:cubicBezTo>
                      <a:pt x="8740" y="28095"/>
                      <a:pt x="9643" y="27747"/>
                      <a:pt x="10576" y="27747"/>
                    </a:cubicBezTo>
                    <a:cubicBezTo>
                      <a:pt x="10811" y="27747"/>
                      <a:pt x="11049" y="27769"/>
                      <a:pt x="11285" y="27814"/>
                    </a:cubicBezTo>
                    <a:cubicBezTo>
                      <a:pt x="11420" y="27836"/>
                      <a:pt x="11551" y="27846"/>
                      <a:pt x="11676" y="27846"/>
                    </a:cubicBezTo>
                    <a:cubicBezTo>
                      <a:pt x="12065" y="27846"/>
                      <a:pt x="12402" y="27743"/>
                      <a:pt x="12650" y="27521"/>
                    </a:cubicBezTo>
                    <a:cubicBezTo>
                      <a:pt x="14551" y="25793"/>
                      <a:pt x="17368" y="25343"/>
                      <a:pt x="20047" y="24790"/>
                    </a:cubicBezTo>
                    <a:cubicBezTo>
                      <a:pt x="20247" y="24746"/>
                      <a:pt x="20464" y="24721"/>
                      <a:pt x="20691" y="24721"/>
                    </a:cubicBezTo>
                    <a:cubicBezTo>
                      <a:pt x="21623" y="24721"/>
                      <a:pt x="22712" y="25150"/>
                      <a:pt x="23365" y="26484"/>
                    </a:cubicBezTo>
                    <a:cubicBezTo>
                      <a:pt x="23667" y="27105"/>
                      <a:pt x="23855" y="28198"/>
                      <a:pt x="25083" y="28198"/>
                    </a:cubicBezTo>
                    <a:cubicBezTo>
                      <a:pt x="25120" y="28198"/>
                      <a:pt x="25158" y="28197"/>
                      <a:pt x="25197" y="28195"/>
                    </a:cubicBezTo>
                    <a:cubicBezTo>
                      <a:pt x="25345" y="28183"/>
                      <a:pt x="25455" y="28022"/>
                      <a:pt x="25593" y="28022"/>
                    </a:cubicBezTo>
                    <a:cubicBezTo>
                      <a:pt x="25664" y="28022"/>
                      <a:pt x="25742" y="28065"/>
                      <a:pt x="25836" y="28195"/>
                    </a:cubicBezTo>
                    <a:cubicBezTo>
                      <a:pt x="25923" y="28298"/>
                      <a:pt x="25767" y="28592"/>
                      <a:pt x="25612" y="28713"/>
                    </a:cubicBezTo>
                    <a:cubicBezTo>
                      <a:pt x="25318" y="28938"/>
                      <a:pt x="24903" y="29128"/>
                      <a:pt x="25283" y="29646"/>
                    </a:cubicBezTo>
                    <a:cubicBezTo>
                      <a:pt x="25508" y="29871"/>
                      <a:pt x="25802" y="30026"/>
                      <a:pt x="26113" y="30078"/>
                    </a:cubicBezTo>
                    <a:cubicBezTo>
                      <a:pt x="26172" y="30086"/>
                      <a:pt x="26229" y="30090"/>
                      <a:pt x="26283" y="30090"/>
                    </a:cubicBezTo>
                    <a:cubicBezTo>
                      <a:pt x="26710" y="30090"/>
                      <a:pt x="27006" y="29856"/>
                      <a:pt x="27098" y="29473"/>
                    </a:cubicBezTo>
                    <a:cubicBezTo>
                      <a:pt x="27115" y="29335"/>
                      <a:pt x="27098" y="29197"/>
                      <a:pt x="27029" y="29076"/>
                    </a:cubicBezTo>
                    <a:cubicBezTo>
                      <a:pt x="26976" y="28903"/>
                      <a:pt x="26992" y="28848"/>
                      <a:pt x="27041" y="28848"/>
                    </a:cubicBezTo>
                    <a:cubicBezTo>
                      <a:pt x="27105" y="28848"/>
                      <a:pt x="27225" y="28941"/>
                      <a:pt x="27322" y="28990"/>
                    </a:cubicBezTo>
                    <a:cubicBezTo>
                      <a:pt x="27824" y="29266"/>
                      <a:pt x="28463" y="29473"/>
                      <a:pt x="28169" y="30113"/>
                    </a:cubicBezTo>
                    <a:cubicBezTo>
                      <a:pt x="27945" y="30597"/>
                      <a:pt x="28117" y="31029"/>
                      <a:pt x="28809" y="31461"/>
                    </a:cubicBezTo>
                    <a:cubicBezTo>
                      <a:pt x="30199" y="32318"/>
                      <a:pt x="31628" y="32554"/>
                      <a:pt x="32898" y="32554"/>
                    </a:cubicBezTo>
                    <a:cubicBezTo>
                      <a:pt x="33522" y="32554"/>
                      <a:pt x="34108" y="32497"/>
                      <a:pt x="34633" y="32429"/>
                    </a:cubicBezTo>
                    <a:cubicBezTo>
                      <a:pt x="36672" y="32135"/>
                      <a:pt x="39299" y="31824"/>
                      <a:pt x="39299" y="29145"/>
                    </a:cubicBezTo>
                    <a:cubicBezTo>
                      <a:pt x="39299" y="28938"/>
                      <a:pt x="39541" y="28799"/>
                      <a:pt x="39592" y="28575"/>
                    </a:cubicBezTo>
                    <a:cubicBezTo>
                      <a:pt x="40024" y="26968"/>
                      <a:pt x="41804" y="26363"/>
                      <a:pt x="42496" y="24998"/>
                    </a:cubicBezTo>
                    <a:cubicBezTo>
                      <a:pt x="44224" y="21559"/>
                      <a:pt x="44362" y="17722"/>
                      <a:pt x="40232" y="13661"/>
                    </a:cubicBezTo>
                    <a:cubicBezTo>
                      <a:pt x="38953" y="12399"/>
                      <a:pt x="38037" y="10671"/>
                      <a:pt x="36309" y="9859"/>
                    </a:cubicBezTo>
                    <a:cubicBezTo>
                      <a:pt x="34494" y="9012"/>
                      <a:pt x="34080" y="7716"/>
                      <a:pt x="33509" y="6472"/>
                    </a:cubicBezTo>
                    <a:cubicBezTo>
                      <a:pt x="33388" y="5608"/>
                      <a:pt x="33008" y="4761"/>
                      <a:pt x="32213" y="4346"/>
                    </a:cubicBezTo>
                    <a:cubicBezTo>
                      <a:pt x="30658" y="3465"/>
                      <a:pt x="30278" y="2100"/>
                      <a:pt x="29414" y="942"/>
                    </a:cubicBezTo>
                    <a:cubicBezTo>
                      <a:pt x="29120" y="544"/>
                      <a:pt x="28947" y="78"/>
                      <a:pt x="28377" y="9"/>
                    </a:cubicBezTo>
                    <a:cubicBezTo>
                      <a:pt x="28330" y="3"/>
                      <a:pt x="28287" y="1"/>
                      <a:pt x="282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p15"/>
              <p:cNvSpPr/>
              <p:nvPr/>
            </p:nvSpPr>
            <p:spPr>
              <a:xfrm>
                <a:off x="6442175" y="3238700"/>
                <a:ext cx="571625" cy="311800"/>
              </a:xfrm>
              <a:custGeom>
                <a:rect b="b" l="l" r="r" t="t"/>
                <a:pathLst>
                  <a:path extrusionOk="0" h="12472" w="22865">
                    <a:moveTo>
                      <a:pt x="3070" y="1"/>
                    </a:moveTo>
                    <a:cubicBezTo>
                      <a:pt x="2939" y="1"/>
                      <a:pt x="2792" y="15"/>
                      <a:pt x="2627" y="46"/>
                    </a:cubicBezTo>
                    <a:cubicBezTo>
                      <a:pt x="1833" y="202"/>
                      <a:pt x="830" y="29"/>
                      <a:pt x="415" y="927"/>
                    </a:cubicBezTo>
                    <a:cubicBezTo>
                      <a:pt x="1" y="1826"/>
                      <a:pt x="934" y="1861"/>
                      <a:pt x="1400" y="2189"/>
                    </a:cubicBezTo>
                    <a:cubicBezTo>
                      <a:pt x="1504" y="2258"/>
                      <a:pt x="1366" y="2569"/>
                      <a:pt x="1435" y="2742"/>
                    </a:cubicBezTo>
                    <a:cubicBezTo>
                      <a:pt x="1757" y="3623"/>
                      <a:pt x="1963" y="4886"/>
                      <a:pt x="3062" y="4886"/>
                    </a:cubicBezTo>
                    <a:cubicBezTo>
                      <a:pt x="3084" y="4886"/>
                      <a:pt x="3106" y="4886"/>
                      <a:pt x="3129" y="4885"/>
                    </a:cubicBezTo>
                    <a:cubicBezTo>
                      <a:pt x="3207" y="4880"/>
                      <a:pt x="3284" y="4878"/>
                      <a:pt x="3360" y="4878"/>
                    </a:cubicBezTo>
                    <a:cubicBezTo>
                      <a:pt x="4698" y="4878"/>
                      <a:pt x="5731" y="5570"/>
                      <a:pt x="6810" y="6077"/>
                    </a:cubicBezTo>
                    <a:cubicBezTo>
                      <a:pt x="7328" y="6319"/>
                      <a:pt x="8019" y="7322"/>
                      <a:pt x="7207" y="8203"/>
                    </a:cubicBezTo>
                    <a:cubicBezTo>
                      <a:pt x="6913" y="8531"/>
                      <a:pt x="6948" y="8911"/>
                      <a:pt x="7121" y="9292"/>
                    </a:cubicBezTo>
                    <a:cubicBezTo>
                      <a:pt x="7274" y="9613"/>
                      <a:pt x="7597" y="9810"/>
                      <a:pt x="7934" y="9810"/>
                    </a:cubicBezTo>
                    <a:cubicBezTo>
                      <a:pt x="8014" y="9810"/>
                      <a:pt x="8095" y="9799"/>
                      <a:pt x="8175" y="9775"/>
                    </a:cubicBezTo>
                    <a:cubicBezTo>
                      <a:pt x="8275" y="9755"/>
                      <a:pt x="8368" y="9745"/>
                      <a:pt x="8457" y="9745"/>
                    </a:cubicBezTo>
                    <a:cubicBezTo>
                      <a:pt x="8811" y="9745"/>
                      <a:pt x="9087" y="9900"/>
                      <a:pt x="9419" y="10121"/>
                    </a:cubicBezTo>
                    <a:cubicBezTo>
                      <a:pt x="10079" y="10569"/>
                      <a:pt x="10930" y="10787"/>
                      <a:pt x="11688" y="10787"/>
                    </a:cubicBezTo>
                    <a:cubicBezTo>
                      <a:pt x="12538" y="10787"/>
                      <a:pt x="13270" y="10513"/>
                      <a:pt x="13480" y="9983"/>
                    </a:cubicBezTo>
                    <a:cubicBezTo>
                      <a:pt x="13648" y="9563"/>
                      <a:pt x="13555" y="9014"/>
                      <a:pt x="14230" y="9014"/>
                    </a:cubicBezTo>
                    <a:cubicBezTo>
                      <a:pt x="14250" y="9014"/>
                      <a:pt x="14271" y="9014"/>
                      <a:pt x="14293" y="9015"/>
                    </a:cubicBezTo>
                    <a:cubicBezTo>
                      <a:pt x="15036" y="9050"/>
                      <a:pt x="15381" y="9516"/>
                      <a:pt x="15450" y="10138"/>
                    </a:cubicBezTo>
                    <a:cubicBezTo>
                      <a:pt x="15640" y="11486"/>
                      <a:pt x="16522" y="11953"/>
                      <a:pt x="17697" y="11988"/>
                    </a:cubicBezTo>
                    <a:cubicBezTo>
                      <a:pt x="18224" y="11988"/>
                      <a:pt x="18870" y="12472"/>
                      <a:pt x="19366" y="12472"/>
                    </a:cubicBezTo>
                    <a:cubicBezTo>
                      <a:pt x="19602" y="12472"/>
                      <a:pt x="19804" y="12362"/>
                      <a:pt x="19944" y="12039"/>
                    </a:cubicBezTo>
                    <a:cubicBezTo>
                      <a:pt x="20289" y="11210"/>
                      <a:pt x="19287" y="10398"/>
                      <a:pt x="18596" y="9758"/>
                    </a:cubicBezTo>
                    <a:cubicBezTo>
                      <a:pt x="18164" y="9361"/>
                      <a:pt x="17420" y="8825"/>
                      <a:pt x="17749" y="8272"/>
                    </a:cubicBezTo>
                    <a:cubicBezTo>
                      <a:pt x="17984" y="7884"/>
                      <a:pt x="18253" y="7197"/>
                      <a:pt x="18937" y="7197"/>
                    </a:cubicBezTo>
                    <a:cubicBezTo>
                      <a:pt x="19107" y="7197"/>
                      <a:pt x="19302" y="7239"/>
                      <a:pt x="19529" y="7339"/>
                    </a:cubicBezTo>
                    <a:cubicBezTo>
                      <a:pt x="19732" y="7429"/>
                      <a:pt x="19935" y="7468"/>
                      <a:pt x="20135" y="7468"/>
                    </a:cubicBezTo>
                    <a:cubicBezTo>
                      <a:pt x="20854" y="7468"/>
                      <a:pt x="21544" y="6970"/>
                      <a:pt x="22138" y="6578"/>
                    </a:cubicBezTo>
                    <a:cubicBezTo>
                      <a:pt x="22795" y="6146"/>
                      <a:pt x="22864" y="5248"/>
                      <a:pt x="22311" y="4643"/>
                    </a:cubicBezTo>
                    <a:cubicBezTo>
                      <a:pt x="22115" y="4425"/>
                      <a:pt x="21948" y="4340"/>
                      <a:pt x="21799" y="4340"/>
                    </a:cubicBezTo>
                    <a:cubicBezTo>
                      <a:pt x="21465" y="4340"/>
                      <a:pt x="21227" y="4774"/>
                      <a:pt x="20963" y="5110"/>
                    </a:cubicBezTo>
                    <a:cubicBezTo>
                      <a:pt x="20756" y="5334"/>
                      <a:pt x="20479" y="5472"/>
                      <a:pt x="20168" y="5507"/>
                    </a:cubicBezTo>
                    <a:cubicBezTo>
                      <a:pt x="20112" y="5512"/>
                      <a:pt x="20051" y="5514"/>
                      <a:pt x="19986" y="5514"/>
                    </a:cubicBezTo>
                    <a:cubicBezTo>
                      <a:pt x="18639" y="5514"/>
                      <a:pt x="15548" y="4518"/>
                      <a:pt x="14344" y="3727"/>
                    </a:cubicBezTo>
                    <a:cubicBezTo>
                      <a:pt x="13999" y="3485"/>
                      <a:pt x="13636" y="3295"/>
                      <a:pt x="13238" y="3139"/>
                    </a:cubicBezTo>
                    <a:cubicBezTo>
                      <a:pt x="11925" y="2690"/>
                      <a:pt x="10473" y="2465"/>
                      <a:pt x="9298" y="1774"/>
                    </a:cubicBezTo>
                    <a:cubicBezTo>
                      <a:pt x="8770" y="1458"/>
                      <a:pt x="8301" y="1322"/>
                      <a:pt x="7877" y="1322"/>
                    </a:cubicBezTo>
                    <a:cubicBezTo>
                      <a:pt x="7093" y="1322"/>
                      <a:pt x="6459" y="1787"/>
                      <a:pt x="5876" y="2448"/>
                    </a:cubicBezTo>
                    <a:cubicBezTo>
                      <a:pt x="5497" y="2886"/>
                      <a:pt x="5240" y="3062"/>
                      <a:pt x="5050" y="3062"/>
                    </a:cubicBezTo>
                    <a:cubicBezTo>
                      <a:pt x="4739" y="3062"/>
                      <a:pt x="4614" y="2586"/>
                      <a:pt x="4442" y="2016"/>
                    </a:cubicBezTo>
                    <a:cubicBezTo>
                      <a:pt x="4193" y="1191"/>
                      <a:pt x="4266" y="1"/>
                      <a:pt x="30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p15"/>
              <p:cNvSpPr/>
              <p:nvPr/>
            </p:nvSpPr>
            <p:spPr>
              <a:xfrm>
                <a:off x="5898675" y="3029225"/>
                <a:ext cx="282150" cy="318450"/>
              </a:xfrm>
              <a:custGeom>
                <a:rect b="b" l="l" r="r" t="t"/>
                <a:pathLst>
                  <a:path extrusionOk="0" h="12738" w="11286">
                    <a:moveTo>
                      <a:pt x="8163" y="0"/>
                    </a:moveTo>
                    <a:cubicBezTo>
                      <a:pt x="7646" y="0"/>
                      <a:pt x="7307" y="634"/>
                      <a:pt x="7121" y="1115"/>
                    </a:cubicBezTo>
                    <a:cubicBezTo>
                      <a:pt x="6498" y="2618"/>
                      <a:pt x="5081" y="3362"/>
                      <a:pt x="4027" y="4450"/>
                    </a:cubicBezTo>
                    <a:cubicBezTo>
                      <a:pt x="3562" y="4916"/>
                      <a:pt x="2753" y="5709"/>
                      <a:pt x="2170" y="5709"/>
                    </a:cubicBezTo>
                    <a:cubicBezTo>
                      <a:pt x="2125" y="5709"/>
                      <a:pt x="2082" y="5704"/>
                      <a:pt x="2040" y="5695"/>
                    </a:cubicBezTo>
                    <a:cubicBezTo>
                      <a:pt x="1767" y="5631"/>
                      <a:pt x="1536" y="5602"/>
                      <a:pt x="1339" y="5602"/>
                    </a:cubicBezTo>
                    <a:cubicBezTo>
                      <a:pt x="150" y="5602"/>
                      <a:pt x="215" y="6659"/>
                      <a:pt x="52" y="7475"/>
                    </a:cubicBezTo>
                    <a:cubicBezTo>
                      <a:pt x="1" y="9410"/>
                      <a:pt x="1625" y="11518"/>
                      <a:pt x="3267" y="12123"/>
                    </a:cubicBezTo>
                    <a:cubicBezTo>
                      <a:pt x="3638" y="12262"/>
                      <a:pt x="4019" y="12277"/>
                      <a:pt x="4389" y="12277"/>
                    </a:cubicBezTo>
                    <a:cubicBezTo>
                      <a:pt x="4488" y="12277"/>
                      <a:pt x="4586" y="12276"/>
                      <a:pt x="4683" y="12276"/>
                    </a:cubicBezTo>
                    <a:cubicBezTo>
                      <a:pt x="5034" y="12276"/>
                      <a:pt x="5369" y="12290"/>
                      <a:pt x="5669" y="12417"/>
                    </a:cubicBezTo>
                    <a:cubicBezTo>
                      <a:pt x="6156" y="12630"/>
                      <a:pt x="6559" y="12738"/>
                      <a:pt x="6895" y="12738"/>
                    </a:cubicBezTo>
                    <a:cubicBezTo>
                      <a:pt x="7678" y="12738"/>
                      <a:pt x="8093" y="12148"/>
                      <a:pt x="8348" y="10914"/>
                    </a:cubicBezTo>
                    <a:cubicBezTo>
                      <a:pt x="8572" y="9773"/>
                      <a:pt x="9073" y="8235"/>
                      <a:pt x="9937" y="7786"/>
                    </a:cubicBezTo>
                    <a:cubicBezTo>
                      <a:pt x="11268" y="7094"/>
                      <a:pt x="10577" y="6697"/>
                      <a:pt x="10231" y="6023"/>
                    </a:cubicBezTo>
                    <a:cubicBezTo>
                      <a:pt x="9782" y="5124"/>
                      <a:pt x="8797" y="4278"/>
                      <a:pt x="10058" y="3189"/>
                    </a:cubicBezTo>
                    <a:cubicBezTo>
                      <a:pt x="10404" y="2895"/>
                      <a:pt x="11285" y="2618"/>
                      <a:pt x="10853" y="1945"/>
                    </a:cubicBezTo>
                    <a:cubicBezTo>
                      <a:pt x="10266" y="1063"/>
                      <a:pt x="9402" y="286"/>
                      <a:pt x="8348" y="26"/>
                    </a:cubicBezTo>
                    <a:cubicBezTo>
                      <a:pt x="8284" y="9"/>
                      <a:pt x="8222" y="0"/>
                      <a:pt x="81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15"/>
              <p:cNvSpPr/>
              <p:nvPr/>
            </p:nvSpPr>
            <p:spPr>
              <a:xfrm>
                <a:off x="5544400" y="3065225"/>
                <a:ext cx="541800" cy="430700"/>
              </a:xfrm>
              <a:custGeom>
                <a:rect b="b" l="l" r="r" t="t"/>
                <a:pathLst>
                  <a:path extrusionOk="0" h="17228" w="21672">
                    <a:moveTo>
                      <a:pt x="7484" y="4583"/>
                    </a:moveTo>
                    <a:lnTo>
                      <a:pt x="7484" y="4583"/>
                    </a:lnTo>
                    <a:cubicBezTo>
                      <a:pt x="7486" y="4586"/>
                      <a:pt x="7488" y="4589"/>
                      <a:pt x="7491" y="4592"/>
                    </a:cubicBezTo>
                    <a:lnTo>
                      <a:pt x="7491" y="4592"/>
                    </a:lnTo>
                    <a:cubicBezTo>
                      <a:pt x="7494" y="4595"/>
                      <a:pt x="7498" y="4597"/>
                      <a:pt x="7501" y="4600"/>
                    </a:cubicBezTo>
                    <a:lnTo>
                      <a:pt x="7484" y="4583"/>
                    </a:lnTo>
                    <a:close/>
                    <a:moveTo>
                      <a:pt x="1210" y="0"/>
                    </a:moveTo>
                    <a:cubicBezTo>
                      <a:pt x="910" y="0"/>
                      <a:pt x="646" y="84"/>
                      <a:pt x="415" y="314"/>
                    </a:cubicBezTo>
                    <a:cubicBezTo>
                      <a:pt x="1" y="712"/>
                      <a:pt x="260" y="1127"/>
                      <a:pt x="571" y="1403"/>
                    </a:cubicBezTo>
                    <a:cubicBezTo>
                      <a:pt x="1833" y="2561"/>
                      <a:pt x="2939" y="3874"/>
                      <a:pt x="3872" y="5309"/>
                    </a:cubicBezTo>
                    <a:cubicBezTo>
                      <a:pt x="5894" y="8264"/>
                      <a:pt x="6948" y="12014"/>
                      <a:pt x="10663" y="13552"/>
                    </a:cubicBezTo>
                    <a:cubicBezTo>
                      <a:pt x="10715" y="13587"/>
                      <a:pt x="10733" y="13656"/>
                      <a:pt x="10733" y="13725"/>
                    </a:cubicBezTo>
                    <a:cubicBezTo>
                      <a:pt x="10007" y="15522"/>
                      <a:pt x="11579" y="15401"/>
                      <a:pt x="12478" y="15660"/>
                    </a:cubicBezTo>
                    <a:cubicBezTo>
                      <a:pt x="14932" y="16334"/>
                      <a:pt x="17420" y="16801"/>
                      <a:pt x="19961" y="17043"/>
                    </a:cubicBezTo>
                    <a:cubicBezTo>
                      <a:pt x="20276" y="17079"/>
                      <a:pt x="20618" y="17227"/>
                      <a:pt x="20904" y="17227"/>
                    </a:cubicBezTo>
                    <a:cubicBezTo>
                      <a:pt x="21167" y="17227"/>
                      <a:pt x="21382" y="17101"/>
                      <a:pt x="21482" y="16645"/>
                    </a:cubicBezTo>
                    <a:cubicBezTo>
                      <a:pt x="21672" y="15816"/>
                      <a:pt x="20842" y="15626"/>
                      <a:pt x="20306" y="15280"/>
                    </a:cubicBezTo>
                    <a:cubicBezTo>
                      <a:pt x="18129" y="13932"/>
                      <a:pt x="15502" y="14347"/>
                      <a:pt x="13204" y="13448"/>
                    </a:cubicBezTo>
                    <a:cubicBezTo>
                      <a:pt x="13103" y="13410"/>
                      <a:pt x="12986" y="13400"/>
                      <a:pt x="12863" y="13400"/>
                    </a:cubicBezTo>
                    <a:cubicBezTo>
                      <a:pt x="12726" y="13400"/>
                      <a:pt x="12582" y="13412"/>
                      <a:pt x="12448" y="13412"/>
                    </a:cubicBezTo>
                    <a:cubicBezTo>
                      <a:pt x="12162" y="13412"/>
                      <a:pt x="11919" y="13355"/>
                      <a:pt x="11873" y="12999"/>
                    </a:cubicBezTo>
                    <a:cubicBezTo>
                      <a:pt x="11769" y="12221"/>
                      <a:pt x="11614" y="11288"/>
                      <a:pt x="12409" y="10666"/>
                    </a:cubicBezTo>
                    <a:cubicBezTo>
                      <a:pt x="12979" y="10199"/>
                      <a:pt x="12806" y="9836"/>
                      <a:pt x="12478" y="9249"/>
                    </a:cubicBezTo>
                    <a:cubicBezTo>
                      <a:pt x="11908" y="8195"/>
                      <a:pt x="10352" y="8558"/>
                      <a:pt x="10076" y="7849"/>
                    </a:cubicBezTo>
                    <a:cubicBezTo>
                      <a:pt x="9542" y="6419"/>
                      <a:pt x="8354" y="5659"/>
                      <a:pt x="7491" y="4592"/>
                    </a:cubicBezTo>
                    <a:lnTo>
                      <a:pt x="7491" y="4592"/>
                    </a:lnTo>
                    <a:cubicBezTo>
                      <a:pt x="6993" y="4179"/>
                      <a:pt x="6512" y="3733"/>
                      <a:pt x="5980" y="3339"/>
                    </a:cubicBezTo>
                    <a:cubicBezTo>
                      <a:pt x="4563" y="2285"/>
                      <a:pt x="3682" y="522"/>
                      <a:pt x="1763" y="72"/>
                    </a:cubicBezTo>
                    <a:cubicBezTo>
                      <a:pt x="1567" y="28"/>
                      <a:pt x="1383" y="0"/>
                      <a:pt x="12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p15"/>
              <p:cNvSpPr/>
              <p:nvPr/>
            </p:nvSpPr>
            <p:spPr>
              <a:xfrm>
                <a:off x="4388700" y="3530600"/>
                <a:ext cx="227275" cy="395425"/>
              </a:xfrm>
              <a:custGeom>
                <a:rect b="b" l="l" r="r" t="t"/>
                <a:pathLst>
                  <a:path extrusionOk="0" h="15817" w="9091">
                    <a:moveTo>
                      <a:pt x="7622" y="0"/>
                    </a:moveTo>
                    <a:cubicBezTo>
                      <a:pt x="7155" y="0"/>
                      <a:pt x="6965" y="363"/>
                      <a:pt x="6740" y="761"/>
                    </a:cubicBezTo>
                    <a:cubicBezTo>
                      <a:pt x="5963" y="2212"/>
                      <a:pt x="5323" y="3802"/>
                      <a:pt x="3405" y="4200"/>
                    </a:cubicBezTo>
                    <a:cubicBezTo>
                      <a:pt x="2645" y="4338"/>
                      <a:pt x="2247" y="4891"/>
                      <a:pt x="2109" y="5738"/>
                    </a:cubicBezTo>
                    <a:cubicBezTo>
                      <a:pt x="1781" y="7587"/>
                      <a:pt x="1971" y="9471"/>
                      <a:pt x="917" y="11285"/>
                    </a:cubicBezTo>
                    <a:cubicBezTo>
                      <a:pt x="1" y="12910"/>
                      <a:pt x="1660" y="15813"/>
                      <a:pt x="3077" y="15813"/>
                    </a:cubicBezTo>
                    <a:cubicBezTo>
                      <a:pt x="3125" y="15815"/>
                      <a:pt x="3172" y="15816"/>
                      <a:pt x="3219" y="15816"/>
                    </a:cubicBezTo>
                    <a:cubicBezTo>
                      <a:pt x="4640" y="15816"/>
                      <a:pt x="5279" y="14808"/>
                      <a:pt x="5496" y="13670"/>
                    </a:cubicBezTo>
                    <a:cubicBezTo>
                      <a:pt x="6049" y="11095"/>
                      <a:pt x="7034" y="8676"/>
                      <a:pt x="8002" y="6256"/>
                    </a:cubicBezTo>
                    <a:cubicBezTo>
                      <a:pt x="8745" y="4373"/>
                      <a:pt x="9091" y="2645"/>
                      <a:pt x="8192" y="778"/>
                    </a:cubicBezTo>
                    <a:cubicBezTo>
                      <a:pt x="8054" y="467"/>
                      <a:pt x="8106" y="18"/>
                      <a:pt x="76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p15"/>
              <p:cNvSpPr/>
              <p:nvPr/>
            </p:nvSpPr>
            <p:spPr>
              <a:xfrm>
                <a:off x="6438300" y="1893850"/>
                <a:ext cx="267450" cy="418275"/>
              </a:xfrm>
              <a:custGeom>
                <a:rect b="b" l="l" r="r" t="t"/>
                <a:pathLst>
                  <a:path extrusionOk="0" h="16731" w="10698">
                    <a:moveTo>
                      <a:pt x="4909" y="1"/>
                    </a:moveTo>
                    <a:cubicBezTo>
                      <a:pt x="4667" y="1"/>
                      <a:pt x="4504" y="61"/>
                      <a:pt x="4562" y="216"/>
                    </a:cubicBezTo>
                    <a:cubicBezTo>
                      <a:pt x="5064" y="1633"/>
                      <a:pt x="3992" y="3465"/>
                      <a:pt x="5444" y="4502"/>
                    </a:cubicBezTo>
                    <a:cubicBezTo>
                      <a:pt x="6654" y="5366"/>
                      <a:pt x="6515" y="6627"/>
                      <a:pt x="6913" y="7647"/>
                    </a:cubicBezTo>
                    <a:cubicBezTo>
                      <a:pt x="6804" y="8207"/>
                      <a:pt x="6835" y="9062"/>
                      <a:pt x="6426" y="9062"/>
                    </a:cubicBezTo>
                    <a:cubicBezTo>
                      <a:pt x="6380" y="9062"/>
                      <a:pt x="6330" y="9052"/>
                      <a:pt x="6273" y="9029"/>
                    </a:cubicBezTo>
                    <a:cubicBezTo>
                      <a:pt x="6019" y="8928"/>
                      <a:pt x="5817" y="8884"/>
                      <a:pt x="5657" y="8884"/>
                    </a:cubicBezTo>
                    <a:cubicBezTo>
                      <a:pt x="5131" y="8884"/>
                      <a:pt x="5047" y="9360"/>
                      <a:pt x="4995" y="9876"/>
                    </a:cubicBezTo>
                    <a:cubicBezTo>
                      <a:pt x="4925" y="10533"/>
                      <a:pt x="4614" y="10757"/>
                      <a:pt x="4044" y="10896"/>
                    </a:cubicBezTo>
                    <a:cubicBezTo>
                      <a:pt x="726" y="11673"/>
                      <a:pt x="0" y="13229"/>
                      <a:pt x="1659" y="16028"/>
                    </a:cubicBezTo>
                    <a:cubicBezTo>
                      <a:pt x="1834" y="16314"/>
                      <a:pt x="1935" y="16730"/>
                      <a:pt x="2351" y="16730"/>
                    </a:cubicBezTo>
                    <a:cubicBezTo>
                      <a:pt x="2389" y="16730"/>
                      <a:pt x="2429" y="16727"/>
                      <a:pt x="2471" y="16720"/>
                    </a:cubicBezTo>
                    <a:cubicBezTo>
                      <a:pt x="3007" y="16633"/>
                      <a:pt x="3197" y="16236"/>
                      <a:pt x="3301" y="15752"/>
                    </a:cubicBezTo>
                    <a:cubicBezTo>
                      <a:pt x="3405" y="15251"/>
                      <a:pt x="3301" y="14784"/>
                      <a:pt x="4009" y="14542"/>
                    </a:cubicBezTo>
                    <a:cubicBezTo>
                      <a:pt x="5651" y="13955"/>
                      <a:pt x="7241" y="13194"/>
                      <a:pt x="8866" y="12555"/>
                    </a:cubicBezTo>
                    <a:cubicBezTo>
                      <a:pt x="9298" y="12399"/>
                      <a:pt x="9643" y="12261"/>
                      <a:pt x="9799" y="11829"/>
                    </a:cubicBezTo>
                    <a:cubicBezTo>
                      <a:pt x="10300" y="10308"/>
                      <a:pt x="8866" y="5746"/>
                      <a:pt x="7604" y="4709"/>
                    </a:cubicBezTo>
                    <a:cubicBezTo>
                      <a:pt x="7397" y="4536"/>
                      <a:pt x="6809" y="4571"/>
                      <a:pt x="7016" y="4139"/>
                    </a:cubicBezTo>
                    <a:cubicBezTo>
                      <a:pt x="7082" y="4008"/>
                      <a:pt x="7166" y="3963"/>
                      <a:pt x="7262" y="3963"/>
                    </a:cubicBezTo>
                    <a:cubicBezTo>
                      <a:pt x="7468" y="3963"/>
                      <a:pt x="7725" y="4173"/>
                      <a:pt x="7950" y="4173"/>
                    </a:cubicBezTo>
                    <a:cubicBezTo>
                      <a:pt x="7979" y="4174"/>
                      <a:pt x="8009" y="4175"/>
                      <a:pt x="8039" y="4175"/>
                    </a:cubicBezTo>
                    <a:cubicBezTo>
                      <a:pt x="9008" y="4175"/>
                      <a:pt x="9913" y="3634"/>
                      <a:pt x="10265" y="2946"/>
                    </a:cubicBezTo>
                    <a:cubicBezTo>
                      <a:pt x="10697" y="2117"/>
                      <a:pt x="9695" y="1667"/>
                      <a:pt x="8987" y="1581"/>
                    </a:cubicBezTo>
                    <a:cubicBezTo>
                      <a:pt x="7811" y="1443"/>
                      <a:pt x="6930" y="786"/>
                      <a:pt x="5962" y="250"/>
                    </a:cubicBezTo>
                    <a:cubicBezTo>
                      <a:pt x="5704" y="111"/>
                      <a:pt x="5235" y="1"/>
                      <a:pt x="490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15"/>
              <p:cNvSpPr/>
              <p:nvPr/>
            </p:nvSpPr>
            <p:spPr>
              <a:xfrm>
                <a:off x="6901875" y="4220725"/>
                <a:ext cx="468775" cy="354550"/>
              </a:xfrm>
              <a:custGeom>
                <a:rect b="b" l="l" r="r" t="t"/>
                <a:pathLst>
                  <a:path extrusionOk="0" h="14182" w="18751">
                    <a:moveTo>
                      <a:pt x="15666" y="0"/>
                    </a:moveTo>
                    <a:cubicBezTo>
                      <a:pt x="15588" y="0"/>
                      <a:pt x="15504" y="9"/>
                      <a:pt x="15415" y="28"/>
                    </a:cubicBezTo>
                    <a:cubicBezTo>
                      <a:pt x="14690" y="184"/>
                      <a:pt x="14759" y="772"/>
                      <a:pt x="14897" y="1290"/>
                    </a:cubicBezTo>
                    <a:cubicBezTo>
                      <a:pt x="15294" y="2845"/>
                      <a:pt x="14880" y="4038"/>
                      <a:pt x="13463" y="4850"/>
                    </a:cubicBezTo>
                    <a:cubicBezTo>
                      <a:pt x="13013" y="5109"/>
                      <a:pt x="12823" y="5472"/>
                      <a:pt x="13065" y="5991"/>
                    </a:cubicBezTo>
                    <a:cubicBezTo>
                      <a:pt x="13324" y="6578"/>
                      <a:pt x="12823" y="6803"/>
                      <a:pt x="12512" y="7097"/>
                    </a:cubicBezTo>
                    <a:cubicBezTo>
                      <a:pt x="12410" y="7191"/>
                      <a:pt x="12303" y="7233"/>
                      <a:pt x="12200" y="7233"/>
                    </a:cubicBezTo>
                    <a:cubicBezTo>
                      <a:pt x="12041" y="7233"/>
                      <a:pt x="11891" y="7133"/>
                      <a:pt x="11786" y="6976"/>
                    </a:cubicBezTo>
                    <a:cubicBezTo>
                      <a:pt x="11531" y="6610"/>
                      <a:pt x="11284" y="6477"/>
                      <a:pt x="11039" y="6477"/>
                    </a:cubicBezTo>
                    <a:cubicBezTo>
                      <a:pt x="10705" y="6477"/>
                      <a:pt x="10373" y="6726"/>
                      <a:pt x="10024" y="6976"/>
                    </a:cubicBezTo>
                    <a:cubicBezTo>
                      <a:pt x="8797" y="7891"/>
                      <a:pt x="7811" y="9188"/>
                      <a:pt x="6308" y="9637"/>
                    </a:cubicBezTo>
                    <a:cubicBezTo>
                      <a:pt x="4303" y="10242"/>
                      <a:pt x="2696" y="11572"/>
                      <a:pt x="812" y="12385"/>
                    </a:cubicBezTo>
                    <a:cubicBezTo>
                      <a:pt x="242" y="12627"/>
                      <a:pt x="0" y="13214"/>
                      <a:pt x="692" y="13577"/>
                    </a:cubicBezTo>
                    <a:cubicBezTo>
                      <a:pt x="1262" y="13888"/>
                      <a:pt x="1936" y="13992"/>
                      <a:pt x="2610" y="14182"/>
                    </a:cubicBezTo>
                    <a:cubicBezTo>
                      <a:pt x="3819" y="13854"/>
                      <a:pt x="4943" y="13249"/>
                      <a:pt x="5893" y="12436"/>
                    </a:cubicBezTo>
                    <a:cubicBezTo>
                      <a:pt x="7829" y="10743"/>
                      <a:pt x="10144" y="9447"/>
                      <a:pt x="12357" y="8496"/>
                    </a:cubicBezTo>
                    <a:cubicBezTo>
                      <a:pt x="14396" y="7615"/>
                      <a:pt x="15847" y="6042"/>
                      <a:pt x="17817" y="5213"/>
                    </a:cubicBezTo>
                    <a:cubicBezTo>
                      <a:pt x="18301" y="4988"/>
                      <a:pt x="18751" y="4452"/>
                      <a:pt x="18612" y="3848"/>
                    </a:cubicBezTo>
                    <a:cubicBezTo>
                      <a:pt x="18539" y="3538"/>
                      <a:pt x="18402" y="3442"/>
                      <a:pt x="18239" y="3442"/>
                    </a:cubicBezTo>
                    <a:cubicBezTo>
                      <a:pt x="18019" y="3442"/>
                      <a:pt x="17752" y="3615"/>
                      <a:pt x="17524" y="3675"/>
                    </a:cubicBezTo>
                    <a:cubicBezTo>
                      <a:pt x="17487" y="3682"/>
                      <a:pt x="17451" y="3686"/>
                      <a:pt x="17417" y="3686"/>
                    </a:cubicBezTo>
                    <a:cubicBezTo>
                      <a:pt x="17207" y="3686"/>
                      <a:pt x="17050" y="3554"/>
                      <a:pt x="17109" y="3346"/>
                    </a:cubicBezTo>
                    <a:cubicBezTo>
                      <a:pt x="17385" y="2431"/>
                      <a:pt x="16625" y="1791"/>
                      <a:pt x="16556" y="962"/>
                    </a:cubicBezTo>
                    <a:cubicBezTo>
                      <a:pt x="16526" y="461"/>
                      <a:pt x="16229" y="0"/>
                      <a:pt x="156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p15"/>
              <p:cNvSpPr/>
              <p:nvPr/>
            </p:nvSpPr>
            <p:spPr>
              <a:xfrm>
                <a:off x="6306100" y="2654825"/>
                <a:ext cx="232875" cy="385425"/>
              </a:xfrm>
              <a:custGeom>
                <a:rect b="b" l="l" r="r" t="t"/>
                <a:pathLst>
                  <a:path extrusionOk="0" h="15417" w="9315">
                    <a:moveTo>
                      <a:pt x="6907" y="9941"/>
                    </a:moveTo>
                    <a:cubicBezTo>
                      <a:pt x="6738" y="10523"/>
                      <a:pt x="6645" y="11167"/>
                      <a:pt x="5910" y="11304"/>
                    </a:cubicBezTo>
                    <a:cubicBezTo>
                      <a:pt x="5905" y="11305"/>
                      <a:pt x="5899" y="11305"/>
                      <a:pt x="5892" y="11305"/>
                    </a:cubicBezTo>
                    <a:cubicBezTo>
                      <a:pt x="5767" y="11305"/>
                      <a:pt x="5547" y="11146"/>
                      <a:pt x="5547" y="11097"/>
                    </a:cubicBezTo>
                    <a:cubicBezTo>
                      <a:pt x="5616" y="10270"/>
                      <a:pt x="6304" y="10147"/>
                      <a:pt x="6907" y="9941"/>
                    </a:cubicBezTo>
                    <a:close/>
                    <a:moveTo>
                      <a:pt x="2345" y="1"/>
                    </a:moveTo>
                    <a:cubicBezTo>
                      <a:pt x="2049" y="1"/>
                      <a:pt x="1708" y="93"/>
                      <a:pt x="1419" y="93"/>
                    </a:cubicBezTo>
                    <a:cubicBezTo>
                      <a:pt x="1383" y="93"/>
                      <a:pt x="1348" y="92"/>
                      <a:pt x="1313" y="88"/>
                    </a:cubicBezTo>
                    <a:cubicBezTo>
                      <a:pt x="1306" y="88"/>
                      <a:pt x="1299" y="88"/>
                      <a:pt x="1292" y="88"/>
                    </a:cubicBezTo>
                    <a:cubicBezTo>
                      <a:pt x="885" y="88"/>
                      <a:pt x="504" y="561"/>
                      <a:pt x="639" y="883"/>
                    </a:cubicBezTo>
                    <a:cubicBezTo>
                      <a:pt x="1244" y="2283"/>
                      <a:pt x="0" y="3977"/>
                      <a:pt x="1348" y="5273"/>
                    </a:cubicBezTo>
                    <a:cubicBezTo>
                      <a:pt x="1538" y="5446"/>
                      <a:pt x="1383" y="5964"/>
                      <a:pt x="1538" y="6241"/>
                    </a:cubicBezTo>
                    <a:cubicBezTo>
                      <a:pt x="1851" y="6738"/>
                      <a:pt x="1941" y="7889"/>
                      <a:pt x="2501" y="7889"/>
                    </a:cubicBezTo>
                    <a:cubicBezTo>
                      <a:pt x="2623" y="7889"/>
                      <a:pt x="2766" y="7836"/>
                      <a:pt x="2938" y="7710"/>
                    </a:cubicBezTo>
                    <a:cubicBezTo>
                      <a:pt x="3345" y="7411"/>
                      <a:pt x="3664" y="7306"/>
                      <a:pt x="3951" y="7306"/>
                    </a:cubicBezTo>
                    <a:cubicBezTo>
                      <a:pt x="4345" y="7306"/>
                      <a:pt x="4678" y="7505"/>
                      <a:pt x="5098" y="7675"/>
                    </a:cubicBezTo>
                    <a:cubicBezTo>
                      <a:pt x="5375" y="7796"/>
                      <a:pt x="5651" y="7848"/>
                      <a:pt x="5668" y="8176"/>
                    </a:cubicBezTo>
                    <a:cubicBezTo>
                      <a:pt x="5668" y="8297"/>
                      <a:pt x="5547" y="8401"/>
                      <a:pt x="5478" y="8504"/>
                    </a:cubicBezTo>
                    <a:cubicBezTo>
                      <a:pt x="5288" y="8384"/>
                      <a:pt x="5098" y="8263"/>
                      <a:pt x="4908" y="8107"/>
                    </a:cubicBezTo>
                    <a:cubicBezTo>
                      <a:pt x="4670" y="7869"/>
                      <a:pt x="4349" y="7740"/>
                      <a:pt x="4020" y="7740"/>
                    </a:cubicBezTo>
                    <a:cubicBezTo>
                      <a:pt x="3895" y="7740"/>
                      <a:pt x="3770" y="7758"/>
                      <a:pt x="3646" y="7796"/>
                    </a:cubicBezTo>
                    <a:cubicBezTo>
                      <a:pt x="3059" y="7951"/>
                      <a:pt x="3284" y="8470"/>
                      <a:pt x="3249" y="8850"/>
                    </a:cubicBezTo>
                    <a:cubicBezTo>
                      <a:pt x="3180" y="10008"/>
                      <a:pt x="4701" y="11270"/>
                      <a:pt x="4580" y="11408"/>
                    </a:cubicBezTo>
                    <a:cubicBezTo>
                      <a:pt x="3042" y="13170"/>
                      <a:pt x="4251" y="13205"/>
                      <a:pt x="5599" y="13758"/>
                    </a:cubicBezTo>
                    <a:cubicBezTo>
                      <a:pt x="6014" y="13948"/>
                      <a:pt x="6429" y="15244"/>
                      <a:pt x="7379" y="15400"/>
                    </a:cubicBezTo>
                    <a:cubicBezTo>
                      <a:pt x="7454" y="15411"/>
                      <a:pt x="7523" y="15417"/>
                      <a:pt x="7586" y="15417"/>
                    </a:cubicBezTo>
                    <a:cubicBezTo>
                      <a:pt x="8462" y="15417"/>
                      <a:pt x="8316" y="14362"/>
                      <a:pt x="8606" y="13879"/>
                    </a:cubicBezTo>
                    <a:cubicBezTo>
                      <a:pt x="9315" y="12687"/>
                      <a:pt x="8554" y="11529"/>
                      <a:pt x="8105" y="10423"/>
                    </a:cubicBezTo>
                    <a:cubicBezTo>
                      <a:pt x="7967" y="10058"/>
                      <a:pt x="7709" y="9812"/>
                      <a:pt x="7353" y="9812"/>
                    </a:cubicBezTo>
                    <a:cubicBezTo>
                      <a:pt x="7222" y="9812"/>
                      <a:pt x="7078" y="9845"/>
                      <a:pt x="6922" y="9917"/>
                    </a:cubicBezTo>
                    <a:lnTo>
                      <a:pt x="6922" y="9917"/>
                    </a:lnTo>
                    <a:cubicBezTo>
                      <a:pt x="7290" y="9072"/>
                      <a:pt x="8114" y="7913"/>
                      <a:pt x="7103" y="7433"/>
                    </a:cubicBezTo>
                    <a:cubicBezTo>
                      <a:pt x="5789" y="6828"/>
                      <a:pt x="5530" y="5048"/>
                      <a:pt x="3854" y="4927"/>
                    </a:cubicBezTo>
                    <a:cubicBezTo>
                      <a:pt x="3335" y="4893"/>
                      <a:pt x="2886" y="4167"/>
                      <a:pt x="3318" y="3424"/>
                    </a:cubicBezTo>
                    <a:cubicBezTo>
                      <a:pt x="3975" y="2318"/>
                      <a:pt x="3353" y="1298"/>
                      <a:pt x="2955" y="348"/>
                    </a:cubicBezTo>
                    <a:cubicBezTo>
                      <a:pt x="2833" y="73"/>
                      <a:pt x="2607" y="1"/>
                      <a:pt x="23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p15"/>
              <p:cNvSpPr/>
              <p:nvPr/>
            </p:nvSpPr>
            <p:spPr>
              <a:xfrm>
                <a:off x="6139750" y="3178550"/>
                <a:ext cx="185375" cy="227425"/>
              </a:xfrm>
              <a:custGeom>
                <a:rect b="b" l="l" r="r" t="t"/>
                <a:pathLst>
                  <a:path extrusionOk="0" h="9097" w="7415">
                    <a:moveTo>
                      <a:pt x="6576" y="0"/>
                    </a:moveTo>
                    <a:cubicBezTo>
                      <a:pt x="6440" y="0"/>
                      <a:pt x="6314" y="46"/>
                      <a:pt x="6222" y="154"/>
                    </a:cubicBezTo>
                    <a:cubicBezTo>
                      <a:pt x="5928" y="483"/>
                      <a:pt x="5611" y="592"/>
                      <a:pt x="5290" y="592"/>
                    </a:cubicBezTo>
                    <a:cubicBezTo>
                      <a:pt x="4988" y="592"/>
                      <a:pt x="4683" y="496"/>
                      <a:pt x="4390" y="396"/>
                    </a:cubicBezTo>
                    <a:cubicBezTo>
                      <a:pt x="3964" y="242"/>
                      <a:pt x="3597" y="173"/>
                      <a:pt x="3279" y="173"/>
                    </a:cubicBezTo>
                    <a:cubicBezTo>
                      <a:pt x="1986" y="173"/>
                      <a:pt x="1492" y="1318"/>
                      <a:pt x="1020" y="2608"/>
                    </a:cubicBezTo>
                    <a:cubicBezTo>
                      <a:pt x="364" y="4353"/>
                      <a:pt x="1" y="6064"/>
                      <a:pt x="796" y="7360"/>
                    </a:cubicBezTo>
                    <a:cubicBezTo>
                      <a:pt x="847" y="8362"/>
                      <a:pt x="761" y="8984"/>
                      <a:pt x="1470" y="9088"/>
                    </a:cubicBezTo>
                    <a:cubicBezTo>
                      <a:pt x="1519" y="9094"/>
                      <a:pt x="1568" y="9097"/>
                      <a:pt x="1614" y="9097"/>
                    </a:cubicBezTo>
                    <a:cubicBezTo>
                      <a:pt x="2117" y="9097"/>
                      <a:pt x="2435" y="8762"/>
                      <a:pt x="2593" y="8224"/>
                    </a:cubicBezTo>
                    <a:cubicBezTo>
                      <a:pt x="2634" y="8075"/>
                      <a:pt x="2578" y="7743"/>
                      <a:pt x="2746" y="7743"/>
                    </a:cubicBezTo>
                    <a:cubicBezTo>
                      <a:pt x="2792" y="7743"/>
                      <a:pt x="2854" y="7768"/>
                      <a:pt x="2938" y="7827"/>
                    </a:cubicBezTo>
                    <a:cubicBezTo>
                      <a:pt x="3173" y="7995"/>
                      <a:pt x="3380" y="8062"/>
                      <a:pt x="3567" y="8062"/>
                    </a:cubicBezTo>
                    <a:cubicBezTo>
                      <a:pt x="4013" y="8062"/>
                      <a:pt x="4340" y="7677"/>
                      <a:pt x="4632" y="7360"/>
                    </a:cubicBezTo>
                    <a:cubicBezTo>
                      <a:pt x="5116" y="6842"/>
                      <a:pt x="4563" y="6358"/>
                      <a:pt x="4373" y="5839"/>
                    </a:cubicBezTo>
                    <a:cubicBezTo>
                      <a:pt x="4183" y="5321"/>
                      <a:pt x="3491" y="4750"/>
                      <a:pt x="4442" y="4249"/>
                    </a:cubicBezTo>
                    <a:cubicBezTo>
                      <a:pt x="4943" y="3990"/>
                      <a:pt x="5790" y="3852"/>
                      <a:pt x="5427" y="3057"/>
                    </a:cubicBezTo>
                    <a:cubicBezTo>
                      <a:pt x="5274" y="2713"/>
                      <a:pt x="5030" y="2616"/>
                      <a:pt x="4752" y="2616"/>
                    </a:cubicBezTo>
                    <a:cubicBezTo>
                      <a:pt x="4400" y="2616"/>
                      <a:pt x="3994" y="2771"/>
                      <a:pt x="3647" y="2780"/>
                    </a:cubicBezTo>
                    <a:cubicBezTo>
                      <a:pt x="3388" y="2815"/>
                      <a:pt x="3129" y="2850"/>
                      <a:pt x="2887" y="2919"/>
                    </a:cubicBezTo>
                    <a:cubicBezTo>
                      <a:pt x="2887" y="2746"/>
                      <a:pt x="2800" y="2487"/>
                      <a:pt x="2887" y="2435"/>
                    </a:cubicBezTo>
                    <a:cubicBezTo>
                      <a:pt x="3111" y="2262"/>
                      <a:pt x="3405" y="2037"/>
                      <a:pt x="3664" y="2037"/>
                    </a:cubicBezTo>
                    <a:cubicBezTo>
                      <a:pt x="4321" y="2055"/>
                      <a:pt x="4995" y="2262"/>
                      <a:pt x="5634" y="2262"/>
                    </a:cubicBezTo>
                    <a:cubicBezTo>
                      <a:pt x="6481" y="2262"/>
                      <a:pt x="6861" y="1553"/>
                      <a:pt x="7242" y="931"/>
                    </a:cubicBezTo>
                    <a:cubicBezTo>
                      <a:pt x="7414" y="689"/>
                      <a:pt x="7328" y="344"/>
                      <a:pt x="7086" y="188"/>
                    </a:cubicBezTo>
                    <a:cubicBezTo>
                      <a:pt x="6932" y="73"/>
                      <a:pt x="6746" y="0"/>
                      <a:pt x="65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p15"/>
              <p:cNvSpPr/>
              <p:nvPr/>
            </p:nvSpPr>
            <p:spPr>
              <a:xfrm>
                <a:off x="4320000" y="1079225"/>
                <a:ext cx="260125" cy="163000"/>
              </a:xfrm>
              <a:custGeom>
                <a:rect b="b" l="l" r="r" t="t"/>
                <a:pathLst>
                  <a:path extrusionOk="0" h="6520" w="10405">
                    <a:moveTo>
                      <a:pt x="8970" y="1"/>
                    </a:moveTo>
                    <a:cubicBezTo>
                      <a:pt x="6620" y="778"/>
                      <a:pt x="3786" y="294"/>
                      <a:pt x="1764" y="2576"/>
                    </a:cubicBezTo>
                    <a:cubicBezTo>
                      <a:pt x="502" y="3993"/>
                      <a:pt x="1" y="5410"/>
                      <a:pt x="1038" y="5876"/>
                    </a:cubicBezTo>
                    <a:cubicBezTo>
                      <a:pt x="2057" y="6274"/>
                      <a:pt x="3146" y="6499"/>
                      <a:pt x="4252" y="6516"/>
                    </a:cubicBezTo>
                    <a:cubicBezTo>
                      <a:pt x="4303" y="6518"/>
                      <a:pt x="4355" y="6520"/>
                      <a:pt x="4406" y="6520"/>
                    </a:cubicBezTo>
                    <a:cubicBezTo>
                      <a:pt x="4717" y="6520"/>
                      <a:pt x="5012" y="6455"/>
                      <a:pt x="5116" y="6084"/>
                    </a:cubicBezTo>
                    <a:cubicBezTo>
                      <a:pt x="5237" y="5652"/>
                      <a:pt x="4892" y="5479"/>
                      <a:pt x="4563" y="5323"/>
                    </a:cubicBezTo>
                    <a:cubicBezTo>
                      <a:pt x="3094" y="4598"/>
                      <a:pt x="3630" y="3924"/>
                      <a:pt x="4598" y="3198"/>
                    </a:cubicBezTo>
                    <a:cubicBezTo>
                      <a:pt x="5980" y="2144"/>
                      <a:pt x="7726" y="2126"/>
                      <a:pt x="9264" y="1487"/>
                    </a:cubicBezTo>
                    <a:cubicBezTo>
                      <a:pt x="9696" y="1331"/>
                      <a:pt x="10404" y="1556"/>
                      <a:pt x="10352" y="796"/>
                    </a:cubicBezTo>
                    <a:cubicBezTo>
                      <a:pt x="10301" y="35"/>
                      <a:pt x="9627" y="70"/>
                      <a:pt x="89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p15"/>
              <p:cNvSpPr/>
              <p:nvPr/>
            </p:nvSpPr>
            <p:spPr>
              <a:xfrm>
                <a:off x="3605850" y="1017225"/>
                <a:ext cx="246275" cy="88775"/>
              </a:xfrm>
              <a:custGeom>
                <a:rect b="b" l="l" r="r" t="t"/>
                <a:pathLst>
                  <a:path extrusionOk="0" h="3551" w="9851">
                    <a:moveTo>
                      <a:pt x="3896" y="1"/>
                    </a:moveTo>
                    <a:cubicBezTo>
                      <a:pt x="2951" y="1"/>
                      <a:pt x="1998" y="113"/>
                      <a:pt x="1055" y="130"/>
                    </a:cubicBezTo>
                    <a:cubicBezTo>
                      <a:pt x="674" y="130"/>
                      <a:pt x="260" y="217"/>
                      <a:pt x="121" y="649"/>
                    </a:cubicBezTo>
                    <a:cubicBezTo>
                      <a:pt x="0" y="1046"/>
                      <a:pt x="173" y="1461"/>
                      <a:pt x="536" y="1651"/>
                    </a:cubicBezTo>
                    <a:cubicBezTo>
                      <a:pt x="1487" y="2256"/>
                      <a:pt x="2489" y="2792"/>
                      <a:pt x="3474" y="3345"/>
                    </a:cubicBezTo>
                    <a:cubicBezTo>
                      <a:pt x="3715" y="3472"/>
                      <a:pt x="3939" y="3551"/>
                      <a:pt x="4149" y="3551"/>
                    </a:cubicBezTo>
                    <a:cubicBezTo>
                      <a:pt x="4450" y="3551"/>
                      <a:pt x="4723" y="3389"/>
                      <a:pt x="4978" y="2982"/>
                    </a:cubicBezTo>
                    <a:cubicBezTo>
                      <a:pt x="5203" y="2650"/>
                      <a:pt x="5511" y="2104"/>
                      <a:pt x="5931" y="2104"/>
                    </a:cubicBezTo>
                    <a:cubicBezTo>
                      <a:pt x="6058" y="2104"/>
                      <a:pt x="6195" y="2153"/>
                      <a:pt x="6343" y="2273"/>
                    </a:cubicBezTo>
                    <a:cubicBezTo>
                      <a:pt x="6982" y="2809"/>
                      <a:pt x="7673" y="2826"/>
                      <a:pt x="8365" y="2895"/>
                    </a:cubicBezTo>
                    <a:cubicBezTo>
                      <a:pt x="8588" y="2920"/>
                      <a:pt x="8869" y="3004"/>
                      <a:pt x="9118" y="3004"/>
                    </a:cubicBezTo>
                    <a:cubicBezTo>
                      <a:pt x="9390" y="3004"/>
                      <a:pt x="9623" y="2904"/>
                      <a:pt x="9695" y="2515"/>
                    </a:cubicBezTo>
                    <a:cubicBezTo>
                      <a:pt x="9851" y="1789"/>
                      <a:pt x="9142" y="1668"/>
                      <a:pt x="8641" y="1478"/>
                    </a:cubicBezTo>
                    <a:lnTo>
                      <a:pt x="6585" y="493"/>
                    </a:lnTo>
                    <a:cubicBezTo>
                      <a:pt x="5704" y="104"/>
                      <a:pt x="4803" y="1"/>
                      <a:pt x="3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p15"/>
              <p:cNvSpPr/>
              <p:nvPr/>
            </p:nvSpPr>
            <p:spPr>
              <a:xfrm>
                <a:off x="3161275" y="1612775"/>
                <a:ext cx="115825" cy="115825"/>
              </a:xfrm>
              <a:custGeom>
                <a:rect b="b" l="l" r="r" t="t"/>
                <a:pathLst>
                  <a:path extrusionOk="0" h="4633" w="4633">
                    <a:moveTo>
                      <a:pt x="2966" y="1"/>
                    </a:moveTo>
                    <a:cubicBezTo>
                      <a:pt x="2951" y="1"/>
                      <a:pt x="2936" y="1"/>
                      <a:pt x="2921" y="1"/>
                    </a:cubicBezTo>
                    <a:cubicBezTo>
                      <a:pt x="1729" y="36"/>
                      <a:pt x="1" y="2421"/>
                      <a:pt x="139" y="3803"/>
                    </a:cubicBezTo>
                    <a:cubicBezTo>
                      <a:pt x="139" y="4252"/>
                      <a:pt x="502" y="4615"/>
                      <a:pt x="951" y="4633"/>
                    </a:cubicBezTo>
                    <a:cubicBezTo>
                      <a:pt x="2956" y="4581"/>
                      <a:pt x="4632" y="3026"/>
                      <a:pt x="4529" y="1297"/>
                    </a:cubicBezTo>
                    <a:cubicBezTo>
                      <a:pt x="4478" y="482"/>
                      <a:pt x="3809" y="1"/>
                      <a:pt x="29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p15"/>
              <p:cNvSpPr/>
              <p:nvPr/>
            </p:nvSpPr>
            <p:spPr>
              <a:xfrm>
                <a:off x="6082850" y="3458350"/>
                <a:ext cx="215350" cy="82375"/>
              </a:xfrm>
              <a:custGeom>
                <a:rect b="b" l="l" r="r" t="t"/>
                <a:pathLst>
                  <a:path extrusionOk="0" h="3295" w="8614">
                    <a:moveTo>
                      <a:pt x="8412" y="834"/>
                    </a:moveTo>
                    <a:lnTo>
                      <a:pt x="8412" y="834"/>
                    </a:lnTo>
                    <a:cubicBezTo>
                      <a:pt x="8408" y="835"/>
                      <a:pt x="8404" y="836"/>
                      <a:pt x="8401" y="837"/>
                    </a:cubicBezTo>
                    <a:lnTo>
                      <a:pt x="8401" y="837"/>
                    </a:lnTo>
                    <a:cubicBezTo>
                      <a:pt x="8399" y="842"/>
                      <a:pt x="8396" y="846"/>
                      <a:pt x="8394" y="851"/>
                    </a:cubicBezTo>
                    <a:lnTo>
                      <a:pt x="8412" y="834"/>
                    </a:lnTo>
                    <a:close/>
                    <a:moveTo>
                      <a:pt x="6441" y="1"/>
                    </a:moveTo>
                    <a:cubicBezTo>
                      <a:pt x="5426" y="1"/>
                      <a:pt x="4424" y="103"/>
                      <a:pt x="3504" y="557"/>
                    </a:cubicBezTo>
                    <a:cubicBezTo>
                      <a:pt x="3268" y="683"/>
                      <a:pt x="3156" y="756"/>
                      <a:pt x="3064" y="756"/>
                    </a:cubicBezTo>
                    <a:cubicBezTo>
                      <a:pt x="2968" y="756"/>
                      <a:pt x="2895" y="675"/>
                      <a:pt x="2726" y="488"/>
                    </a:cubicBezTo>
                    <a:cubicBezTo>
                      <a:pt x="2440" y="160"/>
                      <a:pt x="2158" y="41"/>
                      <a:pt x="1882" y="41"/>
                    </a:cubicBezTo>
                    <a:cubicBezTo>
                      <a:pt x="1373" y="41"/>
                      <a:pt x="881" y="443"/>
                      <a:pt x="410" y="678"/>
                    </a:cubicBezTo>
                    <a:cubicBezTo>
                      <a:pt x="0" y="866"/>
                      <a:pt x="164" y="1612"/>
                      <a:pt x="452" y="1612"/>
                    </a:cubicBezTo>
                    <a:cubicBezTo>
                      <a:pt x="455" y="1612"/>
                      <a:pt x="459" y="1612"/>
                      <a:pt x="462" y="1612"/>
                    </a:cubicBezTo>
                    <a:cubicBezTo>
                      <a:pt x="518" y="1607"/>
                      <a:pt x="572" y="1605"/>
                      <a:pt x="625" y="1605"/>
                    </a:cubicBezTo>
                    <a:cubicBezTo>
                      <a:pt x="1895" y="1605"/>
                      <a:pt x="2508" y="2753"/>
                      <a:pt x="3504" y="3184"/>
                    </a:cubicBezTo>
                    <a:cubicBezTo>
                      <a:pt x="3665" y="3259"/>
                      <a:pt x="3818" y="3295"/>
                      <a:pt x="3955" y="3295"/>
                    </a:cubicBezTo>
                    <a:cubicBezTo>
                      <a:pt x="4389" y="3295"/>
                      <a:pt x="4667" y="2934"/>
                      <a:pt x="4575" y="2303"/>
                    </a:cubicBezTo>
                    <a:cubicBezTo>
                      <a:pt x="4523" y="1905"/>
                      <a:pt x="4541" y="1784"/>
                      <a:pt x="4973" y="1698"/>
                    </a:cubicBezTo>
                    <a:cubicBezTo>
                      <a:pt x="6127" y="1457"/>
                      <a:pt x="7264" y="1130"/>
                      <a:pt x="8401" y="837"/>
                    </a:cubicBezTo>
                    <a:lnTo>
                      <a:pt x="8401" y="837"/>
                    </a:lnTo>
                    <a:cubicBezTo>
                      <a:pt x="8535" y="525"/>
                      <a:pt x="8613" y="56"/>
                      <a:pt x="8256" y="56"/>
                    </a:cubicBezTo>
                    <a:cubicBezTo>
                      <a:pt x="7656" y="37"/>
                      <a:pt x="7046" y="1"/>
                      <a:pt x="64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p15"/>
              <p:cNvSpPr/>
              <p:nvPr/>
            </p:nvSpPr>
            <p:spPr>
              <a:xfrm>
                <a:off x="5726825" y="1103850"/>
                <a:ext cx="262175" cy="54825"/>
              </a:xfrm>
              <a:custGeom>
                <a:rect b="b" l="l" r="r" t="t"/>
                <a:pathLst>
                  <a:path extrusionOk="0" h="2193" w="10487">
                    <a:moveTo>
                      <a:pt x="2675" y="1"/>
                    </a:moveTo>
                    <a:cubicBezTo>
                      <a:pt x="2260" y="122"/>
                      <a:pt x="1984" y="208"/>
                      <a:pt x="1707" y="260"/>
                    </a:cubicBezTo>
                    <a:cubicBezTo>
                      <a:pt x="1625" y="276"/>
                      <a:pt x="1533" y="281"/>
                      <a:pt x="1436" y="281"/>
                    </a:cubicBezTo>
                    <a:cubicBezTo>
                      <a:pt x="1238" y="281"/>
                      <a:pt x="1018" y="259"/>
                      <a:pt x="814" y="259"/>
                    </a:cubicBezTo>
                    <a:cubicBezTo>
                      <a:pt x="370" y="259"/>
                      <a:pt x="1" y="367"/>
                      <a:pt x="83" y="1055"/>
                    </a:cubicBezTo>
                    <a:cubicBezTo>
                      <a:pt x="160" y="1671"/>
                      <a:pt x="629" y="1783"/>
                      <a:pt x="1147" y="1783"/>
                    </a:cubicBezTo>
                    <a:cubicBezTo>
                      <a:pt x="1443" y="1783"/>
                      <a:pt x="1754" y="1746"/>
                      <a:pt x="2018" y="1746"/>
                    </a:cubicBezTo>
                    <a:cubicBezTo>
                      <a:pt x="3176" y="1729"/>
                      <a:pt x="4334" y="1625"/>
                      <a:pt x="5488" y="1625"/>
                    </a:cubicBezTo>
                    <a:cubicBezTo>
                      <a:pt x="6641" y="1625"/>
                      <a:pt x="7790" y="1729"/>
                      <a:pt x="8931" y="2126"/>
                    </a:cubicBezTo>
                    <a:cubicBezTo>
                      <a:pt x="9064" y="2171"/>
                      <a:pt x="9201" y="2192"/>
                      <a:pt x="9336" y="2192"/>
                    </a:cubicBezTo>
                    <a:cubicBezTo>
                      <a:pt x="9780" y="2192"/>
                      <a:pt x="10194" y="1955"/>
                      <a:pt x="10314" y="1504"/>
                    </a:cubicBezTo>
                    <a:cubicBezTo>
                      <a:pt x="10486" y="813"/>
                      <a:pt x="9761" y="744"/>
                      <a:pt x="9294" y="606"/>
                    </a:cubicBezTo>
                    <a:cubicBezTo>
                      <a:pt x="8746" y="426"/>
                      <a:pt x="8189" y="370"/>
                      <a:pt x="7630" y="370"/>
                    </a:cubicBezTo>
                    <a:cubicBezTo>
                      <a:pt x="6715" y="370"/>
                      <a:pt x="5795" y="519"/>
                      <a:pt x="4900" y="519"/>
                    </a:cubicBezTo>
                    <a:cubicBezTo>
                      <a:pt x="4133" y="519"/>
                      <a:pt x="3384" y="409"/>
                      <a:pt x="267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p15"/>
              <p:cNvSpPr/>
              <p:nvPr/>
            </p:nvSpPr>
            <p:spPr>
              <a:xfrm>
                <a:off x="6497925" y="4391525"/>
                <a:ext cx="125725" cy="97375"/>
              </a:xfrm>
              <a:custGeom>
                <a:rect b="b" l="l" r="r" t="t"/>
                <a:pathLst>
                  <a:path extrusionOk="0" h="3895" w="5029">
                    <a:moveTo>
                      <a:pt x="4062" y="0"/>
                    </a:moveTo>
                    <a:cubicBezTo>
                      <a:pt x="3557" y="0"/>
                      <a:pt x="2937" y="491"/>
                      <a:pt x="2445" y="491"/>
                    </a:cubicBezTo>
                    <a:cubicBezTo>
                      <a:pt x="2234" y="491"/>
                      <a:pt x="2046" y="401"/>
                      <a:pt x="1901" y="144"/>
                    </a:cubicBezTo>
                    <a:cubicBezTo>
                      <a:pt x="0" y="403"/>
                      <a:pt x="570" y="1975"/>
                      <a:pt x="225" y="2960"/>
                    </a:cubicBezTo>
                    <a:cubicBezTo>
                      <a:pt x="38" y="3485"/>
                      <a:pt x="566" y="3894"/>
                      <a:pt x="1172" y="3894"/>
                    </a:cubicBezTo>
                    <a:cubicBezTo>
                      <a:pt x="1185" y="3894"/>
                      <a:pt x="1197" y="3894"/>
                      <a:pt x="1210" y="3894"/>
                    </a:cubicBezTo>
                    <a:cubicBezTo>
                      <a:pt x="2298" y="3876"/>
                      <a:pt x="5029" y="1630"/>
                      <a:pt x="4804" y="783"/>
                    </a:cubicBezTo>
                    <a:cubicBezTo>
                      <a:pt x="4638" y="185"/>
                      <a:pt x="4372" y="0"/>
                      <a:pt x="40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p15"/>
              <p:cNvSpPr/>
              <p:nvPr/>
            </p:nvSpPr>
            <p:spPr>
              <a:xfrm>
                <a:off x="5334875" y="2906300"/>
                <a:ext cx="82100" cy="128050"/>
              </a:xfrm>
              <a:custGeom>
                <a:rect b="b" l="l" r="r" t="t"/>
                <a:pathLst>
                  <a:path extrusionOk="0" h="5122" w="3284">
                    <a:moveTo>
                      <a:pt x="519" y="1"/>
                    </a:moveTo>
                    <a:lnTo>
                      <a:pt x="380" y="139"/>
                    </a:lnTo>
                    <a:cubicBezTo>
                      <a:pt x="104" y="1452"/>
                      <a:pt x="0" y="2766"/>
                      <a:pt x="380" y="4062"/>
                    </a:cubicBezTo>
                    <a:cubicBezTo>
                      <a:pt x="534" y="4660"/>
                      <a:pt x="796" y="5122"/>
                      <a:pt x="1420" y="5122"/>
                    </a:cubicBezTo>
                    <a:cubicBezTo>
                      <a:pt x="1500" y="5122"/>
                      <a:pt x="1585" y="5114"/>
                      <a:pt x="1676" y="5099"/>
                    </a:cubicBezTo>
                    <a:cubicBezTo>
                      <a:pt x="2471" y="4978"/>
                      <a:pt x="3284" y="4408"/>
                      <a:pt x="3111" y="3734"/>
                    </a:cubicBezTo>
                    <a:cubicBezTo>
                      <a:pt x="2748" y="2213"/>
                      <a:pt x="2108" y="744"/>
                      <a:pt x="5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p15"/>
              <p:cNvSpPr/>
              <p:nvPr/>
            </p:nvSpPr>
            <p:spPr>
              <a:xfrm>
                <a:off x="4869125" y="997550"/>
                <a:ext cx="160750" cy="66150"/>
              </a:xfrm>
              <a:custGeom>
                <a:rect b="b" l="l" r="r" t="t"/>
                <a:pathLst>
                  <a:path extrusionOk="0" h="2646" w="6430">
                    <a:moveTo>
                      <a:pt x="1040" y="1"/>
                    </a:moveTo>
                    <a:cubicBezTo>
                      <a:pt x="589" y="1"/>
                      <a:pt x="239" y="358"/>
                      <a:pt x="104" y="814"/>
                    </a:cubicBezTo>
                    <a:cubicBezTo>
                      <a:pt x="1" y="1108"/>
                      <a:pt x="191" y="1419"/>
                      <a:pt x="502" y="1470"/>
                    </a:cubicBezTo>
                    <a:cubicBezTo>
                      <a:pt x="1971" y="1885"/>
                      <a:pt x="3440" y="2283"/>
                      <a:pt x="4736" y="2646"/>
                    </a:cubicBezTo>
                    <a:cubicBezTo>
                      <a:pt x="5427" y="2611"/>
                      <a:pt x="5928" y="2611"/>
                      <a:pt x="6239" y="2127"/>
                    </a:cubicBezTo>
                    <a:cubicBezTo>
                      <a:pt x="6429" y="1851"/>
                      <a:pt x="6308" y="1470"/>
                      <a:pt x="6066" y="1419"/>
                    </a:cubicBezTo>
                    <a:cubicBezTo>
                      <a:pt x="4373" y="1021"/>
                      <a:pt x="2852" y="36"/>
                      <a:pt x="1072" y="2"/>
                    </a:cubicBezTo>
                    <a:cubicBezTo>
                      <a:pt x="1061" y="1"/>
                      <a:pt x="1051" y="1"/>
                      <a:pt x="10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p15"/>
              <p:cNvSpPr/>
              <p:nvPr/>
            </p:nvSpPr>
            <p:spPr>
              <a:xfrm>
                <a:off x="3763550" y="998475"/>
                <a:ext cx="117975" cy="55725"/>
              </a:xfrm>
              <a:custGeom>
                <a:rect b="b" l="l" r="r" t="t"/>
                <a:pathLst>
                  <a:path extrusionOk="0" h="2229" w="4719">
                    <a:moveTo>
                      <a:pt x="747" y="0"/>
                    </a:moveTo>
                    <a:cubicBezTo>
                      <a:pt x="407" y="0"/>
                      <a:pt x="65" y="161"/>
                      <a:pt x="18" y="690"/>
                    </a:cubicBezTo>
                    <a:cubicBezTo>
                      <a:pt x="0" y="863"/>
                      <a:pt x="190" y="1053"/>
                      <a:pt x="277" y="1243"/>
                    </a:cubicBezTo>
                    <a:lnTo>
                      <a:pt x="2333" y="2228"/>
                    </a:lnTo>
                    <a:cubicBezTo>
                      <a:pt x="2437" y="2220"/>
                      <a:pt x="2541" y="2220"/>
                      <a:pt x="2644" y="2220"/>
                    </a:cubicBezTo>
                    <a:cubicBezTo>
                      <a:pt x="2748" y="2220"/>
                      <a:pt x="2852" y="2220"/>
                      <a:pt x="2955" y="2211"/>
                    </a:cubicBezTo>
                    <a:cubicBezTo>
                      <a:pt x="3647" y="2142"/>
                      <a:pt x="4718" y="2090"/>
                      <a:pt x="4511" y="1261"/>
                    </a:cubicBezTo>
                    <a:cubicBezTo>
                      <a:pt x="4255" y="308"/>
                      <a:pt x="3582" y="187"/>
                      <a:pt x="2842" y="187"/>
                    </a:cubicBezTo>
                    <a:cubicBezTo>
                      <a:pt x="2589" y="187"/>
                      <a:pt x="2328" y="201"/>
                      <a:pt x="2074" y="201"/>
                    </a:cubicBezTo>
                    <a:cubicBezTo>
                      <a:pt x="1762" y="201"/>
                      <a:pt x="1460" y="180"/>
                      <a:pt x="1193" y="85"/>
                    </a:cubicBezTo>
                    <a:cubicBezTo>
                      <a:pt x="1066" y="36"/>
                      <a:pt x="907" y="0"/>
                      <a:pt x="7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p15"/>
              <p:cNvSpPr/>
              <p:nvPr/>
            </p:nvSpPr>
            <p:spPr>
              <a:xfrm>
                <a:off x="6244750" y="3463175"/>
                <a:ext cx="127900" cy="76650"/>
              </a:xfrm>
              <a:custGeom>
                <a:rect b="b" l="l" r="r" t="t"/>
                <a:pathLst>
                  <a:path extrusionOk="0" h="3066" w="5116">
                    <a:moveTo>
                      <a:pt x="4184" y="1"/>
                    </a:moveTo>
                    <a:cubicBezTo>
                      <a:pt x="4093" y="1"/>
                      <a:pt x="4000" y="13"/>
                      <a:pt x="3906" y="36"/>
                    </a:cubicBezTo>
                    <a:cubicBezTo>
                      <a:pt x="3232" y="209"/>
                      <a:pt x="2575" y="416"/>
                      <a:pt x="1918" y="641"/>
                    </a:cubicBezTo>
                    <a:lnTo>
                      <a:pt x="1936" y="641"/>
                    </a:lnTo>
                    <a:cubicBezTo>
                      <a:pt x="1659" y="848"/>
                      <a:pt x="1383" y="1038"/>
                      <a:pt x="1089" y="1194"/>
                    </a:cubicBezTo>
                    <a:cubicBezTo>
                      <a:pt x="432" y="1505"/>
                      <a:pt x="0" y="2093"/>
                      <a:pt x="311" y="2680"/>
                    </a:cubicBezTo>
                    <a:cubicBezTo>
                      <a:pt x="460" y="2964"/>
                      <a:pt x="650" y="3065"/>
                      <a:pt x="856" y="3065"/>
                    </a:cubicBezTo>
                    <a:cubicBezTo>
                      <a:pt x="1178" y="3065"/>
                      <a:pt x="1537" y="2818"/>
                      <a:pt x="1832" y="2628"/>
                    </a:cubicBezTo>
                    <a:cubicBezTo>
                      <a:pt x="2558" y="2093"/>
                      <a:pt x="3370" y="1695"/>
                      <a:pt x="4234" y="1436"/>
                    </a:cubicBezTo>
                    <a:cubicBezTo>
                      <a:pt x="4631" y="1332"/>
                      <a:pt x="5115" y="1108"/>
                      <a:pt x="4994" y="606"/>
                    </a:cubicBezTo>
                    <a:cubicBezTo>
                      <a:pt x="4883" y="203"/>
                      <a:pt x="4559" y="1"/>
                      <a:pt x="41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p15"/>
              <p:cNvSpPr/>
              <p:nvPr/>
            </p:nvSpPr>
            <p:spPr>
              <a:xfrm>
                <a:off x="6286725" y="2464325"/>
                <a:ext cx="67775" cy="93850"/>
              </a:xfrm>
              <a:custGeom>
                <a:rect b="b" l="l" r="r" t="t"/>
                <a:pathLst>
                  <a:path extrusionOk="0" h="3754" w="2711">
                    <a:moveTo>
                      <a:pt x="1532" y="0"/>
                    </a:moveTo>
                    <a:cubicBezTo>
                      <a:pt x="1516" y="0"/>
                      <a:pt x="1500" y="0"/>
                      <a:pt x="1484" y="1"/>
                    </a:cubicBezTo>
                    <a:cubicBezTo>
                      <a:pt x="187" y="53"/>
                      <a:pt x="239" y="1332"/>
                      <a:pt x="101" y="2265"/>
                    </a:cubicBezTo>
                    <a:cubicBezTo>
                      <a:pt x="1" y="3066"/>
                      <a:pt x="465" y="3754"/>
                      <a:pt x="1243" y="3754"/>
                    </a:cubicBezTo>
                    <a:cubicBezTo>
                      <a:pt x="1271" y="3754"/>
                      <a:pt x="1299" y="3753"/>
                      <a:pt x="1328" y="3751"/>
                    </a:cubicBezTo>
                    <a:cubicBezTo>
                      <a:pt x="2711" y="3682"/>
                      <a:pt x="1967" y="2403"/>
                      <a:pt x="2313" y="1815"/>
                    </a:cubicBezTo>
                    <a:cubicBezTo>
                      <a:pt x="2228" y="1050"/>
                      <a:pt x="2528" y="0"/>
                      <a:pt x="15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p15"/>
              <p:cNvSpPr/>
              <p:nvPr/>
            </p:nvSpPr>
            <p:spPr>
              <a:xfrm>
                <a:off x="6279300" y="2861375"/>
                <a:ext cx="75625" cy="97275"/>
              </a:xfrm>
              <a:custGeom>
                <a:rect b="b" l="l" r="r" t="t"/>
                <a:pathLst>
                  <a:path extrusionOk="0" h="3891" w="3025">
                    <a:moveTo>
                      <a:pt x="2403" y="1"/>
                    </a:moveTo>
                    <a:cubicBezTo>
                      <a:pt x="2178" y="1"/>
                      <a:pt x="1971" y="104"/>
                      <a:pt x="1850" y="277"/>
                    </a:cubicBezTo>
                    <a:cubicBezTo>
                      <a:pt x="1504" y="1193"/>
                      <a:pt x="882" y="1884"/>
                      <a:pt x="277" y="2610"/>
                    </a:cubicBezTo>
                    <a:cubicBezTo>
                      <a:pt x="35" y="2869"/>
                      <a:pt x="1" y="3284"/>
                      <a:pt x="208" y="3578"/>
                    </a:cubicBezTo>
                    <a:cubicBezTo>
                      <a:pt x="326" y="3766"/>
                      <a:pt x="507" y="3890"/>
                      <a:pt x="682" y="3890"/>
                    </a:cubicBezTo>
                    <a:cubicBezTo>
                      <a:pt x="764" y="3890"/>
                      <a:pt x="845" y="3863"/>
                      <a:pt x="916" y="3802"/>
                    </a:cubicBezTo>
                    <a:cubicBezTo>
                      <a:pt x="1815" y="3128"/>
                      <a:pt x="2731" y="2420"/>
                      <a:pt x="3025" y="1452"/>
                    </a:cubicBezTo>
                    <a:cubicBezTo>
                      <a:pt x="2973" y="744"/>
                      <a:pt x="2921" y="225"/>
                      <a:pt x="24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p15"/>
              <p:cNvSpPr/>
              <p:nvPr/>
            </p:nvSpPr>
            <p:spPr>
              <a:xfrm>
                <a:off x="4145025" y="994975"/>
                <a:ext cx="111500" cy="47325"/>
              </a:xfrm>
              <a:custGeom>
                <a:rect b="b" l="l" r="r" t="t"/>
                <a:pathLst>
                  <a:path extrusionOk="0" h="1893" w="4460">
                    <a:moveTo>
                      <a:pt x="1539" y="105"/>
                    </a:moveTo>
                    <a:cubicBezTo>
                      <a:pt x="969" y="243"/>
                      <a:pt x="139" y="1"/>
                      <a:pt x="70" y="744"/>
                    </a:cubicBezTo>
                    <a:cubicBezTo>
                      <a:pt x="1" y="1418"/>
                      <a:pt x="813" y="1418"/>
                      <a:pt x="1332" y="1556"/>
                    </a:cubicBezTo>
                    <a:cubicBezTo>
                      <a:pt x="1764" y="1677"/>
                      <a:pt x="2213" y="1764"/>
                      <a:pt x="2645" y="1815"/>
                    </a:cubicBezTo>
                    <a:cubicBezTo>
                      <a:pt x="2898" y="1847"/>
                      <a:pt x="3179" y="1893"/>
                      <a:pt x="3440" y="1893"/>
                    </a:cubicBezTo>
                    <a:cubicBezTo>
                      <a:pt x="3890" y="1893"/>
                      <a:pt x="4279" y="1756"/>
                      <a:pt x="4356" y="1176"/>
                    </a:cubicBezTo>
                    <a:cubicBezTo>
                      <a:pt x="4459" y="346"/>
                      <a:pt x="3561" y="416"/>
                      <a:pt x="2956" y="329"/>
                    </a:cubicBezTo>
                    <a:lnTo>
                      <a:pt x="1539" y="10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p15"/>
              <p:cNvSpPr/>
              <p:nvPr/>
            </p:nvSpPr>
            <p:spPr>
              <a:xfrm>
                <a:off x="7213625" y="3803350"/>
                <a:ext cx="74075" cy="80050"/>
              </a:xfrm>
              <a:custGeom>
                <a:rect b="b" l="l" r="r" t="t"/>
                <a:pathLst>
                  <a:path extrusionOk="0" h="3202" w="2963">
                    <a:moveTo>
                      <a:pt x="573" y="1"/>
                    </a:moveTo>
                    <a:cubicBezTo>
                      <a:pt x="233" y="1"/>
                      <a:pt x="0" y="333"/>
                      <a:pt x="59" y="704"/>
                    </a:cubicBezTo>
                    <a:cubicBezTo>
                      <a:pt x="284" y="1965"/>
                      <a:pt x="1096" y="2777"/>
                      <a:pt x="2289" y="3175"/>
                    </a:cubicBezTo>
                    <a:cubicBezTo>
                      <a:pt x="2343" y="3193"/>
                      <a:pt x="2395" y="3202"/>
                      <a:pt x="2445" y="3202"/>
                    </a:cubicBezTo>
                    <a:cubicBezTo>
                      <a:pt x="2729" y="3202"/>
                      <a:pt x="2933" y="2914"/>
                      <a:pt x="2963" y="2414"/>
                    </a:cubicBezTo>
                    <a:cubicBezTo>
                      <a:pt x="2341" y="1619"/>
                      <a:pt x="1960" y="427"/>
                      <a:pt x="751" y="30"/>
                    </a:cubicBezTo>
                    <a:cubicBezTo>
                      <a:pt x="689" y="10"/>
                      <a:pt x="630" y="1"/>
                      <a:pt x="5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p15"/>
              <p:cNvSpPr/>
              <p:nvPr/>
            </p:nvSpPr>
            <p:spPr>
              <a:xfrm>
                <a:off x="6542025" y="3118350"/>
                <a:ext cx="66075" cy="79800"/>
              </a:xfrm>
              <a:custGeom>
                <a:rect b="b" l="l" r="r" t="t"/>
                <a:pathLst>
                  <a:path extrusionOk="0" h="3192" w="2643">
                    <a:moveTo>
                      <a:pt x="1295" y="1"/>
                    </a:moveTo>
                    <a:cubicBezTo>
                      <a:pt x="1273" y="1"/>
                      <a:pt x="1250" y="2"/>
                      <a:pt x="1226" y="4"/>
                    </a:cubicBezTo>
                    <a:cubicBezTo>
                      <a:pt x="275" y="108"/>
                      <a:pt x="51" y="954"/>
                      <a:pt x="33" y="1732"/>
                    </a:cubicBezTo>
                    <a:cubicBezTo>
                      <a:pt x="1" y="2354"/>
                      <a:pt x="200" y="3192"/>
                      <a:pt x="910" y="3192"/>
                    </a:cubicBezTo>
                    <a:cubicBezTo>
                      <a:pt x="950" y="3192"/>
                      <a:pt x="992" y="3189"/>
                      <a:pt x="1036" y="3184"/>
                    </a:cubicBezTo>
                    <a:cubicBezTo>
                      <a:pt x="2643" y="2959"/>
                      <a:pt x="1640" y="1767"/>
                      <a:pt x="1640" y="1110"/>
                    </a:cubicBezTo>
                    <a:cubicBezTo>
                      <a:pt x="1740" y="547"/>
                      <a:pt x="1792" y="1"/>
                      <a:pt x="12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p15"/>
              <p:cNvSpPr/>
              <p:nvPr/>
            </p:nvSpPr>
            <p:spPr>
              <a:xfrm>
                <a:off x="4278100" y="987200"/>
                <a:ext cx="87225" cy="50150"/>
              </a:xfrm>
              <a:custGeom>
                <a:rect b="b" l="l" r="r" t="t"/>
                <a:pathLst>
                  <a:path extrusionOk="0" h="2006" w="3489">
                    <a:moveTo>
                      <a:pt x="2519" y="46"/>
                    </a:moveTo>
                    <a:cubicBezTo>
                      <a:pt x="2407" y="46"/>
                      <a:pt x="2296" y="60"/>
                      <a:pt x="2195" y="87"/>
                    </a:cubicBezTo>
                    <a:cubicBezTo>
                      <a:pt x="1435" y="312"/>
                      <a:pt x="191" y="1"/>
                      <a:pt x="87" y="1107"/>
                    </a:cubicBezTo>
                    <a:cubicBezTo>
                      <a:pt x="1" y="1798"/>
                      <a:pt x="986" y="1746"/>
                      <a:pt x="1642" y="1781"/>
                    </a:cubicBezTo>
                    <a:cubicBezTo>
                      <a:pt x="2299" y="1556"/>
                      <a:pt x="3422" y="2005"/>
                      <a:pt x="3474" y="813"/>
                    </a:cubicBezTo>
                    <a:cubicBezTo>
                      <a:pt x="3488" y="284"/>
                      <a:pt x="2986" y="46"/>
                      <a:pt x="2519" y="4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p15"/>
              <p:cNvSpPr/>
              <p:nvPr/>
            </p:nvSpPr>
            <p:spPr>
              <a:xfrm>
                <a:off x="6595650" y="1204100"/>
                <a:ext cx="81075" cy="41800"/>
              </a:xfrm>
              <a:custGeom>
                <a:rect b="b" l="l" r="r" t="t"/>
                <a:pathLst>
                  <a:path extrusionOk="0" h="1672" w="3243">
                    <a:moveTo>
                      <a:pt x="1466" y="121"/>
                    </a:moveTo>
                    <a:cubicBezTo>
                      <a:pt x="1366" y="163"/>
                      <a:pt x="1241" y="173"/>
                      <a:pt x="1106" y="173"/>
                    </a:cubicBezTo>
                    <a:cubicBezTo>
                      <a:pt x="987" y="173"/>
                      <a:pt x="861" y="165"/>
                      <a:pt x="738" y="165"/>
                    </a:cubicBezTo>
                    <a:cubicBezTo>
                      <a:pt x="371" y="165"/>
                      <a:pt x="34" y="234"/>
                      <a:pt x="14" y="778"/>
                    </a:cubicBezTo>
                    <a:cubicBezTo>
                      <a:pt x="0" y="1593"/>
                      <a:pt x="628" y="1660"/>
                      <a:pt x="1232" y="1660"/>
                    </a:cubicBezTo>
                    <a:cubicBezTo>
                      <a:pt x="1352" y="1660"/>
                      <a:pt x="1472" y="1658"/>
                      <a:pt x="1585" y="1658"/>
                    </a:cubicBezTo>
                    <a:cubicBezTo>
                      <a:pt x="1627" y="1658"/>
                      <a:pt x="1668" y="1658"/>
                      <a:pt x="1708" y="1659"/>
                    </a:cubicBezTo>
                    <a:cubicBezTo>
                      <a:pt x="1826" y="1666"/>
                      <a:pt x="1954" y="1672"/>
                      <a:pt x="2085" y="1672"/>
                    </a:cubicBezTo>
                    <a:cubicBezTo>
                      <a:pt x="2644" y="1672"/>
                      <a:pt x="3242" y="1563"/>
                      <a:pt x="3228" y="933"/>
                    </a:cubicBezTo>
                    <a:cubicBezTo>
                      <a:pt x="3194" y="0"/>
                      <a:pt x="2209" y="207"/>
                      <a:pt x="1466" y="12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p15"/>
              <p:cNvSpPr/>
              <p:nvPr/>
            </p:nvSpPr>
            <p:spPr>
              <a:xfrm>
                <a:off x="5040350" y="1034625"/>
                <a:ext cx="81550" cy="46975"/>
              </a:xfrm>
              <a:custGeom>
                <a:rect b="b" l="l" r="r" t="t"/>
                <a:pathLst>
                  <a:path extrusionOk="0" h="1879" w="3262">
                    <a:moveTo>
                      <a:pt x="1625" y="1"/>
                    </a:moveTo>
                    <a:cubicBezTo>
                      <a:pt x="803" y="1"/>
                      <a:pt x="279" y="461"/>
                      <a:pt x="99" y="1249"/>
                    </a:cubicBezTo>
                    <a:cubicBezTo>
                      <a:pt x="0" y="1616"/>
                      <a:pt x="339" y="1879"/>
                      <a:pt x="645" y="1879"/>
                    </a:cubicBezTo>
                    <a:cubicBezTo>
                      <a:pt x="714" y="1879"/>
                      <a:pt x="781" y="1865"/>
                      <a:pt x="842" y="1837"/>
                    </a:cubicBezTo>
                    <a:cubicBezTo>
                      <a:pt x="1620" y="1474"/>
                      <a:pt x="2829" y="1750"/>
                      <a:pt x="3106" y="800"/>
                    </a:cubicBezTo>
                    <a:cubicBezTo>
                      <a:pt x="3261" y="229"/>
                      <a:pt x="2363" y="22"/>
                      <a:pt x="1758" y="5"/>
                    </a:cubicBezTo>
                    <a:cubicBezTo>
                      <a:pt x="1713" y="2"/>
                      <a:pt x="1668" y="1"/>
                      <a:pt x="16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p15"/>
              <p:cNvSpPr/>
              <p:nvPr/>
            </p:nvSpPr>
            <p:spPr>
              <a:xfrm>
                <a:off x="6380950" y="3302475"/>
                <a:ext cx="77800" cy="40225"/>
              </a:xfrm>
              <a:custGeom>
                <a:rect b="b" l="l" r="r" t="t"/>
                <a:pathLst>
                  <a:path extrusionOk="0" h="1609" w="3112">
                    <a:moveTo>
                      <a:pt x="843" y="80"/>
                    </a:moveTo>
                    <a:cubicBezTo>
                      <a:pt x="352" y="80"/>
                      <a:pt x="1" y="466"/>
                      <a:pt x="65" y="882"/>
                    </a:cubicBezTo>
                    <a:cubicBezTo>
                      <a:pt x="161" y="1545"/>
                      <a:pt x="602" y="1578"/>
                      <a:pt x="1054" y="1578"/>
                    </a:cubicBezTo>
                    <a:cubicBezTo>
                      <a:pt x="1103" y="1578"/>
                      <a:pt x="1152" y="1577"/>
                      <a:pt x="1201" y="1577"/>
                    </a:cubicBezTo>
                    <a:cubicBezTo>
                      <a:pt x="1347" y="1577"/>
                      <a:pt x="1491" y="1581"/>
                      <a:pt x="1620" y="1608"/>
                    </a:cubicBezTo>
                    <a:cubicBezTo>
                      <a:pt x="1746" y="1549"/>
                      <a:pt x="1903" y="1535"/>
                      <a:pt x="2065" y="1535"/>
                    </a:cubicBezTo>
                    <a:cubicBezTo>
                      <a:pt x="2212" y="1535"/>
                      <a:pt x="2363" y="1547"/>
                      <a:pt x="2502" y="1547"/>
                    </a:cubicBezTo>
                    <a:cubicBezTo>
                      <a:pt x="2845" y="1547"/>
                      <a:pt x="3112" y="1478"/>
                      <a:pt x="3037" y="1003"/>
                    </a:cubicBezTo>
                    <a:cubicBezTo>
                      <a:pt x="2882" y="1"/>
                      <a:pt x="1741" y="191"/>
                      <a:pt x="963" y="87"/>
                    </a:cubicBezTo>
                    <a:cubicBezTo>
                      <a:pt x="923" y="82"/>
                      <a:pt x="882" y="80"/>
                      <a:pt x="843" y="8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p15"/>
              <p:cNvSpPr/>
              <p:nvPr/>
            </p:nvSpPr>
            <p:spPr>
              <a:xfrm>
                <a:off x="4384825" y="996700"/>
                <a:ext cx="62025" cy="39775"/>
              </a:xfrm>
              <a:custGeom>
                <a:rect b="b" l="l" r="r" t="t"/>
                <a:pathLst>
                  <a:path extrusionOk="0" h="1591" w="2481">
                    <a:moveTo>
                      <a:pt x="1811" y="155"/>
                    </a:moveTo>
                    <a:cubicBezTo>
                      <a:pt x="1713" y="155"/>
                      <a:pt x="1613" y="168"/>
                      <a:pt x="1521" y="191"/>
                    </a:cubicBezTo>
                    <a:cubicBezTo>
                      <a:pt x="985" y="312"/>
                      <a:pt x="121" y="1"/>
                      <a:pt x="52" y="917"/>
                    </a:cubicBezTo>
                    <a:cubicBezTo>
                      <a:pt x="0" y="1487"/>
                      <a:pt x="536" y="1574"/>
                      <a:pt x="1054" y="1591"/>
                    </a:cubicBezTo>
                    <a:cubicBezTo>
                      <a:pt x="1573" y="1418"/>
                      <a:pt x="2385" y="1556"/>
                      <a:pt x="2454" y="727"/>
                    </a:cubicBezTo>
                    <a:cubicBezTo>
                      <a:pt x="2481" y="311"/>
                      <a:pt x="2153" y="155"/>
                      <a:pt x="1811" y="15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p15"/>
              <p:cNvSpPr/>
              <p:nvPr/>
            </p:nvSpPr>
            <p:spPr>
              <a:xfrm>
                <a:off x="2100625" y="1004500"/>
                <a:ext cx="520200" cy="95050"/>
              </a:xfrm>
              <a:custGeom>
                <a:rect b="b" l="l" r="r" t="t"/>
                <a:pathLst>
                  <a:path extrusionOk="0" h="3802" w="20808">
                    <a:moveTo>
                      <a:pt x="20756" y="0"/>
                    </a:moveTo>
                    <a:lnTo>
                      <a:pt x="20738" y="17"/>
                    </a:lnTo>
                    <a:lnTo>
                      <a:pt x="20773" y="17"/>
                    </a:lnTo>
                    <a:lnTo>
                      <a:pt x="20808" y="0"/>
                    </a:lnTo>
                    <a:close/>
                    <a:moveTo>
                      <a:pt x="1" y="3785"/>
                    </a:moveTo>
                    <a:lnTo>
                      <a:pt x="1" y="3802"/>
                    </a:lnTo>
                    <a:lnTo>
                      <a:pt x="18" y="3802"/>
                    </a:lnTo>
                    <a:lnTo>
                      <a:pt x="18" y="378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p15"/>
              <p:cNvSpPr/>
              <p:nvPr/>
            </p:nvSpPr>
            <p:spPr>
              <a:xfrm>
                <a:off x="233350" y="949250"/>
                <a:ext cx="3232550" cy="3802300"/>
              </a:xfrm>
              <a:custGeom>
                <a:rect b="b" l="l" r="r" t="t"/>
                <a:pathLst>
                  <a:path extrusionOk="0" h="152092" w="129302">
                    <a:moveTo>
                      <a:pt x="97270" y="1644"/>
                    </a:moveTo>
                    <a:cubicBezTo>
                      <a:pt x="97347" y="1644"/>
                      <a:pt x="97424" y="1648"/>
                      <a:pt x="97503" y="1657"/>
                    </a:cubicBezTo>
                    <a:cubicBezTo>
                      <a:pt x="97555" y="1674"/>
                      <a:pt x="97607" y="1692"/>
                      <a:pt x="97642" y="1709"/>
                    </a:cubicBezTo>
                    <a:lnTo>
                      <a:pt x="95601" y="2170"/>
                    </a:lnTo>
                    <a:lnTo>
                      <a:pt x="95601" y="2170"/>
                    </a:lnTo>
                    <a:cubicBezTo>
                      <a:pt x="96129" y="1917"/>
                      <a:pt x="96661" y="1644"/>
                      <a:pt x="97270" y="1644"/>
                    </a:cubicBezTo>
                    <a:close/>
                    <a:moveTo>
                      <a:pt x="95473" y="2210"/>
                    </a:moveTo>
                    <a:lnTo>
                      <a:pt x="95447" y="2227"/>
                    </a:lnTo>
                    <a:lnTo>
                      <a:pt x="95429" y="2227"/>
                    </a:lnTo>
                    <a:lnTo>
                      <a:pt x="95464" y="2210"/>
                    </a:lnTo>
                    <a:close/>
                    <a:moveTo>
                      <a:pt x="68358" y="8951"/>
                    </a:moveTo>
                    <a:cubicBezTo>
                      <a:pt x="68553" y="8951"/>
                      <a:pt x="68761" y="9049"/>
                      <a:pt x="68989" y="9313"/>
                    </a:cubicBezTo>
                    <a:cubicBezTo>
                      <a:pt x="69208" y="9280"/>
                      <a:pt x="69420" y="9268"/>
                      <a:pt x="69634" y="9268"/>
                    </a:cubicBezTo>
                    <a:cubicBezTo>
                      <a:pt x="69758" y="9268"/>
                      <a:pt x="69882" y="9272"/>
                      <a:pt x="70008" y="9278"/>
                    </a:cubicBezTo>
                    <a:cubicBezTo>
                      <a:pt x="70061" y="9286"/>
                      <a:pt x="70117" y="9289"/>
                      <a:pt x="70177" y="9289"/>
                    </a:cubicBezTo>
                    <a:cubicBezTo>
                      <a:pt x="70522" y="9289"/>
                      <a:pt x="70965" y="9176"/>
                      <a:pt x="71318" y="9176"/>
                    </a:cubicBezTo>
                    <a:cubicBezTo>
                      <a:pt x="71841" y="9176"/>
                      <a:pt x="72167" y="9425"/>
                      <a:pt x="71685" y="10661"/>
                    </a:cubicBezTo>
                    <a:cubicBezTo>
                      <a:pt x="71581" y="10937"/>
                      <a:pt x="71823" y="11265"/>
                      <a:pt x="72151" y="11386"/>
                    </a:cubicBezTo>
                    <a:cubicBezTo>
                      <a:pt x="72428" y="11438"/>
                      <a:pt x="72722" y="11490"/>
                      <a:pt x="72998" y="11507"/>
                    </a:cubicBezTo>
                    <a:cubicBezTo>
                      <a:pt x="72652" y="11922"/>
                      <a:pt x="72359" y="12406"/>
                      <a:pt x="71927" y="12717"/>
                    </a:cubicBezTo>
                    <a:cubicBezTo>
                      <a:pt x="71831" y="12786"/>
                      <a:pt x="71741" y="12813"/>
                      <a:pt x="71654" y="12813"/>
                    </a:cubicBezTo>
                    <a:cubicBezTo>
                      <a:pt x="71349" y="12813"/>
                      <a:pt x="71090" y="12473"/>
                      <a:pt x="70821" y="12406"/>
                    </a:cubicBezTo>
                    <a:cubicBezTo>
                      <a:pt x="69127" y="11939"/>
                      <a:pt x="69334" y="10488"/>
                      <a:pt x="68989" y="9313"/>
                    </a:cubicBezTo>
                    <a:lnTo>
                      <a:pt x="67330" y="9520"/>
                    </a:lnTo>
                    <a:cubicBezTo>
                      <a:pt x="67668" y="9295"/>
                      <a:pt x="67992" y="8951"/>
                      <a:pt x="68358" y="8951"/>
                    </a:cubicBezTo>
                    <a:close/>
                    <a:moveTo>
                      <a:pt x="51546" y="12467"/>
                    </a:moveTo>
                    <a:cubicBezTo>
                      <a:pt x="51593" y="12467"/>
                      <a:pt x="51647" y="12470"/>
                      <a:pt x="51707" y="12475"/>
                    </a:cubicBezTo>
                    <a:cubicBezTo>
                      <a:pt x="51897" y="12648"/>
                      <a:pt x="52157" y="12890"/>
                      <a:pt x="52433" y="13115"/>
                    </a:cubicBezTo>
                    <a:cubicBezTo>
                      <a:pt x="52260" y="13270"/>
                      <a:pt x="52053" y="13374"/>
                      <a:pt x="51845" y="13460"/>
                    </a:cubicBezTo>
                    <a:cubicBezTo>
                      <a:pt x="51802" y="13467"/>
                      <a:pt x="51764" y="13470"/>
                      <a:pt x="51729" y="13470"/>
                    </a:cubicBezTo>
                    <a:cubicBezTo>
                      <a:pt x="51300" y="13470"/>
                      <a:pt x="51439" y="13007"/>
                      <a:pt x="51327" y="12752"/>
                    </a:cubicBezTo>
                    <a:cubicBezTo>
                      <a:pt x="51225" y="12548"/>
                      <a:pt x="51295" y="12467"/>
                      <a:pt x="51546" y="12467"/>
                    </a:cubicBezTo>
                    <a:close/>
                    <a:moveTo>
                      <a:pt x="55481" y="12549"/>
                    </a:moveTo>
                    <a:cubicBezTo>
                      <a:pt x="55526" y="12549"/>
                      <a:pt x="55570" y="12553"/>
                      <a:pt x="55613" y="12562"/>
                    </a:cubicBezTo>
                    <a:lnTo>
                      <a:pt x="54576" y="13789"/>
                    </a:lnTo>
                    <a:lnTo>
                      <a:pt x="53954" y="13184"/>
                    </a:lnTo>
                    <a:cubicBezTo>
                      <a:pt x="54420" y="12976"/>
                      <a:pt x="54870" y="12752"/>
                      <a:pt x="55336" y="12562"/>
                    </a:cubicBezTo>
                    <a:cubicBezTo>
                      <a:pt x="55388" y="12553"/>
                      <a:pt x="55436" y="12549"/>
                      <a:pt x="55481" y="12549"/>
                    </a:cubicBezTo>
                    <a:close/>
                    <a:moveTo>
                      <a:pt x="116966" y="0"/>
                    </a:moveTo>
                    <a:cubicBezTo>
                      <a:pt x="112339" y="0"/>
                      <a:pt x="107712" y="747"/>
                      <a:pt x="103085" y="1035"/>
                    </a:cubicBezTo>
                    <a:cubicBezTo>
                      <a:pt x="101910" y="1104"/>
                      <a:pt x="100735" y="983"/>
                      <a:pt x="99542" y="1260"/>
                    </a:cubicBezTo>
                    <a:cubicBezTo>
                      <a:pt x="99533" y="1262"/>
                      <a:pt x="99523" y="1263"/>
                      <a:pt x="99512" y="1263"/>
                    </a:cubicBezTo>
                    <a:cubicBezTo>
                      <a:pt x="99194" y="1263"/>
                      <a:pt x="98389" y="307"/>
                      <a:pt x="97503" y="240"/>
                    </a:cubicBezTo>
                    <a:cubicBezTo>
                      <a:pt x="96554" y="172"/>
                      <a:pt x="95607" y="143"/>
                      <a:pt x="94661" y="143"/>
                    </a:cubicBezTo>
                    <a:cubicBezTo>
                      <a:pt x="91541" y="143"/>
                      <a:pt x="88432" y="459"/>
                      <a:pt x="85303" y="724"/>
                    </a:cubicBezTo>
                    <a:cubicBezTo>
                      <a:pt x="83379" y="875"/>
                      <a:pt x="81549" y="1637"/>
                      <a:pt x="79578" y="1637"/>
                    </a:cubicBezTo>
                    <a:cubicBezTo>
                      <a:pt x="79300" y="1637"/>
                      <a:pt x="79020" y="1622"/>
                      <a:pt x="78736" y="1588"/>
                    </a:cubicBezTo>
                    <a:cubicBezTo>
                      <a:pt x="78573" y="1568"/>
                      <a:pt x="78403" y="1557"/>
                      <a:pt x="78229" y="1557"/>
                    </a:cubicBezTo>
                    <a:cubicBezTo>
                      <a:pt x="77349" y="1557"/>
                      <a:pt x="76386" y="1840"/>
                      <a:pt x="75953" y="2677"/>
                    </a:cubicBezTo>
                    <a:cubicBezTo>
                      <a:pt x="75538" y="3489"/>
                      <a:pt x="76333" y="4163"/>
                      <a:pt x="76956" y="4750"/>
                    </a:cubicBezTo>
                    <a:cubicBezTo>
                      <a:pt x="77215" y="4992"/>
                      <a:pt x="77232" y="5511"/>
                      <a:pt x="77370" y="5891"/>
                    </a:cubicBezTo>
                    <a:cubicBezTo>
                      <a:pt x="77348" y="5890"/>
                      <a:pt x="77325" y="5889"/>
                      <a:pt x="77301" y="5889"/>
                    </a:cubicBezTo>
                    <a:cubicBezTo>
                      <a:pt x="77154" y="5889"/>
                      <a:pt x="76988" y="5912"/>
                      <a:pt x="76844" y="5912"/>
                    </a:cubicBezTo>
                    <a:cubicBezTo>
                      <a:pt x="76726" y="5912"/>
                      <a:pt x="76623" y="5896"/>
                      <a:pt x="76558" y="5839"/>
                    </a:cubicBezTo>
                    <a:cubicBezTo>
                      <a:pt x="76285" y="5586"/>
                      <a:pt x="76034" y="5489"/>
                      <a:pt x="75796" y="5489"/>
                    </a:cubicBezTo>
                    <a:cubicBezTo>
                      <a:pt x="75417" y="5489"/>
                      <a:pt x="75070" y="5733"/>
                      <a:pt x="74709" y="5977"/>
                    </a:cubicBezTo>
                    <a:lnTo>
                      <a:pt x="74709" y="5995"/>
                    </a:lnTo>
                    <a:lnTo>
                      <a:pt x="74692" y="5995"/>
                    </a:lnTo>
                    <a:cubicBezTo>
                      <a:pt x="74415" y="6358"/>
                      <a:pt x="73707" y="6479"/>
                      <a:pt x="73897" y="7066"/>
                    </a:cubicBezTo>
                    <a:cubicBezTo>
                      <a:pt x="74104" y="7654"/>
                      <a:pt x="74761" y="7671"/>
                      <a:pt x="75331" y="7723"/>
                    </a:cubicBezTo>
                    <a:lnTo>
                      <a:pt x="75625" y="7723"/>
                    </a:lnTo>
                    <a:lnTo>
                      <a:pt x="77146" y="7982"/>
                    </a:lnTo>
                    <a:cubicBezTo>
                      <a:pt x="76904" y="8068"/>
                      <a:pt x="76662" y="8120"/>
                      <a:pt x="76403" y="8120"/>
                    </a:cubicBezTo>
                    <a:cubicBezTo>
                      <a:pt x="76178" y="8103"/>
                      <a:pt x="75970" y="7930"/>
                      <a:pt x="75729" y="7861"/>
                    </a:cubicBezTo>
                    <a:cubicBezTo>
                      <a:pt x="75594" y="7823"/>
                      <a:pt x="75464" y="7807"/>
                      <a:pt x="75337" y="7807"/>
                    </a:cubicBezTo>
                    <a:cubicBezTo>
                      <a:pt x="74777" y="7807"/>
                      <a:pt x="74273" y="8116"/>
                      <a:pt x="73724" y="8172"/>
                    </a:cubicBezTo>
                    <a:cubicBezTo>
                      <a:pt x="73717" y="8173"/>
                      <a:pt x="73710" y="8174"/>
                      <a:pt x="73702" y="8174"/>
                    </a:cubicBezTo>
                    <a:cubicBezTo>
                      <a:pt x="73450" y="8174"/>
                      <a:pt x="72913" y="7613"/>
                      <a:pt x="72946" y="7394"/>
                    </a:cubicBezTo>
                    <a:cubicBezTo>
                      <a:pt x="73102" y="6479"/>
                      <a:pt x="73810" y="6098"/>
                      <a:pt x="74674" y="5995"/>
                    </a:cubicBezTo>
                    <a:lnTo>
                      <a:pt x="74674" y="5977"/>
                    </a:lnTo>
                    <a:cubicBezTo>
                      <a:pt x="74726" y="5545"/>
                      <a:pt x="74830" y="5113"/>
                      <a:pt x="74951" y="4681"/>
                    </a:cubicBezTo>
                    <a:cubicBezTo>
                      <a:pt x="75072" y="4370"/>
                      <a:pt x="75435" y="4076"/>
                      <a:pt x="75124" y="3748"/>
                    </a:cubicBezTo>
                    <a:cubicBezTo>
                      <a:pt x="74832" y="3467"/>
                      <a:pt x="74483" y="3396"/>
                      <a:pt x="74119" y="3396"/>
                    </a:cubicBezTo>
                    <a:cubicBezTo>
                      <a:pt x="73856" y="3396"/>
                      <a:pt x="73587" y="3433"/>
                      <a:pt x="73326" y="3454"/>
                    </a:cubicBezTo>
                    <a:cubicBezTo>
                      <a:pt x="72946" y="3506"/>
                      <a:pt x="72756" y="3748"/>
                      <a:pt x="72704" y="4180"/>
                    </a:cubicBezTo>
                    <a:cubicBezTo>
                      <a:pt x="72601" y="5252"/>
                      <a:pt x="72134" y="6098"/>
                      <a:pt x="70959" y="6340"/>
                    </a:cubicBezTo>
                    <a:cubicBezTo>
                      <a:pt x="70855" y="6427"/>
                      <a:pt x="70769" y="6513"/>
                      <a:pt x="70665" y="6617"/>
                    </a:cubicBezTo>
                    <a:cubicBezTo>
                      <a:pt x="70786" y="6859"/>
                      <a:pt x="70924" y="7083"/>
                      <a:pt x="71097" y="7291"/>
                    </a:cubicBezTo>
                    <a:cubicBezTo>
                      <a:pt x="71304" y="7412"/>
                      <a:pt x="71546" y="7515"/>
                      <a:pt x="71788" y="7567"/>
                    </a:cubicBezTo>
                    <a:cubicBezTo>
                      <a:pt x="71650" y="7550"/>
                      <a:pt x="71512" y="7541"/>
                      <a:pt x="71374" y="7541"/>
                    </a:cubicBezTo>
                    <a:cubicBezTo>
                      <a:pt x="71235" y="7541"/>
                      <a:pt x="71097" y="7550"/>
                      <a:pt x="70959" y="7567"/>
                    </a:cubicBezTo>
                    <a:cubicBezTo>
                      <a:pt x="70569" y="7671"/>
                      <a:pt x="70173" y="7708"/>
                      <a:pt x="69775" y="7708"/>
                    </a:cubicBezTo>
                    <a:cubicBezTo>
                      <a:pt x="68812" y="7708"/>
                      <a:pt x="67832" y="7494"/>
                      <a:pt x="66868" y="7494"/>
                    </a:cubicBezTo>
                    <a:cubicBezTo>
                      <a:pt x="66108" y="7494"/>
                      <a:pt x="65357" y="7627"/>
                      <a:pt x="64634" y="8103"/>
                    </a:cubicBezTo>
                    <a:cubicBezTo>
                      <a:pt x="64271" y="8345"/>
                      <a:pt x="63580" y="8379"/>
                      <a:pt x="63666" y="8863"/>
                    </a:cubicBezTo>
                    <a:cubicBezTo>
                      <a:pt x="63752" y="9382"/>
                      <a:pt x="64167" y="9900"/>
                      <a:pt x="64547" y="10315"/>
                    </a:cubicBezTo>
                    <a:cubicBezTo>
                      <a:pt x="64666" y="10447"/>
                      <a:pt x="64798" y="10498"/>
                      <a:pt x="64939" y="10498"/>
                    </a:cubicBezTo>
                    <a:cubicBezTo>
                      <a:pt x="65148" y="10498"/>
                      <a:pt x="65375" y="10387"/>
                      <a:pt x="65602" y="10263"/>
                    </a:cubicBezTo>
                    <a:cubicBezTo>
                      <a:pt x="66124" y="9977"/>
                      <a:pt x="66711" y="9789"/>
                      <a:pt x="67269" y="9556"/>
                    </a:cubicBezTo>
                    <a:lnTo>
                      <a:pt x="67269" y="9556"/>
                    </a:lnTo>
                    <a:cubicBezTo>
                      <a:pt x="66173" y="11022"/>
                      <a:pt x="64072" y="10911"/>
                      <a:pt x="62975" y="11974"/>
                    </a:cubicBezTo>
                    <a:cubicBezTo>
                      <a:pt x="62086" y="12850"/>
                      <a:pt x="61268" y="13162"/>
                      <a:pt x="60357" y="13162"/>
                    </a:cubicBezTo>
                    <a:cubicBezTo>
                      <a:pt x="59993" y="13162"/>
                      <a:pt x="59613" y="13112"/>
                      <a:pt x="59207" y="13028"/>
                    </a:cubicBezTo>
                    <a:cubicBezTo>
                      <a:pt x="58430" y="12873"/>
                      <a:pt x="57687" y="12510"/>
                      <a:pt x="56926" y="12233"/>
                    </a:cubicBezTo>
                    <a:cubicBezTo>
                      <a:pt x="57173" y="12050"/>
                      <a:pt x="57402" y="11981"/>
                      <a:pt x="57619" y="11981"/>
                    </a:cubicBezTo>
                    <a:cubicBezTo>
                      <a:pt x="58162" y="11981"/>
                      <a:pt x="58632" y="12416"/>
                      <a:pt x="59138" y="12613"/>
                    </a:cubicBezTo>
                    <a:cubicBezTo>
                      <a:pt x="59332" y="12687"/>
                      <a:pt x="59512" y="12718"/>
                      <a:pt x="59680" y="12718"/>
                    </a:cubicBezTo>
                    <a:cubicBezTo>
                      <a:pt x="60502" y="12718"/>
                      <a:pt x="61062" y="11967"/>
                      <a:pt x="61765" y="11680"/>
                    </a:cubicBezTo>
                    <a:cubicBezTo>
                      <a:pt x="62404" y="11421"/>
                      <a:pt x="61903" y="10851"/>
                      <a:pt x="61661" y="10384"/>
                    </a:cubicBezTo>
                    <a:cubicBezTo>
                      <a:pt x="61454" y="9987"/>
                      <a:pt x="61921" y="9745"/>
                      <a:pt x="62249" y="9537"/>
                    </a:cubicBezTo>
                    <a:cubicBezTo>
                      <a:pt x="62664" y="9295"/>
                      <a:pt x="63441" y="9226"/>
                      <a:pt x="63182" y="8518"/>
                    </a:cubicBezTo>
                    <a:cubicBezTo>
                      <a:pt x="63018" y="8098"/>
                      <a:pt x="62703" y="8030"/>
                      <a:pt x="62354" y="8030"/>
                    </a:cubicBezTo>
                    <a:cubicBezTo>
                      <a:pt x="62187" y="8030"/>
                      <a:pt x="62013" y="8045"/>
                      <a:pt x="61845" y="8045"/>
                    </a:cubicBezTo>
                    <a:cubicBezTo>
                      <a:pt x="61771" y="8045"/>
                      <a:pt x="61698" y="8042"/>
                      <a:pt x="61627" y="8034"/>
                    </a:cubicBezTo>
                    <a:cubicBezTo>
                      <a:pt x="61564" y="8027"/>
                      <a:pt x="61502" y="8024"/>
                      <a:pt x="61440" y="8024"/>
                    </a:cubicBezTo>
                    <a:cubicBezTo>
                      <a:pt x="60620" y="8024"/>
                      <a:pt x="59973" y="8583"/>
                      <a:pt x="59080" y="8583"/>
                    </a:cubicBezTo>
                    <a:cubicBezTo>
                      <a:pt x="59004" y="8583"/>
                      <a:pt x="58925" y="8579"/>
                      <a:pt x="58844" y="8570"/>
                    </a:cubicBezTo>
                    <a:cubicBezTo>
                      <a:pt x="57410" y="8414"/>
                      <a:pt x="56391" y="7671"/>
                      <a:pt x="55181" y="7187"/>
                    </a:cubicBezTo>
                    <a:cubicBezTo>
                      <a:pt x="54440" y="6892"/>
                      <a:pt x="53723" y="6767"/>
                      <a:pt x="53025" y="6767"/>
                    </a:cubicBezTo>
                    <a:cubicBezTo>
                      <a:pt x="51022" y="6767"/>
                      <a:pt x="49177" y="7799"/>
                      <a:pt x="47370" y="8812"/>
                    </a:cubicBezTo>
                    <a:cubicBezTo>
                      <a:pt x="46903" y="9071"/>
                      <a:pt x="46765" y="9434"/>
                      <a:pt x="46972" y="9969"/>
                    </a:cubicBezTo>
                    <a:cubicBezTo>
                      <a:pt x="47155" y="10426"/>
                      <a:pt x="47351" y="10748"/>
                      <a:pt x="47819" y="10748"/>
                    </a:cubicBezTo>
                    <a:cubicBezTo>
                      <a:pt x="47883" y="10748"/>
                      <a:pt x="47952" y="10742"/>
                      <a:pt x="48026" y="10730"/>
                    </a:cubicBezTo>
                    <a:lnTo>
                      <a:pt x="50498" y="10280"/>
                    </a:lnTo>
                    <a:cubicBezTo>
                      <a:pt x="50618" y="10263"/>
                      <a:pt x="50739" y="10229"/>
                      <a:pt x="50878" y="10194"/>
                    </a:cubicBezTo>
                    <a:lnTo>
                      <a:pt x="50878" y="10194"/>
                    </a:lnTo>
                    <a:cubicBezTo>
                      <a:pt x="50878" y="10298"/>
                      <a:pt x="50860" y="10401"/>
                      <a:pt x="50860" y="10505"/>
                    </a:cubicBezTo>
                    <a:cubicBezTo>
                      <a:pt x="50614" y="11663"/>
                      <a:pt x="50148" y="12321"/>
                      <a:pt x="49280" y="12321"/>
                    </a:cubicBezTo>
                    <a:cubicBezTo>
                      <a:pt x="48931" y="12321"/>
                      <a:pt x="48517" y="12214"/>
                      <a:pt x="48026" y="11991"/>
                    </a:cubicBezTo>
                    <a:cubicBezTo>
                      <a:pt x="46374" y="11254"/>
                      <a:pt x="44693" y="10979"/>
                      <a:pt x="42955" y="10979"/>
                    </a:cubicBezTo>
                    <a:cubicBezTo>
                      <a:pt x="42002" y="10979"/>
                      <a:pt x="41033" y="11062"/>
                      <a:pt x="40042" y="11196"/>
                    </a:cubicBezTo>
                    <a:cubicBezTo>
                      <a:pt x="38536" y="11404"/>
                      <a:pt x="37062" y="12285"/>
                      <a:pt x="35569" y="12285"/>
                    </a:cubicBezTo>
                    <a:cubicBezTo>
                      <a:pt x="35195" y="12285"/>
                      <a:pt x="34820" y="12230"/>
                      <a:pt x="34443" y="12095"/>
                    </a:cubicBezTo>
                    <a:cubicBezTo>
                      <a:pt x="32698" y="11490"/>
                      <a:pt x="30900" y="11110"/>
                      <a:pt x="29068" y="10920"/>
                    </a:cubicBezTo>
                    <a:cubicBezTo>
                      <a:pt x="27080" y="10698"/>
                      <a:pt x="25171" y="10202"/>
                      <a:pt x="23146" y="10202"/>
                    </a:cubicBezTo>
                    <a:cubicBezTo>
                      <a:pt x="22337" y="10202"/>
                      <a:pt x="21510" y="10281"/>
                      <a:pt x="20652" y="10488"/>
                    </a:cubicBezTo>
                    <a:cubicBezTo>
                      <a:pt x="18383" y="11055"/>
                      <a:pt x="16215" y="12269"/>
                      <a:pt x="13793" y="12269"/>
                    </a:cubicBezTo>
                    <a:cubicBezTo>
                      <a:pt x="13559" y="12269"/>
                      <a:pt x="13322" y="12258"/>
                      <a:pt x="13083" y="12233"/>
                    </a:cubicBezTo>
                    <a:cubicBezTo>
                      <a:pt x="13049" y="12230"/>
                      <a:pt x="13015" y="12229"/>
                      <a:pt x="12982" y="12229"/>
                    </a:cubicBezTo>
                    <a:cubicBezTo>
                      <a:pt x="12473" y="12229"/>
                      <a:pt x="12176" y="12605"/>
                      <a:pt x="12323" y="13287"/>
                    </a:cubicBezTo>
                    <a:cubicBezTo>
                      <a:pt x="12498" y="14071"/>
                      <a:pt x="12325" y="14707"/>
                      <a:pt x="11687" y="14707"/>
                    </a:cubicBezTo>
                    <a:cubicBezTo>
                      <a:pt x="11510" y="14707"/>
                      <a:pt x="11296" y="14658"/>
                      <a:pt x="11044" y="14549"/>
                    </a:cubicBezTo>
                    <a:cubicBezTo>
                      <a:pt x="10655" y="14378"/>
                      <a:pt x="10292" y="14308"/>
                      <a:pt x="9947" y="14308"/>
                    </a:cubicBezTo>
                    <a:cubicBezTo>
                      <a:pt x="9034" y="14308"/>
                      <a:pt x="8242" y="14801"/>
                      <a:pt x="7415" y="15240"/>
                    </a:cubicBezTo>
                    <a:cubicBezTo>
                      <a:pt x="6965" y="15482"/>
                      <a:pt x="6672" y="15914"/>
                      <a:pt x="6879" y="16467"/>
                    </a:cubicBezTo>
                    <a:cubicBezTo>
                      <a:pt x="7027" y="16886"/>
                      <a:pt x="7334" y="16988"/>
                      <a:pt x="7700" y="16988"/>
                    </a:cubicBezTo>
                    <a:cubicBezTo>
                      <a:pt x="7802" y="16988"/>
                      <a:pt x="7910" y="16980"/>
                      <a:pt x="8020" y="16968"/>
                    </a:cubicBezTo>
                    <a:cubicBezTo>
                      <a:pt x="8305" y="16929"/>
                      <a:pt x="8590" y="16910"/>
                      <a:pt x="8875" y="16910"/>
                    </a:cubicBezTo>
                    <a:cubicBezTo>
                      <a:pt x="8970" y="16910"/>
                      <a:pt x="9065" y="16912"/>
                      <a:pt x="9160" y="16917"/>
                    </a:cubicBezTo>
                    <a:cubicBezTo>
                      <a:pt x="9186" y="16919"/>
                      <a:pt x="9214" y="16920"/>
                      <a:pt x="9242" y="16920"/>
                    </a:cubicBezTo>
                    <a:cubicBezTo>
                      <a:pt x="9458" y="16920"/>
                      <a:pt x="9735" y="16862"/>
                      <a:pt x="9947" y="16862"/>
                    </a:cubicBezTo>
                    <a:cubicBezTo>
                      <a:pt x="10131" y="16862"/>
                      <a:pt x="10266" y="16906"/>
                      <a:pt x="10266" y="17072"/>
                    </a:cubicBezTo>
                    <a:cubicBezTo>
                      <a:pt x="10266" y="17498"/>
                      <a:pt x="9728" y="17637"/>
                      <a:pt x="9291" y="17637"/>
                    </a:cubicBezTo>
                    <a:cubicBezTo>
                      <a:pt x="9214" y="17637"/>
                      <a:pt x="9141" y="17633"/>
                      <a:pt x="9074" y="17625"/>
                    </a:cubicBezTo>
                    <a:cubicBezTo>
                      <a:pt x="8873" y="17604"/>
                      <a:pt x="8677" y="17594"/>
                      <a:pt x="8484" y="17594"/>
                    </a:cubicBezTo>
                    <a:cubicBezTo>
                      <a:pt x="6314" y="17594"/>
                      <a:pt x="4587" y="18859"/>
                      <a:pt x="2714" y="19716"/>
                    </a:cubicBezTo>
                    <a:cubicBezTo>
                      <a:pt x="1193" y="20407"/>
                      <a:pt x="2351" y="21548"/>
                      <a:pt x="2282" y="22429"/>
                    </a:cubicBezTo>
                    <a:cubicBezTo>
                      <a:pt x="2264" y="22814"/>
                      <a:pt x="2455" y="22907"/>
                      <a:pt x="2706" y="22907"/>
                    </a:cubicBezTo>
                    <a:cubicBezTo>
                      <a:pt x="2939" y="22907"/>
                      <a:pt x="3223" y="22827"/>
                      <a:pt x="3440" y="22827"/>
                    </a:cubicBezTo>
                    <a:cubicBezTo>
                      <a:pt x="3665" y="22827"/>
                      <a:pt x="3872" y="22982"/>
                      <a:pt x="4079" y="23069"/>
                    </a:cubicBezTo>
                    <a:cubicBezTo>
                      <a:pt x="3924" y="23242"/>
                      <a:pt x="3751" y="23380"/>
                      <a:pt x="3544" y="23501"/>
                    </a:cubicBezTo>
                    <a:cubicBezTo>
                      <a:pt x="2610" y="23881"/>
                      <a:pt x="1643" y="24192"/>
                      <a:pt x="709" y="24589"/>
                    </a:cubicBezTo>
                    <a:cubicBezTo>
                      <a:pt x="329" y="24745"/>
                      <a:pt x="1" y="25142"/>
                      <a:pt x="226" y="25609"/>
                    </a:cubicBezTo>
                    <a:cubicBezTo>
                      <a:pt x="325" y="25816"/>
                      <a:pt x="462" y="25880"/>
                      <a:pt x="615" y="25880"/>
                    </a:cubicBezTo>
                    <a:cubicBezTo>
                      <a:pt x="807" y="25880"/>
                      <a:pt x="1026" y="25778"/>
                      <a:pt x="1228" y="25730"/>
                    </a:cubicBezTo>
                    <a:cubicBezTo>
                      <a:pt x="2248" y="25454"/>
                      <a:pt x="3354" y="25350"/>
                      <a:pt x="4252" y="24866"/>
                    </a:cubicBezTo>
                    <a:cubicBezTo>
                      <a:pt x="4601" y="24679"/>
                      <a:pt x="4965" y="24620"/>
                      <a:pt x="5336" y="24620"/>
                    </a:cubicBezTo>
                    <a:cubicBezTo>
                      <a:pt x="5952" y="24620"/>
                      <a:pt x="6585" y="24782"/>
                      <a:pt x="7191" y="24782"/>
                    </a:cubicBezTo>
                    <a:cubicBezTo>
                      <a:pt x="7702" y="24782"/>
                      <a:pt x="8195" y="24667"/>
                      <a:pt x="8642" y="24244"/>
                    </a:cubicBezTo>
                    <a:cubicBezTo>
                      <a:pt x="9143" y="23760"/>
                      <a:pt x="9627" y="23276"/>
                      <a:pt x="10128" y="22809"/>
                    </a:cubicBezTo>
                    <a:cubicBezTo>
                      <a:pt x="10518" y="22438"/>
                      <a:pt x="10935" y="22335"/>
                      <a:pt x="11366" y="22335"/>
                    </a:cubicBezTo>
                    <a:cubicBezTo>
                      <a:pt x="11904" y="22335"/>
                      <a:pt x="12465" y="22495"/>
                      <a:pt x="13026" y="22495"/>
                    </a:cubicBezTo>
                    <a:cubicBezTo>
                      <a:pt x="13270" y="22495"/>
                      <a:pt x="13515" y="22465"/>
                      <a:pt x="13757" y="22377"/>
                    </a:cubicBezTo>
                    <a:cubicBezTo>
                      <a:pt x="14876" y="21972"/>
                      <a:pt x="15968" y="21278"/>
                      <a:pt x="17215" y="21278"/>
                    </a:cubicBezTo>
                    <a:cubicBezTo>
                      <a:pt x="17721" y="21278"/>
                      <a:pt x="18252" y="21392"/>
                      <a:pt x="18820" y="21686"/>
                    </a:cubicBezTo>
                    <a:cubicBezTo>
                      <a:pt x="20272" y="22429"/>
                      <a:pt x="22242" y="22343"/>
                      <a:pt x="21966" y="24780"/>
                    </a:cubicBezTo>
                    <a:cubicBezTo>
                      <a:pt x="21914" y="25212"/>
                      <a:pt x="22104" y="25868"/>
                      <a:pt x="22415" y="26127"/>
                    </a:cubicBezTo>
                    <a:cubicBezTo>
                      <a:pt x="23746" y="27251"/>
                      <a:pt x="23659" y="29411"/>
                      <a:pt x="23210" y="29981"/>
                    </a:cubicBezTo>
                    <a:cubicBezTo>
                      <a:pt x="22052" y="31485"/>
                      <a:pt x="22484" y="32573"/>
                      <a:pt x="22985" y="33973"/>
                    </a:cubicBezTo>
                    <a:cubicBezTo>
                      <a:pt x="23124" y="34405"/>
                      <a:pt x="22795" y="35045"/>
                      <a:pt x="22553" y="35529"/>
                    </a:cubicBezTo>
                    <a:cubicBezTo>
                      <a:pt x="21447" y="37844"/>
                      <a:pt x="19356" y="39469"/>
                      <a:pt x="18233" y="41802"/>
                    </a:cubicBezTo>
                    <a:cubicBezTo>
                      <a:pt x="17455" y="43409"/>
                      <a:pt x="17058" y="48783"/>
                      <a:pt x="18354" y="49734"/>
                    </a:cubicBezTo>
                    <a:cubicBezTo>
                      <a:pt x="20220" y="51116"/>
                      <a:pt x="19927" y="52862"/>
                      <a:pt x="20238" y="54659"/>
                    </a:cubicBezTo>
                    <a:cubicBezTo>
                      <a:pt x="20428" y="55748"/>
                      <a:pt x="20410" y="57528"/>
                      <a:pt x="20687" y="57752"/>
                    </a:cubicBezTo>
                    <a:cubicBezTo>
                      <a:pt x="22380" y="59083"/>
                      <a:pt x="22242" y="61364"/>
                      <a:pt x="23625" y="62764"/>
                    </a:cubicBezTo>
                    <a:cubicBezTo>
                      <a:pt x="23915" y="63066"/>
                      <a:pt x="24197" y="63258"/>
                      <a:pt x="24508" y="63258"/>
                    </a:cubicBezTo>
                    <a:cubicBezTo>
                      <a:pt x="24660" y="63258"/>
                      <a:pt x="24820" y="63212"/>
                      <a:pt x="24990" y="63110"/>
                    </a:cubicBezTo>
                    <a:cubicBezTo>
                      <a:pt x="25508" y="62816"/>
                      <a:pt x="25526" y="62246"/>
                      <a:pt x="25197" y="61831"/>
                    </a:cubicBezTo>
                    <a:cubicBezTo>
                      <a:pt x="23607" y="59671"/>
                      <a:pt x="23746" y="56888"/>
                      <a:pt x="22536" y="54590"/>
                    </a:cubicBezTo>
                    <a:cubicBezTo>
                      <a:pt x="22415" y="54348"/>
                      <a:pt x="22605" y="53933"/>
                      <a:pt x="22692" y="53605"/>
                    </a:cubicBezTo>
                    <a:cubicBezTo>
                      <a:pt x="22704" y="53568"/>
                      <a:pt x="22878" y="53539"/>
                      <a:pt x="22981" y="53539"/>
                    </a:cubicBezTo>
                    <a:cubicBezTo>
                      <a:pt x="23021" y="53539"/>
                      <a:pt x="23050" y="53543"/>
                      <a:pt x="23054" y="53553"/>
                    </a:cubicBezTo>
                    <a:cubicBezTo>
                      <a:pt x="23175" y="53812"/>
                      <a:pt x="23366" y="54106"/>
                      <a:pt x="23366" y="54400"/>
                    </a:cubicBezTo>
                    <a:cubicBezTo>
                      <a:pt x="23383" y="56819"/>
                      <a:pt x="24973" y="58617"/>
                      <a:pt x="26027" y="60569"/>
                    </a:cubicBezTo>
                    <a:cubicBezTo>
                      <a:pt x="26977" y="62297"/>
                      <a:pt x="28654" y="63663"/>
                      <a:pt x="27720" y="65978"/>
                    </a:cubicBezTo>
                    <a:cubicBezTo>
                      <a:pt x="27530" y="66445"/>
                      <a:pt x="27928" y="66791"/>
                      <a:pt x="28273" y="67136"/>
                    </a:cubicBezTo>
                    <a:cubicBezTo>
                      <a:pt x="29138" y="68000"/>
                      <a:pt x="30226" y="68536"/>
                      <a:pt x="31246" y="69193"/>
                    </a:cubicBezTo>
                    <a:cubicBezTo>
                      <a:pt x="32910" y="70222"/>
                      <a:pt x="34447" y="71516"/>
                      <a:pt x="36422" y="71516"/>
                    </a:cubicBezTo>
                    <a:cubicBezTo>
                      <a:pt x="36867" y="71516"/>
                      <a:pt x="37334" y="71451"/>
                      <a:pt x="37830" y="71301"/>
                    </a:cubicBezTo>
                    <a:cubicBezTo>
                      <a:pt x="37930" y="71272"/>
                      <a:pt x="38022" y="71258"/>
                      <a:pt x="38107" y="71258"/>
                    </a:cubicBezTo>
                    <a:cubicBezTo>
                      <a:pt x="38527" y="71258"/>
                      <a:pt x="38793" y="71582"/>
                      <a:pt x="39023" y="71941"/>
                    </a:cubicBezTo>
                    <a:cubicBezTo>
                      <a:pt x="39748" y="73098"/>
                      <a:pt x="40768" y="73721"/>
                      <a:pt x="42116" y="74032"/>
                    </a:cubicBezTo>
                    <a:cubicBezTo>
                      <a:pt x="43585" y="74360"/>
                      <a:pt x="45296" y="74775"/>
                      <a:pt x="45745" y="76399"/>
                    </a:cubicBezTo>
                    <a:cubicBezTo>
                      <a:pt x="46194" y="78110"/>
                      <a:pt x="47439" y="79112"/>
                      <a:pt x="48648" y="79907"/>
                    </a:cubicBezTo>
                    <a:cubicBezTo>
                      <a:pt x="49237" y="80296"/>
                      <a:pt x="50039" y="81326"/>
                      <a:pt x="50895" y="81326"/>
                    </a:cubicBezTo>
                    <a:cubicBezTo>
                      <a:pt x="51372" y="81326"/>
                      <a:pt x="51865" y="81007"/>
                      <a:pt x="52347" y="80080"/>
                    </a:cubicBezTo>
                    <a:cubicBezTo>
                      <a:pt x="52462" y="79850"/>
                      <a:pt x="52631" y="79714"/>
                      <a:pt x="52813" y="79714"/>
                    </a:cubicBezTo>
                    <a:cubicBezTo>
                      <a:pt x="53013" y="79714"/>
                      <a:pt x="53228" y="79880"/>
                      <a:pt x="53401" y="80270"/>
                    </a:cubicBezTo>
                    <a:cubicBezTo>
                      <a:pt x="54593" y="83156"/>
                      <a:pt x="53919" y="85697"/>
                      <a:pt x="51621" y="87943"/>
                    </a:cubicBezTo>
                    <a:cubicBezTo>
                      <a:pt x="50498" y="89049"/>
                      <a:pt x="49806" y="90604"/>
                      <a:pt x="50774" y="92194"/>
                    </a:cubicBezTo>
                    <a:cubicBezTo>
                      <a:pt x="51085" y="92730"/>
                      <a:pt x="51068" y="92886"/>
                      <a:pt x="50688" y="93283"/>
                    </a:cubicBezTo>
                    <a:cubicBezTo>
                      <a:pt x="49685" y="94337"/>
                      <a:pt x="49703" y="95875"/>
                      <a:pt x="50567" y="96636"/>
                    </a:cubicBezTo>
                    <a:cubicBezTo>
                      <a:pt x="52208" y="98087"/>
                      <a:pt x="52986" y="99971"/>
                      <a:pt x="53971" y="101803"/>
                    </a:cubicBezTo>
                    <a:cubicBezTo>
                      <a:pt x="55440" y="104516"/>
                      <a:pt x="56771" y="107281"/>
                      <a:pt x="59933" y="108629"/>
                    </a:cubicBezTo>
                    <a:cubicBezTo>
                      <a:pt x="61661" y="109372"/>
                      <a:pt x="62629" y="111014"/>
                      <a:pt x="62664" y="113122"/>
                    </a:cubicBezTo>
                    <a:cubicBezTo>
                      <a:pt x="62716" y="116319"/>
                      <a:pt x="62871" y="119516"/>
                      <a:pt x="63096" y="122713"/>
                    </a:cubicBezTo>
                    <a:cubicBezTo>
                      <a:pt x="63251" y="125115"/>
                      <a:pt x="64426" y="127431"/>
                      <a:pt x="63631" y="129920"/>
                    </a:cubicBezTo>
                    <a:cubicBezTo>
                      <a:pt x="63303" y="130922"/>
                      <a:pt x="63459" y="131907"/>
                      <a:pt x="63839" y="132875"/>
                    </a:cubicBezTo>
                    <a:cubicBezTo>
                      <a:pt x="64323" y="134067"/>
                      <a:pt x="64461" y="135363"/>
                      <a:pt x="64288" y="136642"/>
                    </a:cubicBezTo>
                    <a:cubicBezTo>
                      <a:pt x="64184" y="137593"/>
                      <a:pt x="64582" y="138664"/>
                      <a:pt x="65653" y="139148"/>
                    </a:cubicBezTo>
                    <a:cubicBezTo>
                      <a:pt x="65680" y="139159"/>
                      <a:pt x="65711" y="139163"/>
                      <a:pt x="65743" y="139163"/>
                    </a:cubicBezTo>
                    <a:cubicBezTo>
                      <a:pt x="65886" y="139163"/>
                      <a:pt x="66069" y="139076"/>
                      <a:pt x="66205" y="139076"/>
                    </a:cubicBezTo>
                    <a:cubicBezTo>
                      <a:pt x="66332" y="139076"/>
                      <a:pt x="66419" y="139151"/>
                      <a:pt x="66397" y="139442"/>
                    </a:cubicBezTo>
                    <a:cubicBezTo>
                      <a:pt x="66362" y="139995"/>
                      <a:pt x="67071" y="140565"/>
                      <a:pt x="66293" y="141135"/>
                    </a:cubicBezTo>
                    <a:cubicBezTo>
                      <a:pt x="65895" y="141412"/>
                      <a:pt x="65360" y="142259"/>
                      <a:pt x="65774" y="142414"/>
                    </a:cubicBezTo>
                    <a:cubicBezTo>
                      <a:pt x="66898" y="142846"/>
                      <a:pt x="66500" y="143797"/>
                      <a:pt x="66777" y="144488"/>
                    </a:cubicBezTo>
                    <a:cubicBezTo>
                      <a:pt x="67468" y="146164"/>
                      <a:pt x="68505" y="147668"/>
                      <a:pt x="69801" y="148929"/>
                    </a:cubicBezTo>
                    <a:cubicBezTo>
                      <a:pt x="71823" y="150906"/>
                      <a:pt x="74091" y="152091"/>
                      <a:pt x="76808" y="152091"/>
                    </a:cubicBezTo>
                    <a:cubicBezTo>
                      <a:pt x="77226" y="152091"/>
                      <a:pt x="77656" y="152063"/>
                      <a:pt x="78096" y="152005"/>
                    </a:cubicBezTo>
                    <a:cubicBezTo>
                      <a:pt x="78355" y="151953"/>
                      <a:pt x="78580" y="151781"/>
                      <a:pt x="78718" y="151556"/>
                    </a:cubicBezTo>
                    <a:cubicBezTo>
                      <a:pt x="78874" y="151262"/>
                      <a:pt x="78615" y="151038"/>
                      <a:pt x="78355" y="150882"/>
                    </a:cubicBezTo>
                    <a:cubicBezTo>
                      <a:pt x="77595" y="150415"/>
                      <a:pt x="76835" y="149914"/>
                      <a:pt x="76040" y="149482"/>
                    </a:cubicBezTo>
                    <a:cubicBezTo>
                      <a:pt x="73914" y="148342"/>
                      <a:pt x="73551" y="146648"/>
                      <a:pt x="74899" y="144695"/>
                    </a:cubicBezTo>
                    <a:cubicBezTo>
                      <a:pt x="75608" y="143658"/>
                      <a:pt x="75694" y="142570"/>
                      <a:pt x="74173" y="142017"/>
                    </a:cubicBezTo>
                    <a:cubicBezTo>
                      <a:pt x="73707" y="141861"/>
                      <a:pt x="72929" y="141550"/>
                      <a:pt x="73551" y="140997"/>
                    </a:cubicBezTo>
                    <a:cubicBezTo>
                      <a:pt x="74260" y="140340"/>
                      <a:pt x="74260" y="139597"/>
                      <a:pt x="74415" y="138837"/>
                    </a:cubicBezTo>
                    <a:cubicBezTo>
                      <a:pt x="74605" y="137783"/>
                      <a:pt x="73534" y="136193"/>
                      <a:pt x="75677" y="135985"/>
                    </a:cubicBezTo>
                    <a:cubicBezTo>
                      <a:pt x="75746" y="135985"/>
                      <a:pt x="75850" y="135588"/>
                      <a:pt x="75798" y="135432"/>
                    </a:cubicBezTo>
                    <a:cubicBezTo>
                      <a:pt x="75444" y="134260"/>
                      <a:pt x="75867" y="133923"/>
                      <a:pt x="76900" y="133923"/>
                    </a:cubicBezTo>
                    <a:cubicBezTo>
                      <a:pt x="76978" y="133923"/>
                      <a:pt x="77060" y="133925"/>
                      <a:pt x="77146" y="133929"/>
                    </a:cubicBezTo>
                    <a:cubicBezTo>
                      <a:pt x="77188" y="133931"/>
                      <a:pt x="77231" y="133932"/>
                      <a:pt x="77272" y="133932"/>
                    </a:cubicBezTo>
                    <a:cubicBezTo>
                      <a:pt x="78202" y="133932"/>
                      <a:pt x="78980" y="133388"/>
                      <a:pt x="79427" y="132512"/>
                    </a:cubicBezTo>
                    <a:cubicBezTo>
                      <a:pt x="79859" y="131648"/>
                      <a:pt x="79738" y="130836"/>
                      <a:pt x="79047" y="130110"/>
                    </a:cubicBezTo>
                    <a:cubicBezTo>
                      <a:pt x="78857" y="129902"/>
                      <a:pt x="78822" y="129557"/>
                      <a:pt x="78701" y="129280"/>
                    </a:cubicBezTo>
                    <a:lnTo>
                      <a:pt x="78701" y="129280"/>
                    </a:lnTo>
                    <a:cubicBezTo>
                      <a:pt x="78977" y="129298"/>
                      <a:pt x="79237" y="129332"/>
                      <a:pt x="79513" y="129384"/>
                    </a:cubicBezTo>
                    <a:cubicBezTo>
                      <a:pt x="79669" y="129427"/>
                      <a:pt x="79830" y="129448"/>
                      <a:pt x="79991" y="129448"/>
                    </a:cubicBezTo>
                    <a:cubicBezTo>
                      <a:pt x="80347" y="129448"/>
                      <a:pt x="80702" y="129344"/>
                      <a:pt x="80999" y="129142"/>
                    </a:cubicBezTo>
                    <a:cubicBezTo>
                      <a:pt x="82900" y="128001"/>
                      <a:pt x="83350" y="125841"/>
                      <a:pt x="84473" y="124148"/>
                    </a:cubicBezTo>
                    <a:cubicBezTo>
                      <a:pt x="85216" y="123024"/>
                      <a:pt x="86149" y="121815"/>
                      <a:pt x="85544" y="120225"/>
                    </a:cubicBezTo>
                    <a:cubicBezTo>
                      <a:pt x="85026" y="118808"/>
                      <a:pt x="85959" y="118186"/>
                      <a:pt x="86927" y="117356"/>
                    </a:cubicBezTo>
                    <a:cubicBezTo>
                      <a:pt x="88258" y="116233"/>
                      <a:pt x="90314" y="116371"/>
                      <a:pt x="91230" y="115213"/>
                    </a:cubicBezTo>
                    <a:cubicBezTo>
                      <a:pt x="93096" y="112846"/>
                      <a:pt x="93788" y="109908"/>
                      <a:pt x="93874" y="106866"/>
                    </a:cubicBezTo>
                    <a:cubicBezTo>
                      <a:pt x="93909" y="105743"/>
                      <a:pt x="93563" y="104637"/>
                      <a:pt x="94635" y="103635"/>
                    </a:cubicBezTo>
                    <a:cubicBezTo>
                      <a:pt x="95637" y="102650"/>
                      <a:pt x="96432" y="101492"/>
                      <a:pt x="97002" y="100213"/>
                    </a:cubicBezTo>
                    <a:cubicBezTo>
                      <a:pt x="98350" y="97189"/>
                      <a:pt x="97555" y="95668"/>
                      <a:pt x="93770" y="93404"/>
                    </a:cubicBezTo>
                    <a:cubicBezTo>
                      <a:pt x="92864" y="92866"/>
                      <a:pt x="92012" y="92178"/>
                      <a:pt x="90923" y="92178"/>
                    </a:cubicBezTo>
                    <a:cubicBezTo>
                      <a:pt x="90787" y="92178"/>
                      <a:pt x="90648" y="92189"/>
                      <a:pt x="90504" y="92212"/>
                    </a:cubicBezTo>
                    <a:cubicBezTo>
                      <a:pt x="90375" y="92232"/>
                      <a:pt x="90250" y="92241"/>
                      <a:pt x="90128" y="92241"/>
                    </a:cubicBezTo>
                    <a:cubicBezTo>
                      <a:pt x="89316" y="92241"/>
                      <a:pt x="88640" y="91827"/>
                      <a:pt x="87964" y="91451"/>
                    </a:cubicBezTo>
                    <a:cubicBezTo>
                      <a:pt x="86720" y="90760"/>
                      <a:pt x="85423" y="90190"/>
                      <a:pt x="84076" y="89740"/>
                    </a:cubicBezTo>
                    <a:cubicBezTo>
                      <a:pt x="83419" y="89533"/>
                      <a:pt x="82365" y="89412"/>
                      <a:pt x="82226" y="88306"/>
                    </a:cubicBezTo>
                    <a:cubicBezTo>
                      <a:pt x="81898" y="85511"/>
                      <a:pt x="80349" y="82231"/>
                      <a:pt x="77208" y="82231"/>
                    </a:cubicBezTo>
                    <a:cubicBezTo>
                      <a:pt x="77047" y="82231"/>
                      <a:pt x="76883" y="82240"/>
                      <a:pt x="76714" y="82258"/>
                    </a:cubicBezTo>
                    <a:cubicBezTo>
                      <a:pt x="76610" y="82274"/>
                      <a:pt x="76507" y="82282"/>
                      <a:pt x="76405" y="82282"/>
                    </a:cubicBezTo>
                    <a:cubicBezTo>
                      <a:pt x="75873" y="82282"/>
                      <a:pt x="75365" y="82061"/>
                      <a:pt x="75003" y="81670"/>
                    </a:cubicBezTo>
                    <a:cubicBezTo>
                      <a:pt x="73810" y="80478"/>
                      <a:pt x="72722" y="79147"/>
                      <a:pt x="71356" y="78179"/>
                    </a:cubicBezTo>
                    <a:cubicBezTo>
                      <a:pt x="70652" y="77672"/>
                      <a:pt x="69937" y="76844"/>
                      <a:pt x="68958" y="76844"/>
                    </a:cubicBezTo>
                    <a:cubicBezTo>
                      <a:pt x="68735" y="76844"/>
                      <a:pt x="68499" y="76887"/>
                      <a:pt x="68246" y="76987"/>
                    </a:cubicBezTo>
                    <a:cubicBezTo>
                      <a:pt x="68013" y="77081"/>
                      <a:pt x="67785" y="77113"/>
                      <a:pt x="67562" y="77113"/>
                    </a:cubicBezTo>
                    <a:cubicBezTo>
                      <a:pt x="67089" y="77113"/>
                      <a:pt x="66635" y="76969"/>
                      <a:pt x="66189" y="76969"/>
                    </a:cubicBezTo>
                    <a:cubicBezTo>
                      <a:pt x="64783" y="76969"/>
                      <a:pt x="63941" y="75706"/>
                      <a:pt x="62605" y="75706"/>
                    </a:cubicBezTo>
                    <a:cubicBezTo>
                      <a:pt x="62579" y="75706"/>
                      <a:pt x="62552" y="75707"/>
                      <a:pt x="62525" y="75708"/>
                    </a:cubicBezTo>
                    <a:cubicBezTo>
                      <a:pt x="62280" y="75708"/>
                      <a:pt x="61828" y="76012"/>
                      <a:pt x="61511" y="76012"/>
                    </a:cubicBezTo>
                    <a:cubicBezTo>
                      <a:pt x="61248" y="76012"/>
                      <a:pt x="61077" y="75802"/>
                      <a:pt x="61195" y="75034"/>
                    </a:cubicBezTo>
                    <a:cubicBezTo>
                      <a:pt x="61232" y="74788"/>
                      <a:pt x="60883" y="74612"/>
                      <a:pt x="60617" y="74612"/>
                    </a:cubicBezTo>
                    <a:cubicBezTo>
                      <a:pt x="60509" y="74612"/>
                      <a:pt x="60415" y="74641"/>
                      <a:pt x="60365" y="74706"/>
                    </a:cubicBezTo>
                    <a:cubicBezTo>
                      <a:pt x="59225" y="76088"/>
                      <a:pt x="57099" y="76071"/>
                      <a:pt x="56166" y="77747"/>
                    </a:cubicBezTo>
                    <a:cubicBezTo>
                      <a:pt x="55842" y="78325"/>
                      <a:pt x="55457" y="78771"/>
                      <a:pt x="54917" y="78771"/>
                    </a:cubicBezTo>
                    <a:cubicBezTo>
                      <a:pt x="54649" y="78771"/>
                      <a:pt x="54343" y="78661"/>
                      <a:pt x="53988" y="78404"/>
                    </a:cubicBezTo>
                    <a:cubicBezTo>
                      <a:pt x="53637" y="78125"/>
                      <a:pt x="53206" y="77982"/>
                      <a:pt x="52772" y="77982"/>
                    </a:cubicBezTo>
                    <a:cubicBezTo>
                      <a:pt x="52480" y="77982"/>
                      <a:pt x="52186" y="78047"/>
                      <a:pt x="51915" y="78179"/>
                    </a:cubicBezTo>
                    <a:cubicBezTo>
                      <a:pt x="51373" y="78410"/>
                      <a:pt x="50918" y="78527"/>
                      <a:pt x="50541" y="78527"/>
                    </a:cubicBezTo>
                    <a:cubicBezTo>
                      <a:pt x="49618" y="78527"/>
                      <a:pt x="49166" y="77825"/>
                      <a:pt x="49080" y="76365"/>
                    </a:cubicBezTo>
                    <a:cubicBezTo>
                      <a:pt x="49046" y="75397"/>
                      <a:pt x="49184" y="74446"/>
                      <a:pt x="49478" y="73530"/>
                    </a:cubicBezTo>
                    <a:cubicBezTo>
                      <a:pt x="50012" y="71861"/>
                      <a:pt x="49095" y="70692"/>
                      <a:pt x="47366" y="70692"/>
                    </a:cubicBezTo>
                    <a:cubicBezTo>
                      <a:pt x="47305" y="70692"/>
                      <a:pt x="47243" y="70693"/>
                      <a:pt x="47179" y="70696"/>
                    </a:cubicBezTo>
                    <a:cubicBezTo>
                      <a:pt x="46730" y="70714"/>
                      <a:pt x="46281" y="70765"/>
                      <a:pt x="45814" y="70783"/>
                    </a:cubicBezTo>
                    <a:cubicBezTo>
                      <a:pt x="45755" y="70784"/>
                      <a:pt x="45699" y="70786"/>
                      <a:pt x="45645" y="70786"/>
                    </a:cubicBezTo>
                    <a:cubicBezTo>
                      <a:pt x="45148" y="70786"/>
                      <a:pt x="44886" y="70683"/>
                      <a:pt x="45088" y="69919"/>
                    </a:cubicBezTo>
                    <a:cubicBezTo>
                      <a:pt x="45469" y="68484"/>
                      <a:pt x="46143" y="67240"/>
                      <a:pt x="46886" y="65996"/>
                    </a:cubicBezTo>
                    <a:cubicBezTo>
                      <a:pt x="47214" y="65443"/>
                      <a:pt x="47231" y="64993"/>
                      <a:pt x="46747" y="64613"/>
                    </a:cubicBezTo>
                    <a:cubicBezTo>
                      <a:pt x="46406" y="64334"/>
                      <a:pt x="45929" y="64209"/>
                      <a:pt x="45417" y="64209"/>
                    </a:cubicBezTo>
                    <a:cubicBezTo>
                      <a:pt x="44221" y="64209"/>
                      <a:pt x="42833" y="64889"/>
                      <a:pt x="42531" y="65857"/>
                    </a:cubicBezTo>
                    <a:cubicBezTo>
                      <a:pt x="42161" y="67044"/>
                      <a:pt x="40793" y="67929"/>
                      <a:pt x="39553" y="67929"/>
                    </a:cubicBezTo>
                    <a:cubicBezTo>
                      <a:pt x="39113" y="67929"/>
                      <a:pt x="38689" y="67817"/>
                      <a:pt x="38331" y="67568"/>
                    </a:cubicBezTo>
                    <a:cubicBezTo>
                      <a:pt x="36966" y="66601"/>
                      <a:pt x="35998" y="64872"/>
                      <a:pt x="36517" y="63455"/>
                    </a:cubicBezTo>
                    <a:cubicBezTo>
                      <a:pt x="37571" y="60569"/>
                      <a:pt x="37986" y="56802"/>
                      <a:pt x="41822" y="56093"/>
                    </a:cubicBezTo>
                    <a:cubicBezTo>
                      <a:pt x="44259" y="55627"/>
                      <a:pt x="46696" y="55299"/>
                      <a:pt x="49167" y="55126"/>
                    </a:cubicBezTo>
                    <a:cubicBezTo>
                      <a:pt x="49252" y="55120"/>
                      <a:pt x="49338" y="55117"/>
                      <a:pt x="49425" y="55117"/>
                    </a:cubicBezTo>
                    <a:cubicBezTo>
                      <a:pt x="50819" y="55117"/>
                      <a:pt x="52364" y="55920"/>
                      <a:pt x="51811" y="58133"/>
                    </a:cubicBezTo>
                    <a:cubicBezTo>
                      <a:pt x="51707" y="58582"/>
                      <a:pt x="52087" y="59204"/>
                      <a:pt x="52329" y="59688"/>
                    </a:cubicBezTo>
                    <a:cubicBezTo>
                      <a:pt x="52602" y="60250"/>
                      <a:pt x="52992" y="60846"/>
                      <a:pt x="53666" y="60846"/>
                    </a:cubicBezTo>
                    <a:cubicBezTo>
                      <a:pt x="53675" y="60846"/>
                      <a:pt x="53685" y="60846"/>
                      <a:pt x="53695" y="60846"/>
                    </a:cubicBezTo>
                    <a:cubicBezTo>
                      <a:pt x="54455" y="60811"/>
                      <a:pt x="54628" y="60085"/>
                      <a:pt x="54852" y="59498"/>
                    </a:cubicBezTo>
                    <a:cubicBezTo>
                      <a:pt x="55146" y="58703"/>
                      <a:pt x="55146" y="57822"/>
                      <a:pt x="54887" y="57027"/>
                    </a:cubicBezTo>
                    <a:cubicBezTo>
                      <a:pt x="54127" y="54642"/>
                      <a:pt x="54922" y="53017"/>
                      <a:pt x="57116" y="51894"/>
                    </a:cubicBezTo>
                    <a:cubicBezTo>
                      <a:pt x="58291" y="51307"/>
                      <a:pt x="59328" y="50442"/>
                      <a:pt x="60469" y="49786"/>
                    </a:cubicBezTo>
                    <a:cubicBezTo>
                      <a:pt x="62128" y="48818"/>
                      <a:pt x="61575" y="46641"/>
                      <a:pt x="63096" y="45448"/>
                    </a:cubicBezTo>
                    <a:cubicBezTo>
                      <a:pt x="64720" y="44169"/>
                      <a:pt x="65757" y="42113"/>
                      <a:pt x="68194" y="42061"/>
                    </a:cubicBezTo>
                    <a:cubicBezTo>
                      <a:pt x="68574" y="42044"/>
                      <a:pt x="69006" y="41888"/>
                      <a:pt x="69075" y="41456"/>
                    </a:cubicBezTo>
                    <a:cubicBezTo>
                      <a:pt x="69369" y="39711"/>
                      <a:pt x="70924" y="39417"/>
                      <a:pt x="72151" y="38760"/>
                    </a:cubicBezTo>
                    <a:cubicBezTo>
                      <a:pt x="72321" y="38667"/>
                      <a:pt x="72565" y="38512"/>
                      <a:pt x="72753" y="38512"/>
                    </a:cubicBezTo>
                    <a:cubicBezTo>
                      <a:pt x="72950" y="38512"/>
                      <a:pt x="73086" y="38680"/>
                      <a:pt x="73015" y="39261"/>
                    </a:cubicBezTo>
                    <a:cubicBezTo>
                      <a:pt x="72956" y="39796"/>
                      <a:pt x="73330" y="40078"/>
                      <a:pt x="73743" y="40078"/>
                    </a:cubicBezTo>
                    <a:cubicBezTo>
                      <a:pt x="73931" y="40078"/>
                      <a:pt x="74127" y="40020"/>
                      <a:pt x="74294" y="39901"/>
                    </a:cubicBezTo>
                    <a:cubicBezTo>
                      <a:pt x="75746" y="38898"/>
                      <a:pt x="77457" y="38501"/>
                      <a:pt x="78995" y="37723"/>
                    </a:cubicBezTo>
                    <a:cubicBezTo>
                      <a:pt x="79738" y="37326"/>
                      <a:pt x="80291" y="36773"/>
                      <a:pt x="79790" y="35995"/>
                    </a:cubicBezTo>
                    <a:cubicBezTo>
                      <a:pt x="79597" y="35708"/>
                      <a:pt x="79414" y="35603"/>
                      <a:pt x="79239" y="35603"/>
                    </a:cubicBezTo>
                    <a:cubicBezTo>
                      <a:pt x="78865" y="35603"/>
                      <a:pt x="78524" y="36083"/>
                      <a:pt x="78183" y="36306"/>
                    </a:cubicBezTo>
                    <a:cubicBezTo>
                      <a:pt x="77820" y="36545"/>
                      <a:pt x="77447" y="36741"/>
                      <a:pt x="77083" y="36741"/>
                    </a:cubicBezTo>
                    <a:cubicBezTo>
                      <a:pt x="76789" y="36741"/>
                      <a:pt x="76501" y="36612"/>
                      <a:pt x="76230" y="36272"/>
                    </a:cubicBezTo>
                    <a:cubicBezTo>
                      <a:pt x="75677" y="35563"/>
                      <a:pt x="76126" y="35148"/>
                      <a:pt x="76731" y="34751"/>
                    </a:cubicBezTo>
                    <a:cubicBezTo>
                      <a:pt x="77318" y="34371"/>
                      <a:pt x="77284" y="33818"/>
                      <a:pt x="77025" y="33196"/>
                    </a:cubicBezTo>
                    <a:cubicBezTo>
                      <a:pt x="76921" y="32919"/>
                      <a:pt x="76161" y="33023"/>
                      <a:pt x="76593" y="32643"/>
                    </a:cubicBezTo>
                    <a:cubicBezTo>
                      <a:pt x="76708" y="32536"/>
                      <a:pt x="76805" y="32492"/>
                      <a:pt x="76888" y="32492"/>
                    </a:cubicBezTo>
                    <a:cubicBezTo>
                      <a:pt x="77143" y="32492"/>
                      <a:pt x="77279" y="32892"/>
                      <a:pt x="77474" y="33126"/>
                    </a:cubicBezTo>
                    <a:cubicBezTo>
                      <a:pt x="77830" y="33563"/>
                      <a:pt x="78559" y="33892"/>
                      <a:pt x="79019" y="33892"/>
                    </a:cubicBezTo>
                    <a:cubicBezTo>
                      <a:pt x="79251" y="33892"/>
                      <a:pt x="79415" y="33808"/>
                      <a:pt x="79427" y="33610"/>
                    </a:cubicBezTo>
                    <a:cubicBezTo>
                      <a:pt x="79485" y="32639"/>
                      <a:pt x="79866" y="32465"/>
                      <a:pt x="80317" y="32465"/>
                    </a:cubicBezTo>
                    <a:cubicBezTo>
                      <a:pt x="80569" y="32465"/>
                      <a:pt x="80843" y="32519"/>
                      <a:pt x="81095" y="32519"/>
                    </a:cubicBezTo>
                    <a:cubicBezTo>
                      <a:pt x="81194" y="32519"/>
                      <a:pt x="81290" y="32511"/>
                      <a:pt x="81380" y="32487"/>
                    </a:cubicBezTo>
                    <a:cubicBezTo>
                      <a:pt x="81894" y="32340"/>
                      <a:pt x="82271" y="31830"/>
                      <a:pt x="82830" y="31830"/>
                    </a:cubicBezTo>
                    <a:cubicBezTo>
                      <a:pt x="82928" y="31830"/>
                      <a:pt x="83031" y="31846"/>
                      <a:pt x="83142" y="31882"/>
                    </a:cubicBezTo>
                    <a:cubicBezTo>
                      <a:pt x="82658" y="32470"/>
                      <a:pt x="82192" y="33075"/>
                      <a:pt x="81708" y="33679"/>
                    </a:cubicBezTo>
                    <a:cubicBezTo>
                      <a:pt x="81604" y="33766"/>
                      <a:pt x="81483" y="33835"/>
                      <a:pt x="81362" y="33904"/>
                    </a:cubicBezTo>
                    <a:cubicBezTo>
                      <a:pt x="81034" y="34129"/>
                      <a:pt x="80775" y="34423"/>
                      <a:pt x="80878" y="34872"/>
                    </a:cubicBezTo>
                    <a:cubicBezTo>
                      <a:pt x="80999" y="35304"/>
                      <a:pt x="81380" y="35252"/>
                      <a:pt x="81673" y="35425"/>
                    </a:cubicBezTo>
                    <a:cubicBezTo>
                      <a:pt x="81973" y="35596"/>
                      <a:pt x="82292" y="35648"/>
                      <a:pt x="82615" y="35648"/>
                    </a:cubicBezTo>
                    <a:cubicBezTo>
                      <a:pt x="83130" y="35648"/>
                      <a:pt x="83658" y="35514"/>
                      <a:pt x="84141" y="35514"/>
                    </a:cubicBezTo>
                    <a:cubicBezTo>
                      <a:pt x="84489" y="35514"/>
                      <a:pt x="84814" y="35584"/>
                      <a:pt x="85095" y="35822"/>
                    </a:cubicBezTo>
                    <a:cubicBezTo>
                      <a:pt x="85535" y="36187"/>
                      <a:pt x="85875" y="36332"/>
                      <a:pt x="86134" y="36332"/>
                    </a:cubicBezTo>
                    <a:cubicBezTo>
                      <a:pt x="86710" y="36332"/>
                      <a:pt x="86887" y="35618"/>
                      <a:pt x="86875" y="35010"/>
                    </a:cubicBezTo>
                    <a:cubicBezTo>
                      <a:pt x="86858" y="34215"/>
                      <a:pt x="87601" y="32729"/>
                      <a:pt x="85665" y="32625"/>
                    </a:cubicBezTo>
                    <a:cubicBezTo>
                      <a:pt x="84991" y="32591"/>
                      <a:pt x="85130" y="31986"/>
                      <a:pt x="85596" y="31485"/>
                    </a:cubicBezTo>
                    <a:cubicBezTo>
                      <a:pt x="87186" y="29791"/>
                      <a:pt x="86650" y="27527"/>
                      <a:pt x="84508" y="26767"/>
                    </a:cubicBezTo>
                    <a:cubicBezTo>
                      <a:pt x="84006" y="26594"/>
                      <a:pt x="83557" y="26214"/>
                      <a:pt x="83661" y="25834"/>
                    </a:cubicBezTo>
                    <a:cubicBezTo>
                      <a:pt x="83972" y="24503"/>
                      <a:pt x="83039" y="23432"/>
                      <a:pt x="83090" y="22170"/>
                    </a:cubicBezTo>
                    <a:cubicBezTo>
                      <a:pt x="83108" y="21773"/>
                      <a:pt x="83073" y="21375"/>
                      <a:pt x="82624" y="21220"/>
                    </a:cubicBezTo>
                    <a:cubicBezTo>
                      <a:pt x="82529" y="21188"/>
                      <a:pt x="82437" y="21174"/>
                      <a:pt x="82348" y="21174"/>
                    </a:cubicBezTo>
                    <a:cubicBezTo>
                      <a:pt x="82049" y="21174"/>
                      <a:pt x="81787" y="21339"/>
                      <a:pt x="81587" y="21565"/>
                    </a:cubicBezTo>
                    <a:cubicBezTo>
                      <a:pt x="81086" y="22135"/>
                      <a:pt x="80464" y="22602"/>
                      <a:pt x="79755" y="22913"/>
                    </a:cubicBezTo>
                    <a:cubicBezTo>
                      <a:pt x="79583" y="22995"/>
                      <a:pt x="79411" y="23071"/>
                      <a:pt x="79247" y="23071"/>
                    </a:cubicBezTo>
                    <a:cubicBezTo>
                      <a:pt x="79097" y="23071"/>
                      <a:pt x="78954" y="23008"/>
                      <a:pt x="78822" y="22827"/>
                    </a:cubicBezTo>
                    <a:cubicBezTo>
                      <a:pt x="78563" y="22498"/>
                      <a:pt x="78753" y="22274"/>
                      <a:pt x="78960" y="22015"/>
                    </a:cubicBezTo>
                    <a:cubicBezTo>
                      <a:pt x="79496" y="21254"/>
                      <a:pt x="79254" y="20736"/>
                      <a:pt x="78459" y="20338"/>
                    </a:cubicBezTo>
                    <a:cubicBezTo>
                      <a:pt x="78131" y="20165"/>
                      <a:pt x="77837" y="19941"/>
                      <a:pt x="77578" y="19664"/>
                    </a:cubicBezTo>
                    <a:cubicBezTo>
                      <a:pt x="77168" y="19146"/>
                      <a:pt x="76356" y="18913"/>
                      <a:pt x="75491" y="18913"/>
                    </a:cubicBezTo>
                    <a:cubicBezTo>
                      <a:pt x="74278" y="18913"/>
                      <a:pt x="72961" y="19371"/>
                      <a:pt x="72497" y="20148"/>
                    </a:cubicBezTo>
                    <a:cubicBezTo>
                      <a:pt x="72065" y="20874"/>
                      <a:pt x="71788" y="21824"/>
                      <a:pt x="70803" y="22170"/>
                    </a:cubicBezTo>
                    <a:cubicBezTo>
                      <a:pt x="70354" y="22326"/>
                      <a:pt x="70043" y="22792"/>
                      <a:pt x="70337" y="23276"/>
                    </a:cubicBezTo>
                    <a:cubicBezTo>
                      <a:pt x="71356" y="25004"/>
                      <a:pt x="70043" y="25488"/>
                      <a:pt x="68902" y="26024"/>
                    </a:cubicBezTo>
                    <a:cubicBezTo>
                      <a:pt x="67693" y="26577"/>
                      <a:pt x="66241" y="26801"/>
                      <a:pt x="66345" y="28685"/>
                    </a:cubicBezTo>
                    <a:cubicBezTo>
                      <a:pt x="66379" y="29117"/>
                      <a:pt x="65895" y="29601"/>
                      <a:pt x="65584" y="30016"/>
                    </a:cubicBezTo>
                    <a:cubicBezTo>
                      <a:pt x="65442" y="30197"/>
                      <a:pt x="65232" y="30465"/>
                      <a:pt x="64983" y="30465"/>
                    </a:cubicBezTo>
                    <a:cubicBezTo>
                      <a:pt x="64899" y="30465"/>
                      <a:pt x="64811" y="30435"/>
                      <a:pt x="64720" y="30361"/>
                    </a:cubicBezTo>
                    <a:cubicBezTo>
                      <a:pt x="64409" y="30120"/>
                      <a:pt x="64288" y="29705"/>
                      <a:pt x="64409" y="29342"/>
                    </a:cubicBezTo>
                    <a:cubicBezTo>
                      <a:pt x="64893" y="27596"/>
                      <a:pt x="65083" y="25989"/>
                      <a:pt x="62508" y="25903"/>
                    </a:cubicBezTo>
                    <a:cubicBezTo>
                      <a:pt x="62249" y="25903"/>
                      <a:pt x="61938" y="25644"/>
                      <a:pt x="61748" y="25436"/>
                    </a:cubicBezTo>
                    <a:cubicBezTo>
                      <a:pt x="61084" y="24759"/>
                      <a:pt x="60400" y="24243"/>
                      <a:pt x="59552" y="24243"/>
                    </a:cubicBezTo>
                    <a:cubicBezTo>
                      <a:pt x="59252" y="24243"/>
                      <a:pt x="58932" y="24307"/>
                      <a:pt x="58585" y="24451"/>
                    </a:cubicBezTo>
                    <a:cubicBezTo>
                      <a:pt x="58566" y="24457"/>
                      <a:pt x="58545" y="24459"/>
                      <a:pt x="58523" y="24459"/>
                    </a:cubicBezTo>
                    <a:cubicBezTo>
                      <a:pt x="58409" y="24459"/>
                      <a:pt x="58269" y="24394"/>
                      <a:pt x="58153" y="24365"/>
                    </a:cubicBezTo>
                    <a:cubicBezTo>
                      <a:pt x="58758" y="23501"/>
                      <a:pt x="57687" y="22429"/>
                      <a:pt x="58827" y="21462"/>
                    </a:cubicBezTo>
                    <a:cubicBezTo>
                      <a:pt x="61800" y="18990"/>
                      <a:pt x="65757" y="18558"/>
                      <a:pt x="68781" y="16294"/>
                    </a:cubicBezTo>
                    <a:lnTo>
                      <a:pt x="69455" y="15828"/>
                    </a:lnTo>
                    <a:cubicBezTo>
                      <a:pt x="70337" y="15586"/>
                      <a:pt x="71218" y="15206"/>
                      <a:pt x="72117" y="15119"/>
                    </a:cubicBezTo>
                    <a:cubicBezTo>
                      <a:pt x="74346" y="14912"/>
                      <a:pt x="75331" y="13910"/>
                      <a:pt x="75262" y="11767"/>
                    </a:cubicBezTo>
                    <a:cubicBezTo>
                      <a:pt x="75262" y="11596"/>
                      <a:pt x="75299" y="11543"/>
                      <a:pt x="75353" y="11543"/>
                    </a:cubicBezTo>
                    <a:cubicBezTo>
                      <a:pt x="75441" y="11543"/>
                      <a:pt x="75574" y="11687"/>
                      <a:pt x="75659" y="11698"/>
                    </a:cubicBezTo>
                    <a:cubicBezTo>
                      <a:pt x="76835" y="11749"/>
                      <a:pt x="77733" y="12683"/>
                      <a:pt x="78943" y="12752"/>
                    </a:cubicBezTo>
                    <a:cubicBezTo>
                      <a:pt x="79461" y="12769"/>
                      <a:pt x="79945" y="13391"/>
                      <a:pt x="80412" y="13789"/>
                    </a:cubicBezTo>
                    <a:cubicBezTo>
                      <a:pt x="80395" y="13944"/>
                      <a:pt x="80325" y="14082"/>
                      <a:pt x="80204" y="14203"/>
                    </a:cubicBezTo>
                    <a:cubicBezTo>
                      <a:pt x="79099" y="14649"/>
                      <a:pt x="78211" y="15599"/>
                      <a:pt x="76924" y="15599"/>
                    </a:cubicBezTo>
                    <a:cubicBezTo>
                      <a:pt x="76763" y="15599"/>
                      <a:pt x="76595" y="15584"/>
                      <a:pt x="76420" y="15551"/>
                    </a:cubicBezTo>
                    <a:cubicBezTo>
                      <a:pt x="76325" y="15534"/>
                      <a:pt x="76229" y="15525"/>
                      <a:pt x="76135" y="15525"/>
                    </a:cubicBezTo>
                    <a:cubicBezTo>
                      <a:pt x="75478" y="15525"/>
                      <a:pt x="74895" y="15947"/>
                      <a:pt x="74985" y="16778"/>
                    </a:cubicBezTo>
                    <a:cubicBezTo>
                      <a:pt x="75041" y="17437"/>
                      <a:pt x="75422" y="17620"/>
                      <a:pt x="75866" y="17620"/>
                    </a:cubicBezTo>
                    <a:cubicBezTo>
                      <a:pt x="76109" y="17620"/>
                      <a:pt x="76372" y="17565"/>
                      <a:pt x="76610" y="17504"/>
                    </a:cubicBezTo>
                    <a:cubicBezTo>
                      <a:pt x="76822" y="17451"/>
                      <a:pt x="77015" y="17425"/>
                      <a:pt x="77193" y="17425"/>
                    </a:cubicBezTo>
                    <a:cubicBezTo>
                      <a:pt x="77828" y="17425"/>
                      <a:pt x="78286" y="17750"/>
                      <a:pt x="78839" y="18316"/>
                    </a:cubicBezTo>
                    <a:cubicBezTo>
                      <a:pt x="79617" y="19094"/>
                      <a:pt x="80723" y="19612"/>
                      <a:pt x="81794" y="19993"/>
                    </a:cubicBezTo>
                    <a:cubicBezTo>
                      <a:pt x="81906" y="20034"/>
                      <a:pt x="82005" y="20053"/>
                      <a:pt x="82094" y="20053"/>
                    </a:cubicBezTo>
                    <a:cubicBezTo>
                      <a:pt x="82595" y="20053"/>
                      <a:pt x="82747" y="19445"/>
                      <a:pt x="82762" y="18887"/>
                    </a:cubicBezTo>
                    <a:cubicBezTo>
                      <a:pt x="82805" y="18878"/>
                      <a:pt x="82849" y="18874"/>
                      <a:pt x="82892" y="18874"/>
                    </a:cubicBezTo>
                    <a:cubicBezTo>
                      <a:pt x="82935" y="18874"/>
                      <a:pt x="82978" y="18878"/>
                      <a:pt x="83021" y="18887"/>
                    </a:cubicBezTo>
                    <a:cubicBezTo>
                      <a:pt x="83375" y="18985"/>
                      <a:pt x="83662" y="19030"/>
                      <a:pt x="83892" y="19030"/>
                    </a:cubicBezTo>
                    <a:cubicBezTo>
                      <a:pt x="85038" y="19030"/>
                      <a:pt x="84816" y="17932"/>
                      <a:pt x="84629" y="16882"/>
                    </a:cubicBezTo>
                    <a:cubicBezTo>
                      <a:pt x="84577" y="16588"/>
                      <a:pt x="84404" y="16122"/>
                      <a:pt x="84525" y="16018"/>
                    </a:cubicBezTo>
                    <a:cubicBezTo>
                      <a:pt x="84606" y="15948"/>
                      <a:pt x="84680" y="15920"/>
                      <a:pt x="84749" y="15920"/>
                    </a:cubicBezTo>
                    <a:cubicBezTo>
                      <a:pt x="84985" y="15920"/>
                      <a:pt x="85161" y="16252"/>
                      <a:pt x="85389" y="16346"/>
                    </a:cubicBezTo>
                    <a:cubicBezTo>
                      <a:pt x="85637" y="16436"/>
                      <a:pt x="85876" y="16474"/>
                      <a:pt x="86110" y="16474"/>
                    </a:cubicBezTo>
                    <a:cubicBezTo>
                      <a:pt x="86771" y="16474"/>
                      <a:pt x="87381" y="16174"/>
                      <a:pt x="87981" y="15931"/>
                    </a:cubicBezTo>
                    <a:cubicBezTo>
                      <a:pt x="88344" y="15793"/>
                      <a:pt x="88500" y="15275"/>
                      <a:pt x="88258" y="15033"/>
                    </a:cubicBezTo>
                    <a:cubicBezTo>
                      <a:pt x="87065" y="13754"/>
                      <a:pt x="85976" y="12406"/>
                      <a:pt x="84819" y="11110"/>
                    </a:cubicBezTo>
                    <a:cubicBezTo>
                      <a:pt x="84162" y="10350"/>
                      <a:pt x="83160" y="9779"/>
                      <a:pt x="82537" y="8915"/>
                    </a:cubicBezTo>
                    <a:cubicBezTo>
                      <a:pt x="82209" y="8379"/>
                      <a:pt x="81639" y="8034"/>
                      <a:pt x="81017" y="7999"/>
                    </a:cubicBezTo>
                    <a:cubicBezTo>
                      <a:pt x="80983" y="7995"/>
                      <a:pt x="80950" y="7994"/>
                      <a:pt x="80916" y="7994"/>
                    </a:cubicBezTo>
                    <a:cubicBezTo>
                      <a:pt x="80688" y="7994"/>
                      <a:pt x="80453" y="8074"/>
                      <a:pt x="80228" y="8074"/>
                    </a:cubicBezTo>
                    <a:cubicBezTo>
                      <a:pt x="80056" y="8074"/>
                      <a:pt x="79890" y="8027"/>
                      <a:pt x="79738" y="7861"/>
                    </a:cubicBezTo>
                    <a:cubicBezTo>
                      <a:pt x="80170" y="7757"/>
                      <a:pt x="80602" y="7654"/>
                      <a:pt x="81017" y="7585"/>
                    </a:cubicBezTo>
                    <a:cubicBezTo>
                      <a:pt x="81518" y="7481"/>
                      <a:pt x="82192" y="7567"/>
                      <a:pt x="82226" y="6859"/>
                    </a:cubicBezTo>
                    <a:cubicBezTo>
                      <a:pt x="82278" y="6202"/>
                      <a:pt x="81673" y="6167"/>
                      <a:pt x="81207" y="6046"/>
                    </a:cubicBezTo>
                    <a:cubicBezTo>
                      <a:pt x="81086" y="6012"/>
                      <a:pt x="80948" y="5960"/>
                      <a:pt x="80844" y="5891"/>
                    </a:cubicBezTo>
                    <a:cubicBezTo>
                      <a:pt x="80958" y="5878"/>
                      <a:pt x="81101" y="5837"/>
                      <a:pt x="81223" y="5837"/>
                    </a:cubicBezTo>
                    <a:cubicBezTo>
                      <a:pt x="81267" y="5837"/>
                      <a:pt x="81309" y="5843"/>
                      <a:pt x="81345" y="5856"/>
                    </a:cubicBezTo>
                    <a:cubicBezTo>
                      <a:pt x="81816" y="6065"/>
                      <a:pt x="82272" y="6151"/>
                      <a:pt x="82714" y="6151"/>
                    </a:cubicBezTo>
                    <a:cubicBezTo>
                      <a:pt x="83993" y="6151"/>
                      <a:pt x="85157" y="5437"/>
                      <a:pt x="86236" y="4923"/>
                    </a:cubicBezTo>
                    <a:cubicBezTo>
                      <a:pt x="89182" y="3528"/>
                      <a:pt x="92334" y="3094"/>
                      <a:pt x="95401" y="2235"/>
                    </a:cubicBezTo>
                    <a:lnTo>
                      <a:pt x="95401" y="2235"/>
                    </a:lnTo>
                    <a:cubicBezTo>
                      <a:pt x="93986" y="3267"/>
                      <a:pt x="92263" y="3834"/>
                      <a:pt x="90504" y="3834"/>
                    </a:cubicBezTo>
                    <a:cubicBezTo>
                      <a:pt x="90401" y="3834"/>
                      <a:pt x="90295" y="3831"/>
                      <a:pt x="90191" y="3831"/>
                    </a:cubicBezTo>
                    <a:cubicBezTo>
                      <a:pt x="89827" y="3831"/>
                      <a:pt x="89479" y="3873"/>
                      <a:pt x="89277" y="4249"/>
                    </a:cubicBezTo>
                    <a:cubicBezTo>
                      <a:pt x="89018" y="4802"/>
                      <a:pt x="89467" y="5113"/>
                      <a:pt x="89744" y="5528"/>
                    </a:cubicBezTo>
                    <a:cubicBezTo>
                      <a:pt x="90251" y="6307"/>
                      <a:pt x="90887" y="6586"/>
                      <a:pt x="91608" y="6586"/>
                    </a:cubicBezTo>
                    <a:cubicBezTo>
                      <a:pt x="91943" y="6586"/>
                      <a:pt x="92297" y="6525"/>
                      <a:pt x="92664" y="6427"/>
                    </a:cubicBezTo>
                    <a:cubicBezTo>
                      <a:pt x="93037" y="6322"/>
                      <a:pt x="93404" y="6272"/>
                      <a:pt x="93755" y="6272"/>
                    </a:cubicBezTo>
                    <a:cubicBezTo>
                      <a:pt x="95314" y="6272"/>
                      <a:pt x="96561" y="7243"/>
                      <a:pt x="96518" y="8639"/>
                    </a:cubicBezTo>
                    <a:cubicBezTo>
                      <a:pt x="96501" y="9123"/>
                      <a:pt x="96000" y="9710"/>
                      <a:pt x="96155" y="10073"/>
                    </a:cubicBezTo>
                    <a:cubicBezTo>
                      <a:pt x="96656" y="11300"/>
                      <a:pt x="95758" y="12302"/>
                      <a:pt x="95378" y="13045"/>
                    </a:cubicBezTo>
                    <a:cubicBezTo>
                      <a:pt x="94393" y="15016"/>
                      <a:pt x="93649" y="16709"/>
                      <a:pt x="95412" y="18541"/>
                    </a:cubicBezTo>
                    <a:cubicBezTo>
                      <a:pt x="95602" y="18714"/>
                      <a:pt x="95723" y="18938"/>
                      <a:pt x="95758" y="19180"/>
                    </a:cubicBezTo>
                    <a:cubicBezTo>
                      <a:pt x="95810" y="21358"/>
                      <a:pt x="97901" y="20788"/>
                      <a:pt x="99007" y="21479"/>
                    </a:cubicBezTo>
                    <a:cubicBezTo>
                      <a:pt x="99192" y="21597"/>
                      <a:pt x="99367" y="21648"/>
                      <a:pt x="99531" y="21648"/>
                    </a:cubicBezTo>
                    <a:cubicBezTo>
                      <a:pt x="100207" y="21648"/>
                      <a:pt x="100708" y="20784"/>
                      <a:pt x="101098" y="20200"/>
                    </a:cubicBezTo>
                    <a:cubicBezTo>
                      <a:pt x="102256" y="18472"/>
                      <a:pt x="104088" y="17055"/>
                      <a:pt x="105729" y="16536"/>
                    </a:cubicBezTo>
                    <a:cubicBezTo>
                      <a:pt x="109220" y="15396"/>
                      <a:pt x="112486" y="13547"/>
                      <a:pt x="116254" y="13115"/>
                    </a:cubicBezTo>
                    <a:cubicBezTo>
                      <a:pt x="117965" y="12907"/>
                      <a:pt x="119935" y="12320"/>
                      <a:pt x="120021" y="9883"/>
                    </a:cubicBezTo>
                    <a:cubicBezTo>
                      <a:pt x="120021" y="9693"/>
                      <a:pt x="120349" y="9485"/>
                      <a:pt x="120557" y="9330"/>
                    </a:cubicBezTo>
                    <a:cubicBezTo>
                      <a:pt x="121663" y="8552"/>
                      <a:pt x="123132" y="8034"/>
                      <a:pt x="122631" y="6202"/>
                    </a:cubicBezTo>
                    <a:cubicBezTo>
                      <a:pt x="122594" y="6055"/>
                      <a:pt x="122626" y="6020"/>
                      <a:pt x="122682" y="6020"/>
                    </a:cubicBezTo>
                    <a:cubicBezTo>
                      <a:pt x="122731" y="6020"/>
                      <a:pt x="122799" y="6046"/>
                      <a:pt x="122855" y="6046"/>
                    </a:cubicBezTo>
                    <a:cubicBezTo>
                      <a:pt x="122928" y="6051"/>
                      <a:pt x="122998" y="6053"/>
                      <a:pt x="123064" y="6053"/>
                    </a:cubicBezTo>
                    <a:cubicBezTo>
                      <a:pt x="124269" y="6053"/>
                      <a:pt x="124381" y="5321"/>
                      <a:pt x="123840" y="4387"/>
                    </a:cubicBezTo>
                    <a:cubicBezTo>
                      <a:pt x="123581" y="3921"/>
                      <a:pt x="123875" y="3955"/>
                      <a:pt x="124048" y="3817"/>
                    </a:cubicBezTo>
                    <a:cubicBezTo>
                      <a:pt x="125240" y="2867"/>
                      <a:pt x="126640" y="2728"/>
                      <a:pt x="128092" y="2659"/>
                    </a:cubicBezTo>
                    <a:cubicBezTo>
                      <a:pt x="128575" y="2625"/>
                      <a:pt x="129180" y="2521"/>
                      <a:pt x="129249" y="1934"/>
                    </a:cubicBezTo>
                    <a:cubicBezTo>
                      <a:pt x="129301" y="1363"/>
                      <a:pt x="128714" y="1242"/>
                      <a:pt x="128299" y="1190"/>
                    </a:cubicBezTo>
                    <a:cubicBezTo>
                      <a:pt x="125707" y="948"/>
                      <a:pt x="123132" y="430"/>
                      <a:pt x="120557" y="171"/>
                    </a:cubicBezTo>
                    <a:cubicBezTo>
                      <a:pt x="119360" y="50"/>
                      <a:pt x="118163" y="0"/>
                      <a:pt x="1169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p15"/>
              <p:cNvSpPr/>
              <p:nvPr/>
            </p:nvSpPr>
            <p:spPr>
              <a:xfrm>
                <a:off x="1581325" y="1051125"/>
                <a:ext cx="283000" cy="91675"/>
              </a:xfrm>
              <a:custGeom>
                <a:rect b="b" l="l" r="r" t="t"/>
                <a:pathLst>
                  <a:path extrusionOk="0" h="3667" w="11320">
                    <a:moveTo>
                      <a:pt x="6214" y="0"/>
                    </a:moveTo>
                    <a:cubicBezTo>
                      <a:pt x="5926" y="0"/>
                      <a:pt x="5584" y="48"/>
                      <a:pt x="5219" y="71"/>
                    </a:cubicBezTo>
                    <a:cubicBezTo>
                      <a:pt x="5082" y="56"/>
                      <a:pt x="4943" y="49"/>
                      <a:pt x="4804" y="49"/>
                    </a:cubicBezTo>
                    <a:cubicBezTo>
                      <a:pt x="3493" y="49"/>
                      <a:pt x="2115" y="667"/>
                      <a:pt x="709" y="1073"/>
                    </a:cubicBezTo>
                    <a:cubicBezTo>
                      <a:pt x="432" y="1177"/>
                      <a:pt x="208" y="1401"/>
                      <a:pt x="69" y="1678"/>
                    </a:cubicBezTo>
                    <a:cubicBezTo>
                      <a:pt x="0" y="1781"/>
                      <a:pt x="242" y="2213"/>
                      <a:pt x="363" y="2231"/>
                    </a:cubicBezTo>
                    <a:cubicBezTo>
                      <a:pt x="2163" y="2438"/>
                      <a:pt x="3786" y="3667"/>
                      <a:pt x="5640" y="3667"/>
                    </a:cubicBezTo>
                    <a:cubicBezTo>
                      <a:pt x="6100" y="3667"/>
                      <a:pt x="6574" y="3591"/>
                      <a:pt x="7068" y="3406"/>
                    </a:cubicBezTo>
                    <a:cubicBezTo>
                      <a:pt x="7396" y="3281"/>
                      <a:pt x="7767" y="3236"/>
                      <a:pt x="8142" y="3236"/>
                    </a:cubicBezTo>
                    <a:cubicBezTo>
                      <a:pt x="8439" y="3236"/>
                      <a:pt x="8738" y="3264"/>
                      <a:pt x="9021" y="3302"/>
                    </a:cubicBezTo>
                    <a:cubicBezTo>
                      <a:pt x="9277" y="3340"/>
                      <a:pt x="9523" y="3370"/>
                      <a:pt x="9759" y="3370"/>
                    </a:cubicBezTo>
                    <a:cubicBezTo>
                      <a:pt x="10271" y="3370"/>
                      <a:pt x="10728" y="3229"/>
                      <a:pt x="11095" y="2732"/>
                    </a:cubicBezTo>
                    <a:cubicBezTo>
                      <a:pt x="11320" y="2473"/>
                      <a:pt x="11268" y="2075"/>
                      <a:pt x="10991" y="1885"/>
                    </a:cubicBezTo>
                    <a:cubicBezTo>
                      <a:pt x="10479" y="1524"/>
                      <a:pt x="10006" y="1077"/>
                      <a:pt x="9430" y="1077"/>
                    </a:cubicBezTo>
                    <a:cubicBezTo>
                      <a:pt x="9151" y="1077"/>
                      <a:pt x="8847" y="1182"/>
                      <a:pt x="8503" y="1453"/>
                    </a:cubicBezTo>
                    <a:cubicBezTo>
                      <a:pt x="8280" y="1626"/>
                      <a:pt x="7919" y="1737"/>
                      <a:pt x="7612" y="1737"/>
                    </a:cubicBezTo>
                    <a:cubicBezTo>
                      <a:pt x="7277" y="1737"/>
                      <a:pt x="7006" y="1605"/>
                      <a:pt x="7051" y="1280"/>
                    </a:cubicBezTo>
                    <a:cubicBezTo>
                      <a:pt x="7179" y="207"/>
                      <a:pt x="6812" y="0"/>
                      <a:pt x="62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p15"/>
              <p:cNvSpPr/>
              <p:nvPr/>
            </p:nvSpPr>
            <p:spPr>
              <a:xfrm>
                <a:off x="3144425" y="1319375"/>
                <a:ext cx="213450" cy="95575"/>
              </a:xfrm>
              <a:custGeom>
                <a:rect b="b" l="l" r="r" t="t"/>
                <a:pathLst>
                  <a:path extrusionOk="0" h="3823" w="8538">
                    <a:moveTo>
                      <a:pt x="6155" y="1"/>
                    </a:moveTo>
                    <a:cubicBezTo>
                      <a:pt x="6054" y="1"/>
                      <a:pt x="5950" y="7"/>
                      <a:pt x="5842" y="20"/>
                    </a:cubicBezTo>
                    <a:cubicBezTo>
                      <a:pt x="4846" y="139"/>
                      <a:pt x="3874" y="469"/>
                      <a:pt x="2859" y="469"/>
                    </a:cubicBezTo>
                    <a:cubicBezTo>
                      <a:pt x="2396" y="469"/>
                      <a:pt x="1923" y="400"/>
                      <a:pt x="1435" y="211"/>
                    </a:cubicBezTo>
                    <a:cubicBezTo>
                      <a:pt x="1292" y="150"/>
                      <a:pt x="1133" y="113"/>
                      <a:pt x="974" y="113"/>
                    </a:cubicBezTo>
                    <a:cubicBezTo>
                      <a:pt x="501" y="113"/>
                      <a:pt x="35" y="441"/>
                      <a:pt x="35" y="1438"/>
                    </a:cubicBezTo>
                    <a:cubicBezTo>
                      <a:pt x="1" y="3771"/>
                      <a:pt x="1573" y="3580"/>
                      <a:pt x="3025" y="3822"/>
                    </a:cubicBezTo>
                    <a:cubicBezTo>
                      <a:pt x="4338" y="3753"/>
                      <a:pt x="5617" y="3408"/>
                      <a:pt x="6792" y="2837"/>
                    </a:cubicBezTo>
                    <a:cubicBezTo>
                      <a:pt x="7415" y="2526"/>
                      <a:pt x="8538" y="2474"/>
                      <a:pt x="8192" y="1541"/>
                    </a:cubicBezTo>
                    <a:cubicBezTo>
                      <a:pt x="7892" y="720"/>
                      <a:pt x="7218" y="1"/>
                      <a:pt x="61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p15"/>
              <p:cNvSpPr/>
              <p:nvPr/>
            </p:nvSpPr>
            <p:spPr>
              <a:xfrm>
                <a:off x="1453000" y="2509000"/>
                <a:ext cx="263575" cy="113100"/>
              </a:xfrm>
              <a:custGeom>
                <a:rect b="b" l="l" r="r" t="t"/>
                <a:pathLst>
                  <a:path extrusionOk="0" h="4524" w="10543">
                    <a:moveTo>
                      <a:pt x="3451" y="1"/>
                    </a:moveTo>
                    <a:cubicBezTo>
                      <a:pt x="2445" y="1"/>
                      <a:pt x="1486" y="228"/>
                      <a:pt x="761" y="702"/>
                    </a:cubicBezTo>
                    <a:cubicBezTo>
                      <a:pt x="398" y="927"/>
                      <a:pt x="1" y="1186"/>
                      <a:pt x="243" y="1687"/>
                    </a:cubicBezTo>
                    <a:cubicBezTo>
                      <a:pt x="390" y="1972"/>
                      <a:pt x="609" y="2083"/>
                      <a:pt x="855" y="2083"/>
                    </a:cubicBezTo>
                    <a:cubicBezTo>
                      <a:pt x="1012" y="2083"/>
                      <a:pt x="1180" y="2038"/>
                      <a:pt x="1349" y="1964"/>
                    </a:cubicBezTo>
                    <a:cubicBezTo>
                      <a:pt x="1677" y="1828"/>
                      <a:pt x="1990" y="1776"/>
                      <a:pt x="2298" y="1776"/>
                    </a:cubicBezTo>
                    <a:cubicBezTo>
                      <a:pt x="2932" y="1776"/>
                      <a:pt x="3543" y="1997"/>
                      <a:pt x="4217" y="2171"/>
                    </a:cubicBezTo>
                    <a:cubicBezTo>
                      <a:pt x="5708" y="2540"/>
                      <a:pt x="6405" y="4523"/>
                      <a:pt x="7868" y="4523"/>
                    </a:cubicBezTo>
                    <a:cubicBezTo>
                      <a:pt x="8118" y="4523"/>
                      <a:pt x="8391" y="4465"/>
                      <a:pt x="8693" y="4332"/>
                    </a:cubicBezTo>
                    <a:cubicBezTo>
                      <a:pt x="8824" y="4337"/>
                      <a:pt x="8947" y="4340"/>
                      <a:pt x="9062" y="4340"/>
                    </a:cubicBezTo>
                    <a:cubicBezTo>
                      <a:pt x="10032" y="4340"/>
                      <a:pt x="10475" y="4144"/>
                      <a:pt x="10491" y="3727"/>
                    </a:cubicBezTo>
                    <a:cubicBezTo>
                      <a:pt x="10542" y="2897"/>
                      <a:pt x="9817" y="2724"/>
                      <a:pt x="9264" y="2517"/>
                    </a:cubicBezTo>
                    <a:cubicBezTo>
                      <a:pt x="8711" y="2292"/>
                      <a:pt x="8209" y="1964"/>
                      <a:pt x="7777" y="1567"/>
                    </a:cubicBezTo>
                    <a:cubicBezTo>
                      <a:pt x="6685" y="547"/>
                      <a:pt x="5011" y="1"/>
                      <a:pt x="34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p15"/>
              <p:cNvSpPr/>
              <p:nvPr/>
            </p:nvSpPr>
            <p:spPr>
              <a:xfrm>
                <a:off x="1880725" y="1020350"/>
                <a:ext cx="162025" cy="112025"/>
              </a:xfrm>
              <a:custGeom>
                <a:rect b="b" l="l" r="r" t="t"/>
                <a:pathLst>
                  <a:path extrusionOk="0" h="4481" w="6481">
                    <a:moveTo>
                      <a:pt x="4294" y="0"/>
                    </a:moveTo>
                    <a:cubicBezTo>
                      <a:pt x="4062" y="0"/>
                      <a:pt x="3818" y="44"/>
                      <a:pt x="3560" y="144"/>
                    </a:cubicBezTo>
                    <a:cubicBezTo>
                      <a:pt x="3094" y="317"/>
                      <a:pt x="2593" y="541"/>
                      <a:pt x="2886" y="1198"/>
                    </a:cubicBezTo>
                    <a:cubicBezTo>
                      <a:pt x="3042" y="1509"/>
                      <a:pt x="3232" y="1820"/>
                      <a:pt x="3457" y="2114"/>
                    </a:cubicBezTo>
                    <a:cubicBezTo>
                      <a:pt x="3147" y="2260"/>
                      <a:pt x="2851" y="2348"/>
                      <a:pt x="2545" y="2348"/>
                    </a:cubicBezTo>
                    <a:cubicBezTo>
                      <a:pt x="2270" y="2348"/>
                      <a:pt x="1987" y="2277"/>
                      <a:pt x="1677" y="2114"/>
                    </a:cubicBezTo>
                    <a:cubicBezTo>
                      <a:pt x="1531" y="2037"/>
                      <a:pt x="1393" y="2002"/>
                      <a:pt x="1262" y="2002"/>
                    </a:cubicBezTo>
                    <a:cubicBezTo>
                      <a:pt x="867" y="2002"/>
                      <a:pt x="545" y="2320"/>
                      <a:pt x="311" y="2736"/>
                    </a:cubicBezTo>
                    <a:cubicBezTo>
                      <a:pt x="0" y="3289"/>
                      <a:pt x="467" y="3479"/>
                      <a:pt x="813" y="3807"/>
                    </a:cubicBezTo>
                    <a:cubicBezTo>
                      <a:pt x="1327" y="4309"/>
                      <a:pt x="1837" y="4480"/>
                      <a:pt x="2344" y="4480"/>
                    </a:cubicBezTo>
                    <a:cubicBezTo>
                      <a:pt x="3164" y="4480"/>
                      <a:pt x="3976" y="4032"/>
                      <a:pt x="4787" y="3807"/>
                    </a:cubicBezTo>
                    <a:lnTo>
                      <a:pt x="5081" y="3514"/>
                    </a:lnTo>
                    <a:cubicBezTo>
                      <a:pt x="5237" y="2788"/>
                      <a:pt x="5098" y="1924"/>
                      <a:pt x="6204" y="1734"/>
                    </a:cubicBezTo>
                    <a:cubicBezTo>
                      <a:pt x="6464" y="1699"/>
                      <a:pt x="6481" y="1129"/>
                      <a:pt x="6222" y="921"/>
                    </a:cubicBezTo>
                    <a:cubicBezTo>
                      <a:pt x="5644" y="436"/>
                      <a:pt x="5027" y="0"/>
                      <a:pt x="4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p15"/>
              <p:cNvSpPr/>
              <p:nvPr/>
            </p:nvSpPr>
            <p:spPr>
              <a:xfrm>
                <a:off x="1688900" y="2603450"/>
                <a:ext cx="165050" cy="73950"/>
              </a:xfrm>
              <a:custGeom>
                <a:rect b="b" l="l" r="r" t="t"/>
                <a:pathLst>
                  <a:path extrusionOk="0" h="2958" w="6602">
                    <a:moveTo>
                      <a:pt x="2842" y="0"/>
                    </a:moveTo>
                    <a:cubicBezTo>
                      <a:pt x="2588" y="0"/>
                      <a:pt x="2332" y="28"/>
                      <a:pt x="2074" y="87"/>
                    </a:cubicBezTo>
                    <a:cubicBezTo>
                      <a:pt x="1452" y="225"/>
                      <a:pt x="1055" y="1331"/>
                      <a:pt x="225" y="1694"/>
                    </a:cubicBezTo>
                    <a:cubicBezTo>
                      <a:pt x="0" y="1798"/>
                      <a:pt x="277" y="2247"/>
                      <a:pt x="536" y="2454"/>
                    </a:cubicBezTo>
                    <a:cubicBezTo>
                      <a:pt x="957" y="2789"/>
                      <a:pt x="2162" y="2958"/>
                      <a:pt x="3373" y="2958"/>
                    </a:cubicBezTo>
                    <a:cubicBezTo>
                      <a:pt x="4599" y="2958"/>
                      <a:pt x="5830" y="2785"/>
                      <a:pt x="6256" y="2437"/>
                    </a:cubicBezTo>
                    <a:cubicBezTo>
                      <a:pt x="6395" y="2282"/>
                      <a:pt x="6515" y="2109"/>
                      <a:pt x="6602" y="1919"/>
                    </a:cubicBezTo>
                    <a:cubicBezTo>
                      <a:pt x="6481" y="1711"/>
                      <a:pt x="6429" y="1469"/>
                      <a:pt x="6291" y="1366"/>
                    </a:cubicBezTo>
                    <a:cubicBezTo>
                      <a:pt x="5231" y="636"/>
                      <a:pt x="4065" y="0"/>
                      <a:pt x="28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p15"/>
              <p:cNvSpPr/>
              <p:nvPr/>
            </p:nvSpPr>
            <p:spPr>
              <a:xfrm>
                <a:off x="1922200" y="1344925"/>
                <a:ext cx="129625" cy="64525"/>
              </a:xfrm>
              <a:custGeom>
                <a:rect b="b" l="l" r="r" t="t"/>
                <a:pathLst>
                  <a:path extrusionOk="0" h="2581" w="5185">
                    <a:moveTo>
                      <a:pt x="1901" y="1"/>
                    </a:moveTo>
                    <a:lnTo>
                      <a:pt x="1227" y="467"/>
                    </a:lnTo>
                    <a:cubicBezTo>
                      <a:pt x="934" y="1020"/>
                      <a:pt x="0" y="1383"/>
                      <a:pt x="415" y="2144"/>
                    </a:cubicBezTo>
                    <a:cubicBezTo>
                      <a:pt x="602" y="2475"/>
                      <a:pt x="838" y="2581"/>
                      <a:pt x="1096" y="2581"/>
                    </a:cubicBezTo>
                    <a:cubicBezTo>
                      <a:pt x="1482" y="2581"/>
                      <a:pt x="1915" y="2344"/>
                      <a:pt x="2299" y="2282"/>
                    </a:cubicBezTo>
                    <a:cubicBezTo>
                      <a:pt x="2552" y="2236"/>
                      <a:pt x="2806" y="2213"/>
                      <a:pt x="3064" y="2213"/>
                    </a:cubicBezTo>
                    <a:cubicBezTo>
                      <a:pt x="3194" y="2213"/>
                      <a:pt x="3324" y="2219"/>
                      <a:pt x="3457" y="2230"/>
                    </a:cubicBezTo>
                    <a:cubicBezTo>
                      <a:pt x="3730" y="2245"/>
                      <a:pt x="4039" y="2324"/>
                      <a:pt x="4314" y="2324"/>
                    </a:cubicBezTo>
                    <a:cubicBezTo>
                      <a:pt x="4665" y="2324"/>
                      <a:pt x="4959" y="2195"/>
                      <a:pt x="5047" y="1643"/>
                    </a:cubicBezTo>
                    <a:cubicBezTo>
                      <a:pt x="5185" y="744"/>
                      <a:pt x="4563" y="277"/>
                      <a:pt x="3768" y="122"/>
                    </a:cubicBezTo>
                    <a:cubicBezTo>
                      <a:pt x="3146" y="35"/>
                      <a:pt x="2523" y="1"/>
                      <a:pt x="19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p15"/>
              <p:cNvSpPr/>
              <p:nvPr/>
            </p:nvSpPr>
            <p:spPr>
              <a:xfrm>
                <a:off x="1787825" y="1030550"/>
                <a:ext cx="94250" cy="44825"/>
              </a:xfrm>
              <a:custGeom>
                <a:rect b="b" l="l" r="r" t="t"/>
                <a:pathLst>
                  <a:path extrusionOk="0" h="1793" w="3770">
                    <a:moveTo>
                      <a:pt x="2929" y="0"/>
                    </a:moveTo>
                    <a:cubicBezTo>
                      <a:pt x="2800" y="0"/>
                      <a:pt x="2676" y="17"/>
                      <a:pt x="2576" y="47"/>
                    </a:cubicBezTo>
                    <a:cubicBezTo>
                      <a:pt x="2412" y="93"/>
                      <a:pt x="2229" y="105"/>
                      <a:pt x="2039" y="105"/>
                    </a:cubicBezTo>
                    <a:cubicBezTo>
                      <a:pt x="1817" y="105"/>
                      <a:pt x="1584" y="88"/>
                      <a:pt x="1360" y="88"/>
                    </a:cubicBezTo>
                    <a:cubicBezTo>
                      <a:pt x="763" y="88"/>
                      <a:pt x="227" y="208"/>
                      <a:pt x="105" y="1084"/>
                    </a:cubicBezTo>
                    <a:cubicBezTo>
                      <a:pt x="1" y="1792"/>
                      <a:pt x="865" y="1688"/>
                      <a:pt x="1504" y="1740"/>
                    </a:cubicBezTo>
                    <a:cubicBezTo>
                      <a:pt x="2265" y="1568"/>
                      <a:pt x="3405" y="1792"/>
                      <a:pt x="3665" y="652"/>
                    </a:cubicBezTo>
                    <a:cubicBezTo>
                      <a:pt x="3769" y="167"/>
                      <a:pt x="3329" y="0"/>
                      <a:pt x="2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p15"/>
              <p:cNvSpPr/>
              <p:nvPr/>
            </p:nvSpPr>
            <p:spPr>
              <a:xfrm>
                <a:off x="1870350" y="2639275"/>
                <a:ext cx="59225" cy="44325"/>
              </a:xfrm>
              <a:custGeom>
                <a:rect b="b" l="l" r="r" t="t"/>
                <a:pathLst>
                  <a:path extrusionOk="0" h="1773" w="2369">
                    <a:moveTo>
                      <a:pt x="922" y="1"/>
                    </a:moveTo>
                    <a:cubicBezTo>
                      <a:pt x="435" y="1"/>
                      <a:pt x="1" y="156"/>
                      <a:pt x="1" y="762"/>
                    </a:cubicBezTo>
                    <a:cubicBezTo>
                      <a:pt x="1" y="1414"/>
                      <a:pt x="337" y="1773"/>
                      <a:pt x="982" y="1773"/>
                    </a:cubicBezTo>
                    <a:cubicBezTo>
                      <a:pt x="1038" y="1773"/>
                      <a:pt x="1097" y="1770"/>
                      <a:pt x="1158" y="1765"/>
                    </a:cubicBezTo>
                    <a:cubicBezTo>
                      <a:pt x="1711" y="1730"/>
                      <a:pt x="2368" y="1678"/>
                      <a:pt x="2299" y="901"/>
                    </a:cubicBezTo>
                    <a:cubicBezTo>
                      <a:pt x="2264" y="175"/>
                      <a:pt x="1642" y="2"/>
                      <a:pt x="1003" y="2"/>
                    </a:cubicBezTo>
                    <a:cubicBezTo>
                      <a:pt x="976" y="1"/>
                      <a:pt x="949" y="1"/>
                      <a:pt x="9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p15"/>
              <p:cNvSpPr/>
              <p:nvPr/>
            </p:nvSpPr>
            <p:spPr>
              <a:xfrm>
                <a:off x="2264800" y="4630125"/>
                <a:ext cx="62675" cy="39225"/>
              </a:xfrm>
              <a:custGeom>
                <a:rect b="b" l="l" r="r" t="t"/>
                <a:pathLst>
                  <a:path extrusionOk="0" h="1569" w="2507">
                    <a:moveTo>
                      <a:pt x="1176" y="52"/>
                    </a:moveTo>
                    <a:cubicBezTo>
                      <a:pt x="675" y="87"/>
                      <a:pt x="1" y="1"/>
                      <a:pt x="1" y="813"/>
                    </a:cubicBezTo>
                    <a:cubicBezTo>
                      <a:pt x="1" y="1241"/>
                      <a:pt x="341" y="1568"/>
                      <a:pt x="742" y="1568"/>
                    </a:cubicBezTo>
                    <a:cubicBezTo>
                      <a:pt x="811" y="1568"/>
                      <a:pt x="881" y="1559"/>
                      <a:pt x="951" y="1539"/>
                    </a:cubicBezTo>
                    <a:cubicBezTo>
                      <a:pt x="1077" y="1515"/>
                      <a:pt x="1221" y="1513"/>
                      <a:pt x="1369" y="1513"/>
                    </a:cubicBezTo>
                    <a:cubicBezTo>
                      <a:pt x="1403" y="1513"/>
                      <a:pt x="1437" y="1513"/>
                      <a:pt x="1471" y="1513"/>
                    </a:cubicBezTo>
                    <a:cubicBezTo>
                      <a:pt x="1947" y="1513"/>
                      <a:pt x="2434" y="1491"/>
                      <a:pt x="2472" y="830"/>
                    </a:cubicBezTo>
                    <a:cubicBezTo>
                      <a:pt x="2506" y="52"/>
                      <a:pt x="1781" y="87"/>
                      <a:pt x="1176" y="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p15"/>
              <p:cNvSpPr/>
              <p:nvPr/>
            </p:nvSpPr>
            <p:spPr>
              <a:xfrm>
                <a:off x="1604225" y="2645350"/>
                <a:ext cx="56175" cy="38275"/>
              </a:xfrm>
              <a:custGeom>
                <a:rect b="b" l="l" r="r" t="t"/>
                <a:pathLst>
                  <a:path extrusionOk="0" h="1531" w="2247">
                    <a:moveTo>
                      <a:pt x="1003" y="1"/>
                    </a:moveTo>
                    <a:cubicBezTo>
                      <a:pt x="536" y="35"/>
                      <a:pt x="0" y="1"/>
                      <a:pt x="17" y="554"/>
                    </a:cubicBezTo>
                    <a:cubicBezTo>
                      <a:pt x="17" y="1297"/>
                      <a:pt x="640" y="1452"/>
                      <a:pt x="1262" y="1522"/>
                    </a:cubicBezTo>
                    <a:cubicBezTo>
                      <a:pt x="1319" y="1528"/>
                      <a:pt x="1377" y="1531"/>
                      <a:pt x="1434" y="1531"/>
                    </a:cubicBezTo>
                    <a:cubicBezTo>
                      <a:pt x="1857" y="1531"/>
                      <a:pt x="2247" y="1352"/>
                      <a:pt x="2247" y="865"/>
                    </a:cubicBezTo>
                    <a:cubicBezTo>
                      <a:pt x="2247" y="18"/>
                      <a:pt x="1504" y="139"/>
                      <a:pt x="1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p15"/>
              <p:cNvSpPr/>
              <p:nvPr/>
            </p:nvSpPr>
            <p:spPr>
              <a:xfrm>
                <a:off x="7045475" y="3384250"/>
                <a:ext cx="47375" cy="53550"/>
              </a:xfrm>
              <a:custGeom>
                <a:rect b="b" l="l" r="r" t="t"/>
                <a:pathLst>
                  <a:path extrusionOk="0" h="2142" w="1895">
                    <a:moveTo>
                      <a:pt x="416" y="1"/>
                    </a:moveTo>
                    <a:cubicBezTo>
                      <a:pt x="93" y="1"/>
                      <a:pt x="0" y="338"/>
                      <a:pt x="63" y="618"/>
                    </a:cubicBezTo>
                    <a:cubicBezTo>
                      <a:pt x="201" y="1292"/>
                      <a:pt x="339" y="2035"/>
                      <a:pt x="1203" y="2139"/>
                    </a:cubicBezTo>
                    <a:cubicBezTo>
                      <a:pt x="1224" y="2141"/>
                      <a:pt x="1245" y="2142"/>
                      <a:pt x="1265" y="2142"/>
                    </a:cubicBezTo>
                    <a:cubicBezTo>
                      <a:pt x="1645" y="2142"/>
                      <a:pt x="1895" y="1835"/>
                      <a:pt x="1895" y="1327"/>
                    </a:cubicBezTo>
                    <a:cubicBezTo>
                      <a:pt x="1670" y="705"/>
                      <a:pt x="1273" y="169"/>
                      <a:pt x="529" y="13"/>
                    </a:cubicBezTo>
                    <a:cubicBezTo>
                      <a:pt x="489" y="5"/>
                      <a:pt x="451" y="1"/>
                      <a:pt x="41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p15"/>
              <p:cNvSpPr/>
              <p:nvPr/>
            </p:nvSpPr>
            <p:spPr>
              <a:xfrm>
                <a:off x="4291500" y="1250400"/>
                <a:ext cx="54900" cy="37900"/>
              </a:xfrm>
              <a:custGeom>
                <a:rect b="b" l="l" r="r" t="t"/>
                <a:pathLst>
                  <a:path extrusionOk="0" h="1516" w="2196">
                    <a:moveTo>
                      <a:pt x="1013" y="0"/>
                    </a:moveTo>
                    <a:cubicBezTo>
                      <a:pt x="676" y="0"/>
                      <a:pt x="369" y="181"/>
                      <a:pt x="190" y="464"/>
                    </a:cubicBezTo>
                    <a:cubicBezTo>
                      <a:pt x="0" y="706"/>
                      <a:pt x="35" y="1034"/>
                      <a:pt x="259" y="1224"/>
                    </a:cubicBezTo>
                    <a:cubicBezTo>
                      <a:pt x="466" y="1444"/>
                      <a:pt x="678" y="1515"/>
                      <a:pt x="892" y="1515"/>
                    </a:cubicBezTo>
                    <a:cubicBezTo>
                      <a:pt x="1233" y="1515"/>
                      <a:pt x="1579" y="1336"/>
                      <a:pt x="1919" y="1293"/>
                    </a:cubicBezTo>
                    <a:cubicBezTo>
                      <a:pt x="2195" y="567"/>
                      <a:pt x="1901" y="153"/>
                      <a:pt x="1175" y="14"/>
                    </a:cubicBezTo>
                    <a:cubicBezTo>
                      <a:pt x="1121" y="5"/>
                      <a:pt x="1066" y="0"/>
                      <a:pt x="10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p15"/>
              <p:cNvSpPr/>
              <p:nvPr/>
            </p:nvSpPr>
            <p:spPr>
              <a:xfrm>
                <a:off x="6323375" y="3314875"/>
                <a:ext cx="50125" cy="37325"/>
              </a:xfrm>
              <a:custGeom>
                <a:rect b="b" l="l" r="r" t="t"/>
                <a:pathLst>
                  <a:path extrusionOk="0" h="1493" w="2005">
                    <a:moveTo>
                      <a:pt x="754" y="1"/>
                    </a:moveTo>
                    <a:cubicBezTo>
                      <a:pt x="409" y="1"/>
                      <a:pt x="93" y="129"/>
                      <a:pt x="52" y="542"/>
                    </a:cubicBezTo>
                    <a:cubicBezTo>
                      <a:pt x="0" y="1198"/>
                      <a:pt x="536" y="1371"/>
                      <a:pt x="1106" y="1492"/>
                    </a:cubicBezTo>
                    <a:cubicBezTo>
                      <a:pt x="1504" y="1475"/>
                      <a:pt x="1988" y="1440"/>
                      <a:pt x="1988" y="905"/>
                    </a:cubicBezTo>
                    <a:cubicBezTo>
                      <a:pt x="2005" y="317"/>
                      <a:pt x="1504" y="110"/>
                      <a:pt x="1020" y="23"/>
                    </a:cubicBezTo>
                    <a:cubicBezTo>
                      <a:pt x="932" y="9"/>
                      <a:pt x="842" y="1"/>
                      <a:pt x="7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p15"/>
              <p:cNvSpPr/>
              <p:nvPr/>
            </p:nvSpPr>
            <p:spPr>
              <a:xfrm>
                <a:off x="6680225" y="1890750"/>
                <a:ext cx="46075" cy="42200"/>
              </a:xfrm>
              <a:custGeom>
                <a:rect b="b" l="l" r="r" t="t"/>
                <a:pathLst>
                  <a:path extrusionOk="0" h="1688" w="1843">
                    <a:moveTo>
                      <a:pt x="1376" y="1"/>
                    </a:moveTo>
                    <a:cubicBezTo>
                      <a:pt x="1345" y="1"/>
                      <a:pt x="1312" y="4"/>
                      <a:pt x="1280" y="11"/>
                    </a:cubicBezTo>
                    <a:cubicBezTo>
                      <a:pt x="675" y="29"/>
                      <a:pt x="156" y="478"/>
                      <a:pt x="70" y="1083"/>
                    </a:cubicBezTo>
                    <a:cubicBezTo>
                      <a:pt x="1" y="1446"/>
                      <a:pt x="208" y="1670"/>
                      <a:pt x="675" y="1688"/>
                    </a:cubicBezTo>
                    <a:cubicBezTo>
                      <a:pt x="1193" y="1480"/>
                      <a:pt x="1643" y="1135"/>
                      <a:pt x="1781" y="513"/>
                    </a:cubicBezTo>
                    <a:cubicBezTo>
                      <a:pt x="1843" y="250"/>
                      <a:pt x="1642" y="1"/>
                      <a:pt x="13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p15"/>
              <p:cNvSpPr/>
              <p:nvPr/>
            </p:nvSpPr>
            <p:spPr>
              <a:xfrm>
                <a:off x="3550975" y="1955400"/>
                <a:ext cx="53600" cy="126175"/>
              </a:xfrm>
              <a:custGeom>
                <a:rect b="b" l="l" r="r" t="t"/>
                <a:pathLst>
                  <a:path extrusionOk="0" h="5047" w="2144">
                    <a:moveTo>
                      <a:pt x="1297" y="0"/>
                    </a:moveTo>
                    <a:cubicBezTo>
                      <a:pt x="778" y="0"/>
                      <a:pt x="260" y="363"/>
                      <a:pt x="364" y="795"/>
                    </a:cubicBezTo>
                    <a:cubicBezTo>
                      <a:pt x="640" y="1850"/>
                      <a:pt x="122" y="2731"/>
                      <a:pt x="1" y="3491"/>
                    </a:cubicBezTo>
                    <a:cubicBezTo>
                      <a:pt x="70" y="4338"/>
                      <a:pt x="1" y="5047"/>
                      <a:pt x="951" y="5047"/>
                    </a:cubicBezTo>
                    <a:cubicBezTo>
                      <a:pt x="1781" y="5047"/>
                      <a:pt x="1971" y="4476"/>
                      <a:pt x="2040" y="3785"/>
                    </a:cubicBezTo>
                    <a:cubicBezTo>
                      <a:pt x="2144" y="2748"/>
                      <a:pt x="1642" y="1746"/>
                      <a:pt x="1936" y="692"/>
                    </a:cubicBezTo>
                    <a:cubicBezTo>
                      <a:pt x="2023" y="381"/>
                      <a:pt x="1712" y="0"/>
                      <a:pt x="12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p15"/>
              <p:cNvSpPr/>
              <p:nvPr/>
            </p:nvSpPr>
            <p:spPr>
              <a:xfrm>
                <a:off x="3910000" y="2161475"/>
                <a:ext cx="93775" cy="45400"/>
              </a:xfrm>
              <a:custGeom>
                <a:rect b="b" l="l" r="r" t="t"/>
                <a:pathLst>
                  <a:path extrusionOk="0" h="1816" w="3751">
                    <a:moveTo>
                      <a:pt x="1383" y="1"/>
                    </a:moveTo>
                    <a:cubicBezTo>
                      <a:pt x="778" y="87"/>
                      <a:pt x="1" y="18"/>
                      <a:pt x="122" y="640"/>
                    </a:cubicBezTo>
                    <a:cubicBezTo>
                      <a:pt x="329" y="1625"/>
                      <a:pt x="1297" y="1815"/>
                      <a:pt x="2195" y="1815"/>
                    </a:cubicBezTo>
                    <a:cubicBezTo>
                      <a:pt x="2835" y="1815"/>
                      <a:pt x="3751" y="1712"/>
                      <a:pt x="3613" y="951"/>
                    </a:cubicBezTo>
                    <a:cubicBezTo>
                      <a:pt x="3466" y="240"/>
                      <a:pt x="2970" y="188"/>
                      <a:pt x="2455" y="188"/>
                    </a:cubicBezTo>
                    <a:cubicBezTo>
                      <a:pt x="2366" y="188"/>
                      <a:pt x="2276" y="189"/>
                      <a:pt x="2187" y="189"/>
                    </a:cubicBezTo>
                    <a:cubicBezTo>
                      <a:pt x="1880" y="189"/>
                      <a:pt x="1588" y="170"/>
                      <a:pt x="13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p15"/>
              <p:cNvSpPr/>
              <p:nvPr/>
            </p:nvSpPr>
            <p:spPr>
              <a:xfrm>
                <a:off x="4125600" y="2173875"/>
                <a:ext cx="50575" cy="37600"/>
              </a:xfrm>
              <a:custGeom>
                <a:rect b="b" l="l" r="r" t="t"/>
                <a:pathLst>
                  <a:path extrusionOk="0" h="1504" w="2023">
                    <a:moveTo>
                      <a:pt x="1294" y="1"/>
                    </a:moveTo>
                    <a:cubicBezTo>
                      <a:pt x="1249" y="1"/>
                      <a:pt x="1204" y="3"/>
                      <a:pt x="1158" y="6"/>
                    </a:cubicBezTo>
                    <a:cubicBezTo>
                      <a:pt x="691" y="144"/>
                      <a:pt x="0" y="109"/>
                      <a:pt x="17" y="904"/>
                    </a:cubicBezTo>
                    <a:cubicBezTo>
                      <a:pt x="17" y="1352"/>
                      <a:pt x="364" y="1503"/>
                      <a:pt x="748" y="1503"/>
                    </a:cubicBezTo>
                    <a:cubicBezTo>
                      <a:pt x="809" y="1503"/>
                      <a:pt x="872" y="1499"/>
                      <a:pt x="933" y="1492"/>
                    </a:cubicBezTo>
                    <a:cubicBezTo>
                      <a:pt x="1486" y="1440"/>
                      <a:pt x="2022" y="1233"/>
                      <a:pt x="2022" y="593"/>
                    </a:cubicBezTo>
                    <a:cubicBezTo>
                      <a:pt x="2022" y="156"/>
                      <a:pt x="1711" y="1"/>
                      <a:pt x="12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p15"/>
              <p:cNvSpPr/>
              <p:nvPr/>
            </p:nvSpPr>
            <p:spPr>
              <a:xfrm>
                <a:off x="3415775" y="2038325"/>
                <a:ext cx="44925" cy="38175"/>
              </a:xfrm>
              <a:custGeom>
                <a:rect b="b" l="l" r="r" t="t"/>
                <a:pathLst>
                  <a:path extrusionOk="0" h="1527" w="1797">
                    <a:moveTo>
                      <a:pt x="812" y="0"/>
                    </a:moveTo>
                    <a:cubicBezTo>
                      <a:pt x="383" y="0"/>
                      <a:pt x="1" y="211"/>
                      <a:pt x="34" y="710"/>
                    </a:cubicBezTo>
                    <a:cubicBezTo>
                      <a:pt x="34" y="1164"/>
                      <a:pt x="400" y="1527"/>
                      <a:pt x="845" y="1527"/>
                    </a:cubicBezTo>
                    <a:cubicBezTo>
                      <a:pt x="874" y="1527"/>
                      <a:pt x="903" y="1525"/>
                      <a:pt x="933" y="1522"/>
                    </a:cubicBezTo>
                    <a:cubicBezTo>
                      <a:pt x="1382" y="1522"/>
                      <a:pt x="1745" y="1315"/>
                      <a:pt x="1797" y="796"/>
                    </a:cubicBezTo>
                    <a:cubicBezTo>
                      <a:pt x="1745" y="226"/>
                      <a:pt x="1330" y="19"/>
                      <a:pt x="864" y="1"/>
                    </a:cubicBezTo>
                    <a:cubicBezTo>
                      <a:pt x="847" y="1"/>
                      <a:pt x="829" y="0"/>
                      <a:pt x="8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92" name="Google Shape;592;p15"/>
            <p:cNvSpPr/>
            <p:nvPr/>
          </p:nvSpPr>
          <p:spPr>
            <a:xfrm flipH="1">
              <a:off x="10438620" y="1922646"/>
              <a:ext cx="294655" cy="433604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15"/>
            <p:cNvSpPr/>
            <p:nvPr/>
          </p:nvSpPr>
          <p:spPr>
            <a:xfrm flipH="1">
              <a:off x="13267895" y="2035521"/>
              <a:ext cx="294655" cy="433604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15"/>
            <p:cNvSpPr/>
            <p:nvPr/>
          </p:nvSpPr>
          <p:spPr>
            <a:xfrm flipH="1">
              <a:off x="11179445" y="2811646"/>
              <a:ext cx="294655" cy="433604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8" name="Shape 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" name="Google Shape;599;p16"/>
          <p:cNvSpPr txBox="1"/>
          <p:nvPr>
            <p:ph type="title"/>
          </p:nvPr>
        </p:nvSpPr>
        <p:spPr>
          <a:xfrm>
            <a:off x="583850" y="598900"/>
            <a:ext cx="4331700" cy="64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ESSENTIALS FOR TRAVELING</a:t>
            </a:r>
            <a:endParaRPr/>
          </a:p>
        </p:txBody>
      </p:sp>
      <p:sp>
        <p:nvSpPr>
          <p:cNvPr id="600" name="Google Shape;600;p16"/>
          <p:cNvSpPr txBox="1"/>
          <p:nvPr>
            <p:ph idx="2" type="title"/>
          </p:nvPr>
        </p:nvSpPr>
        <p:spPr>
          <a:xfrm>
            <a:off x="1278065" y="1659305"/>
            <a:ext cx="25317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BAGGAGE</a:t>
            </a:r>
            <a:endParaRPr/>
          </a:p>
        </p:txBody>
      </p:sp>
      <p:sp>
        <p:nvSpPr>
          <p:cNvPr id="601" name="Google Shape;601;p16"/>
          <p:cNvSpPr txBox="1"/>
          <p:nvPr>
            <p:ph idx="1" type="subTitle"/>
          </p:nvPr>
        </p:nvSpPr>
        <p:spPr>
          <a:xfrm>
            <a:off x="1278050" y="2079600"/>
            <a:ext cx="28368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smallest planet</a:t>
            </a:r>
            <a:endParaRPr/>
          </a:p>
        </p:txBody>
      </p:sp>
      <p:sp>
        <p:nvSpPr>
          <p:cNvPr id="602" name="Google Shape;602;p16"/>
          <p:cNvSpPr txBox="1"/>
          <p:nvPr>
            <p:ph idx="3" type="title"/>
          </p:nvPr>
        </p:nvSpPr>
        <p:spPr>
          <a:xfrm>
            <a:off x="1278055" y="2713554"/>
            <a:ext cx="25317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PASSPORT</a:t>
            </a:r>
            <a:endParaRPr/>
          </a:p>
        </p:txBody>
      </p:sp>
      <p:sp>
        <p:nvSpPr>
          <p:cNvPr id="603" name="Google Shape;603;p16"/>
          <p:cNvSpPr txBox="1"/>
          <p:nvPr>
            <p:ph idx="4" type="subTitle"/>
          </p:nvPr>
        </p:nvSpPr>
        <p:spPr>
          <a:xfrm>
            <a:off x="1278050" y="3111844"/>
            <a:ext cx="28368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400"/>
              <a:buNone/>
            </a:pPr>
            <a:r>
              <a:rPr lang="en"/>
              <a:t>Mars is actually a cold place</a:t>
            </a:r>
            <a:endParaRPr/>
          </a:p>
        </p:txBody>
      </p:sp>
      <p:sp>
        <p:nvSpPr>
          <p:cNvPr id="604" name="Google Shape;604;p16"/>
          <p:cNvSpPr txBox="1"/>
          <p:nvPr>
            <p:ph idx="5" type="title"/>
          </p:nvPr>
        </p:nvSpPr>
        <p:spPr>
          <a:xfrm>
            <a:off x="1278065" y="3745806"/>
            <a:ext cx="25317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MAP</a:t>
            </a:r>
            <a:endParaRPr/>
          </a:p>
        </p:txBody>
      </p:sp>
      <p:sp>
        <p:nvSpPr>
          <p:cNvPr id="605" name="Google Shape;605;p16"/>
          <p:cNvSpPr txBox="1"/>
          <p:nvPr>
            <p:ph idx="6" type="subTitle"/>
          </p:nvPr>
        </p:nvSpPr>
        <p:spPr>
          <a:xfrm>
            <a:off x="1278050" y="4166100"/>
            <a:ext cx="28368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400"/>
              <a:buNone/>
            </a:pPr>
            <a:r>
              <a:rPr lang="en"/>
              <a:t>Venus has a beautiful name</a:t>
            </a:r>
            <a:endParaRPr/>
          </a:p>
        </p:txBody>
      </p:sp>
      <p:grpSp>
        <p:nvGrpSpPr>
          <p:cNvPr id="606" name="Google Shape;606;p16"/>
          <p:cNvGrpSpPr/>
          <p:nvPr/>
        </p:nvGrpSpPr>
        <p:grpSpPr>
          <a:xfrm>
            <a:off x="745053" y="2925542"/>
            <a:ext cx="343422" cy="399207"/>
            <a:chOff x="3438742" y="1576807"/>
            <a:chExt cx="343422" cy="399207"/>
          </a:xfrm>
        </p:grpSpPr>
        <p:sp>
          <p:nvSpPr>
            <p:cNvPr id="607" name="Google Shape;607;p16"/>
            <p:cNvSpPr/>
            <p:nvPr/>
          </p:nvSpPr>
          <p:spPr>
            <a:xfrm>
              <a:off x="3745989" y="1576807"/>
              <a:ext cx="36175" cy="399207"/>
            </a:xfrm>
            <a:custGeom>
              <a:rect b="b" l="l" r="r" t="t"/>
              <a:pathLst>
                <a:path extrusionOk="0" h="18078" w="1638">
                  <a:moveTo>
                    <a:pt x="802" y="0"/>
                  </a:moveTo>
                  <a:cubicBezTo>
                    <a:pt x="784" y="0"/>
                    <a:pt x="766" y="1"/>
                    <a:pt x="748" y="3"/>
                  </a:cubicBezTo>
                  <a:lnTo>
                    <a:pt x="0" y="3"/>
                  </a:lnTo>
                  <a:cubicBezTo>
                    <a:pt x="143" y="252"/>
                    <a:pt x="214" y="572"/>
                    <a:pt x="214" y="892"/>
                  </a:cubicBezTo>
                  <a:lnTo>
                    <a:pt x="214" y="17188"/>
                  </a:lnTo>
                  <a:cubicBezTo>
                    <a:pt x="214" y="17508"/>
                    <a:pt x="143" y="17793"/>
                    <a:pt x="0" y="18078"/>
                  </a:cubicBezTo>
                  <a:lnTo>
                    <a:pt x="748" y="18078"/>
                  </a:lnTo>
                  <a:cubicBezTo>
                    <a:pt x="1210" y="18078"/>
                    <a:pt x="1637" y="17686"/>
                    <a:pt x="1637" y="17188"/>
                  </a:cubicBezTo>
                  <a:lnTo>
                    <a:pt x="1637" y="856"/>
                  </a:lnTo>
                  <a:cubicBezTo>
                    <a:pt x="1603" y="412"/>
                    <a:pt x="1240" y="0"/>
                    <a:pt x="8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16"/>
            <p:cNvSpPr/>
            <p:nvPr/>
          </p:nvSpPr>
          <p:spPr>
            <a:xfrm>
              <a:off x="3566813" y="1725356"/>
              <a:ext cx="32244" cy="51938"/>
            </a:xfrm>
            <a:custGeom>
              <a:rect b="b" l="l" r="r" t="t"/>
              <a:pathLst>
                <a:path extrusionOk="0" h="2352" w="1460">
                  <a:moveTo>
                    <a:pt x="1" y="0"/>
                  </a:moveTo>
                  <a:cubicBezTo>
                    <a:pt x="36" y="534"/>
                    <a:pt x="108" y="1068"/>
                    <a:pt x="286" y="1601"/>
                  </a:cubicBezTo>
                  <a:cubicBezTo>
                    <a:pt x="463" y="2135"/>
                    <a:pt x="677" y="2313"/>
                    <a:pt x="713" y="2349"/>
                  </a:cubicBezTo>
                  <a:cubicBezTo>
                    <a:pt x="717" y="2351"/>
                    <a:pt x="722" y="2352"/>
                    <a:pt x="727" y="2352"/>
                  </a:cubicBezTo>
                  <a:cubicBezTo>
                    <a:pt x="810" y="2352"/>
                    <a:pt x="1008" y="2102"/>
                    <a:pt x="1175" y="1601"/>
                  </a:cubicBezTo>
                  <a:cubicBezTo>
                    <a:pt x="1317" y="1068"/>
                    <a:pt x="1424" y="534"/>
                    <a:pt x="14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16"/>
            <p:cNvSpPr/>
            <p:nvPr/>
          </p:nvSpPr>
          <p:spPr>
            <a:xfrm>
              <a:off x="3614760" y="1657783"/>
              <a:ext cx="30654" cy="44010"/>
            </a:xfrm>
            <a:custGeom>
              <a:rect b="b" l="l" r="r" t="t"/>
              <a:pathLst>
                <a:path extrusionOk="0" h="1993" w="1388">
                  <a:moveTo>
                    <a:pt x="0" y="0"/>
                  </a:moveTo>
                  <a:lnTo>
                    <a:pt x="0" y="0"/>
                  </a:lnTo>
                  <a:cubicBezTo>
                    <a:pt x="178" y="641"/>
                    <a:pt x="321" y="1317"/>
                    <a:pt x="356" y="1993"/>
                  </a:cubicBezTo>
                  <a:lnTo>
                    <a:pt x="1388" y="1993"/>
                  </a:lnTo>
                  <a:cubicBezTo>
                    <a:pt x="1246" y="1175"/>
                    <a:pt x="712" y="42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16"/>
            <p:cNvSpPr/>
            <p:nvPr/>
          </p:nvSpPr>
          <p:spPr>
            <a:xfrm>
              <a:off x="3519684" y="1657783"/>
              <a:ext cx="31449" cy="44010"/>
            </a:xfrm>
            <a:custGeom>
              <a:rect b="b" l="l" r="r" t="t"/>
              <a:pathLst>
                <a:path extrusionOk="0" h="1993" w="1424">
                  <a:moveTo>
                    <a:pt x="1423" y="0"/>
                  </a:moveTo>
                  <a:cubicBezTo>
                    <a:pt x="676" y="427"/>
                    <a:pt x="178" y="1175"/>
                    <a:pt x="0" y="1993"/>
                  </a:cubicBezTo>
                  <a:lnTo>
                    <a:pt x="1067" y="1993"/>
                  </a:lnTo>
                  <a:cubicBezTo>
                    <a:pt x="1103" y="1317"/>
                    <a:pt x="1210" y="641"/>
                    <a:pt x="14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16"/>
            <p:cNvSpPr/>
            <p:nvPr/>
          </p:nvSpPr>
          <p:spPr>
            <a:xfrm>
              <a:off x="3614760" y="1725356"/>
              <a:ext cx="30654" cy="44010"/>
            </a:xfrm>
            <a:custGeom>
              <a:rect b="b" l="l" r="r" t="t"/>
              <a:pathLst>
                <a:path extrusionOk="0" h="1993" w="1388">
                  <a:moveTo>
                    <a:pt x="356" y="0"/>
                  </a:moveTo>
                  <a:cubicBezTo>
                    <a:pt x="321" y="676"/>
                    <a:pt x="178" y="1352"/>
                    <a:pt x="0" y="1993"/>
                  </a:cubicBezTo>
                  <a:cubicBezTo>
                    <a:pt x="712" y="1566"/>
                    <a:pt x="1246" y="854"/>
                    <a:pt x="1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16"/>
            <p:cNvSpPr/>
            <p:nvPr/>
          </p:nvSpPr>
          <p:spPr>
            <a:xfrm>
              <a:off x="3438742" y="1576807"/>
              <a:ext cx="288408" cy="399207"/>
            </a:xfrm>
            <a:custGeom>
              <a:rect b="b" l="l" r="r" t="t"/>
              <a:pathLst>
                <a:path extrusionOk="0" h="18078" w="13059">
                  <a:moveTo>
                    <a:pt x="6518" y="2247"/>
                  </a:moveTo>
                  <a:cubicBezTo>
                    <a:pt x="8549" y="2247"/>
                    <a:pt x="10497" y="3815"/>
                    <a:pt x="10497" y="6194"/>
                  </a:cubicBezTo>
                  <a:cubicBezTo>
                    <a:pt x="10461" y="8364"/>
                    <a:pt x="8718" y="10143"/>
                    <a:pt x="6512" y="10143"/>
                  </a:cubicBezTo>
                  <a:cubicBezTo>
                    <a:pt x="2989" y="10143"/>
                    <a:pt x="1246" y="5909"/>
                    <a:pt x="3736" y="3418"/>
                  </a:cubicBezTo>
                  <a:cubicBezTo>
                    <a:pt x="4545" y="2610"/>
                    <a:pt x="5541" y="2247"/>
                    <a:pt x="6518" y="2247"/>
                  </a:cubicBezTo>
                  <a:close/>
                  <a:moveTo>
                    <a:pt x="9109" y="11993"/>
                  </a:moveTo>
                  <a:cubicBezTo>
                    <a:pt x="9821" y="11993"/>
                    <a:pt x="9821" y="13061"/>
                    <a:pt x="9109" y="13061"/>
                  </a:cubicBezTo>
                  <a:lnTo>
                    <a:pt x="3950" y="13061"/>
                  </a:lnTo>
                  <a:cubicBezTo>
                    <a:pt x="3238" y="13061"/>
                    <a:pt x="3238" y="11993"/>
                    <a:pt x="3950" y="11993"/>
                  </a:cubicBezTo>
                  <a:close/>
                  <a:moveTo>
                    <a:pt x="8255" y="14092"/>
                  </a:moveTo>
                  <a:cubicBezTo>
                    <a:pt x="8967" y="14092"/>
                    <a:pt x="8967" y="15160"/>
                    <a:pt x="8255" y="15160"/>
                  </a:cubicBezTo>
                  <a:lnTo>
                    <a:pt x="4875" y="15160"/>
                  </a:lnTo>
                  <a:cubicBezTo>
                    <a:pt x="4163" y="15160"/>
                    <a:pt x="4163" y="14092"/>
                    <a:pt x="4875" y="14092"/>
                  </a:cubicBezTo>
                  <a:close/>
                  <a:moveTo>
                    <a:pt x="12227" y="0"/>
                  </a:moveTo>
                  <a:cubicBezTo>
                    <a:pt x="12208" y="0"/>
                    <a:pt x="12188" y="1"/>
                    <a:pt x="12169" y="3"/>
                  </a:cubicBezTo>
                  <a:lnTo>
                    <a:pt x="890" y="3"/>
                  </a:lnTo>
                  <a:cubicBezTo>
                    <a:pt x="392" y="3"/>
                    <a:pt x="0" y="394"/>
                    <a:pt x="0" y="892"/>
                  </a:cubicBezTo>
                  <a:lnTo>
                    <a:pt x="0" y="17188"/>
                  </a:lnTo>
                  <a:cubicBezTo>
                    <a:pt x="0" y="17686"/>
                    <a:pt x="392" y="18078"/>
                    <a:pt x="890" y="18078"/>
                  </a:cubicBezTo>
                  <a:lnTo>
                    <a:pt x="12169" y="18078"/>
                  </a:lnTo>
                  <a:cubicBezTo>
                    <a:pt x="12667" y="18078"/>
                    <a:pt x="13058" y="17686"/>
                    <a:pt x="13058" y="17188"/>
                  </a:cubicBezTo>
                  <a:lnTo>
                    <a:pt x="13058" y="856"/>
                  </a:lnTo>
                  <a:cubicBezTo>
                    <a:pt x="13058" y="412"/>
                    <a:pt x="12697" y="0"/>
                    <a:pt x="12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16"/>
            <p:cNvSpPr/>
            <p:nvPr/>
          </p:nvSpPr>
          <p:spPr>
            <a:xfrm>
              <a:off x="3519684" y="1725356"/>
              <a:ext cx="31449" cy="44010"/>
            </a:xfrm>
            <a:custGeom>
              <a:rect b="b" l="l" r="r" t="t"/>
              <a:pathLst>
                <a:path extrusionOk="0" h="1993" w="1424">
                  <a:moveTo>
                    <a:pt x="0" y="0"/>
                  </a:moveTo>
                  <a:cubicBezTo>
                    <a:pt x="178" y="854"/>
                    <a:pt x="676" y="1566"/>
                    <a:pt x="1423" y="1993"/>
                  </a:cubicBezTo>
                  <a:cubicBezTo>
                    <a:pt x="1210" y="1352"/>
                    <a:pt x="1103" y="676"/>
                    <a:pt x="10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16"/>
            <p:cNvSpPr/>
            <p:nvPr/>
          </p:nvSpPr>
          <p:spPr>
            <a:xfrm>
              <a:off x="3566813" y="1649922"/>
              <a:ext cx="32244" cy="51872"/>
            </a:xfrm>
            <a:custGeom>
              <a:rect b="b" l="l" r="r" t="t"/>
              <a:pathLst>
                <a:path extrusionOk="0" h="2349" w="1460">
                  <a:moveTo>
                    <a:pt x="713" y="1"/>
                  </a:moveTo>
                  <a:cubicBezTo>
                    <a:pt x="677" y="36"/>
                    <a:pt x="463" y="214"/>
                    <a:pt x="286" y="748"/>
                  </a:cubicBezTo>
                  <a:cubicBezTo>
                    <a:pt x="108" y="1281"/>
                    <a:pt x="36" y="1815"/>
                    <a:pt x="1" y="2349"/>
                  </a:cubicBezTo>
                  <a:lnTo>
                    <a:pt x="1460" y="2349"/>
                  </a:lnTo>
                  <a:cubicBezTo>
                    <a:pt x="1424" y="1815"/>
                    <a:pt x="1317" y="1281"/>
                    <a:pt x="1175" y="748"/>
                  </a:cubicBezTo>
                  <a:cubicBezTo>
                    <a:pt x="997" y="214"/>
                    <a:pt x="784" y="36"/>
                    <a:pt x="7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5" name="Google Shape;615;p16"/>
          <p:cNvGrpSpPr/>
          <p:nvPr/>
        </p:nvGrpSpPr>
        <p:grpSpPr>
          <a:xfrm>
            <a:off x="717160" y="1868517"/>
            <a:ext cx="399209" cy="399141"/>
            <a:chOff x="1425518" y="1566649"/>
            <a:chExt cx="399209" cy="399141"/>
          </a:xfrm>
        </p:grpSpPr>
        <p:sp>
          <p:nvSpPr>
            <p:cNvPr id="616" name="Google Shape;616;p16"/>
            <p:cNvSpPr/>
            <p:nvPr/>
          </p:nvSpPr>
          <p:spPr>
            <a:xfrm>
              <a:off x="1511937" y="1566649"/>
              <a:ext cx="226349" cy="71503"/>
            </a:xfrm>
            <a:custGeom>
              <a:rect b="b" l="l" r="r" t="t"/>
              <a:pathLst>
                <a:path extrusionOk="0" h="3238" w="10249">
                  <a:moveTo>
                    <a:pt x="1424" y="0"/>
                  </a:moveTo>
                  <a:cubicBezTo>
                    <a:pt x="641" y="0"/>
                    <a:pt x="1" y="640"/>
                    <a:pt x="1" y="1423"/>
                  </a:cubicBezTo>
                  <a:lnTo>
                    <a:pt x="1" y="3238"/>
                  </a:lnTo>
                  <a:lnTo>
                    <a:pt x="2136" y="3238"/>
                  </a:lnTo>
                  <a:lnTo>
                    <a:pt x="2136" y="2099"/>
                  </a:lnTo>
                  <a:lnTo>
                    <a:pt x="8149" y="2099"/>
                  </a:lnTo>
                  <a:lnTo>
                    <a:pt x="8149" y="3238"/>
                  </a:lnTo>
                  <a:lnTo>
                    <a:pt x="10248" y="3238"/>
                  </a:lnTo>
                  <a:lnTo>
                    <a:pt x="10248" y="1423"/>
                  </a:lnTo>
                  <a:cubicBezTo>
                    <a:pt x="10248" y="640"/>
                    <a:pt x="9608" y="0"/>
                    <a:pt x="8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16"/>
            <p:cNvSpPr/>
            <p:nvPr/>
          </p:nvSpPr>
          <p:spPr>
            <a:xfrm>
              <a:off x="1744536" y="1870703"/>
              <a:ext cx="80191" cy="26742"/>
            </a:xfrm>
            <a:custGeom>
              <a:rect b="b" l="l" r="r" t="t"/>
              <a:pathLst>
                <a:path extrusionOk="0" h="1211" w="3631">
                  <a:moveTo>
                    <a:pt x="1" y="1"/>
                  </a:moveTo>
                  <a:lnTo>
                    <a:pt x="1" y="1210"/>
                  </a:lnTo>
                  <a:lnTo>
                    <a:pt x="3630" y="1210"/>
                  </a:lnTo>
                  <a:lnTo>
                    <a:pt x="36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16"/>
            <p:cNvSpPr/>
            <p:nvPr/>
          </p:nvSpPr>
          <p:spPr>
            <a:xfrm>
              <a:off x="1425518" y="1661714"/>
              <a:ext cx="399208" cy="304076"/>
            </a:xfrm>
            <a:custGeom>
              <a:rect b="b" l="l" r="r" t="t"/>
              <a:pathLst>
                <a:path extrusionOk="0" h="13770" w="18076">
                  <a:moveTo>
                    <a:pt x="13656" y="2448"/>
                  </a:moveTo>
                  <a:cubicBezTo>
                    <a:pt x="14855" y="2448"/>
                    <a:pt x="16011" y="3372"/>
                    <a:pt x="16011" y="4768"/>
                  </a:cubicBezTo>
                  <a:cubicBezTo>
                    <a:pt x="15976" y="6062"/>
                    <a:pt x="14978" y="7082"/>
                    <a:pt x="13693" y="7082"/>
                  </a:cubicBezTo>
                  <a:cubicBezTo>
                    <a:pt x="13672" y="7082"/>
                    <a:pt x="13650" y="7081"/>
                    <a:pt x="13627" y="7081"/>
                  </a:cubicBezTo>
                  <a:lnTo>
                    <a:pt x="13627" y="7081"/>
                  </a:lnTo>
                  <a:lnTo>
                    <a:pt x="13663" y="7116"/>
                  </a:lnTo>
                  <a:cubicBezTo>
                    <a:pt x="11599" y="7116"/>
                    <a:pt x="10568" y="4590"/>
                    <a:pt x="12026" y="3131"/>
                  </a:cubicBezTo>
                  <a:cubicBezTo>
                    <a:pt x="12498" y="2659"/>
                    <a:pt x="13082" y="2448"/>
                    <a:pt x="13656" y="2448"/>
                  </a:cubicBezTo>
                  <a:close/>
                  <a:moveTo>
                    <a:pt x="6080" y="2544"/>
                  </a:moveTo>
                  <a:cubicBezTo>
                    <a:pt x="6218" y="2544"/>
                    <a:pt x="6351" y="2598"/>
                    <a:pt x="6440" y="2704"/>
                  </a:cubicBezTo>
                  <a:lnTo>
                    <a:pt x="10105" y="6369"/>
                  </a:lnTo>
                  <a:cubicBezTo>
                    <a:pt x="10318" y="6583"/>
                    <a:pt x="10318" y="6903"/>
                    <a:pt x="10105" y="7116"/>
                  </a:cubicBezTo>
                  <a:lnTo>
                    <a:pt x="8290" y="8931"/>
                  </a:lnTo>
                  <a:cubicBezTo>
                    <a:pt x="8203" y="9019"/>
                    <a:pt x="8091" y="9083"/>
                    <a:pt x="7974" y="9083"/>
                  </a:cubicBezTo>
                  <a:cubicBezTo>
                    <a:pt x="7949" y="9083"/>
                    <a:pt x="7924" y="9080"/>
                    <a:pt x="7899" y="9073"/>
                  </a:cubicBezTo>
                  <a:cubicBezTo>
                    <a:pt x="7874" y="9080"/>
                    <a:pt x="7849" y="9083"/>
                    <a:pt x="7824" y="9083"/>
                  </a:cubicBezTo>
                  <a:cubicBezTo>
                    <a:pt x="7708" y="9083"/>
                    <a:pt x="7602" y="9019"/>
                    <a:pt x="7543" y="8931"/>
                  </a:cubicBezTo>
                  <a:lnTo>
                    <a:pt x="3878" y="5302"/>
                  </a:lnTo>
                  <a:cubicBezTo>
                    <a:pt x="3772" y="5195"/>
                    <a:pt x="3736" y="5053"/>
                    <a:pt x="3736" y="4910"/>
                  </a:cubicBezTo>
                  <a:cubicBezTo>
                    <a:pt x="3736" y="4768"/>
                    <a:pt x="3772" y="4626"/>
                    <a:pt x="3878" y="4519"/>
                  </a:cubicBezTo>
                  <a:lnTo>
                    <a:pt x="5693" y="2704"/>
                  </a:lnTo>
                  <a:cubicBezTo>
                    <a:pt x="5800" y="2598"/>
                    <a:pt x="5942" y="2544"/>
                    <a:pt x="6080" y="2544"/>
                  </a:cubicBezTo>
                  <a:close/>
                  <a:moveTo>
                    <a:pt x="1494" y="0"/>
                  </a:moveTo>
                  <a:cubicBezTo>
                    <a:pt x="676" y="0"/>
                    <a:pt x="0" y="676"/>
                    <a:pt x="0" y="1495"/>
                  </a:cubicBezTo>
                  <a:lnTo>
                    <a:pt x="0" y="5835"/>
                  </a:lnTo>
                  <a:lnTo>
                    <a:pt x="712" y="5124"/>
                  </a:lnTo>
                  <a:cubicBezTo>
                    <a:pt x="818" y="5017"/>
                    <a:pt x="952" y="4964"/>
                    <a:pt x="1085" y="4964"/>
                  </a:cubicBezTo>
                  <a:cubicBezTo>
                    <a:pt x="1219" y="4964"/>
                    <a:pt x="1352" y="5017"/>
                    <a:pt x="1459" y="5124"/>
                  </a:cubicBezTo>
                  <a:lnTo>
                    <a:pt x="4199" y="7864"/>
                  </a:lnTo>
                  <a:cubicBezTo>
                    <a:pt x="4376" y="8077"/>
                    <a:pt x="4376" y="8397"/>
                    <a:pt x="4199" y="8611"/>
                  </a:cubicBezTo>
                  <a:lnTo>
                    <a:pt x="1459" y="11350"/>
                  </a:lnTo>
                  <a:cubicBezTo>
                    <a:pt x="1352" y="11439"/>
                    <a:pt x="1219" y="11484"/>
                    <a:pt x="1085" y="11484"/>
                  </a:cubicBezTo>
                  <a:cubicBezTo>
                    <a:pt x="952" y="11484"/>
                    <a:pt x="818" y="11439"/>
                    <a:pt x="712" y="11350"/>
                  </a:cubicBezTo>
                  <a:lnTo>
                    <a:pt x="0" y="10639"/>
                  </a:lnTo>
                  <a:lnTo>
                    <a:pt x="0" y="12276"/>
                  </a:lnTo>
                  <a:cubicBezTo>
                    <a:pt x="0" y="13094"/>
                    <a:pt x="676" y="13770"/>
                    <a:pt x="1494" y="13770"/>
                  </a:cubicBezTo>
                  <a:lnTo>
                    <a:pt x="16581" y="13770"/>
                  </a:lnTo>
                  <a:cubicBezTo>
                    <a:pt x="17399" y="13770"/>
                    <a:pt x="18075" y="13094"/>
                    <a:pt x="18075" y="12276"/>
                  </a:cubicBezTo>
                  <a:lnTo>
                    <a:pt x="18075" y="11742"/>
                  </a:lnTo>
                  <a:lnTo>
                    <a:pt x="13912" y="11742"/>
                  </a:lnTo>
                  <a:cubicBezTo>
                    <a:pt x="13627" y="11742"/>
                    <a:pt x="13378" y="11493"/>
                    <a:pt x="13378" y="11208"/>
                  </a:cubicBezTo>
                  <a:lnTo>
                    <a:pt x="13378" y="8931"/>
                  </a:lnTo>
                  <a:cubicBezTo>
                    <a:pt x="13378" y="8646"/>
                    <a:pt x="13627" y="8397"/>
                    <a:pt x="13912" y="8397"/>
                  </a:cubicBezTo>
                  <a:lnTo>
                    <a:pt x="18075" y="8397"/>
                  </a:lnTo>
                  <a:lnTo>
                    <a:pt x="18075" y="1495"/>
                  </a:lnTo>
                  <a:cubicBezTo>
                    <a:pt x="18075" y="676"/>
                    <a:pt x="17399" y="0"/>
                    <a:pt x="165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16"/>
            <p:cNvSpPr/>
            <p:nvPr/>
          </p:nvSpPr>
          <p:spPr>
            <a:xfrm>
              <a:off x="1426291" y="1799200"/>
              <a:ext cx="66807" cy="88021"/>
            </a:xfrm>
            <a:custGeom>
              <a:rect b="b" l="l" r="r" t="t"/>
              <a:pathLst>
                <a:path extrusionOk="0" h="3986" w="3025">
                  <a:moveTo>
                    <a:pt x="1032" y="1"/>
                  </a:moveTo>
                  <a:lnTo>
                    <a:pt x="1" y="1068"/>
                  </a:lnTo>
                  <a:lnTo>
                    <a:pt x="1" y="1104"/>
                  </a:lnTo>
                  <a:lnTo>
                    <a:pt x="1" y="2918"/>
                  </a:lnTo>
                  <a:lnTo>
                    <a:pt x="1068" y="3986"/>
                  </a:lnTo>
                  <a:lnTo>
                    <a:pt x="3025" y="1993"/>
                  </a:lnTo>
                  <a:lnTo>
                    <a:pt x="103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16"/>
            <p:cNvSpPr/>
            <p:nvPr/>
          </p:nvSpPr>
          <p:spPr>
            <a:xfrm>
              <a:off x="1535523" y="1746555"/>
              <a:ext cx="88031" cy="88021"/>
            </a:xfrm>
            <a:custGeom>
              <a:rect b="b" l="l" r="r" t="t"/>
              <a:pathLst>
                <a:path extrusionOk="0" h="3986" w="3986">
                  <a:moveTo>
                    <a:pt x="1103" y="1"/>
                  </a:moveTo>
                  <a:lnTo>
                    <a:pt x="0" y="1068"/>
                  </a:lnTo>
                  <a:lnTo>
                    <a:pt x="2918" y="3986"/>
                  </a:lnTo>
                  <a:lnTo>
                    <a:pt x="3985" y="2883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16"/>
            <p:cNvSpPr/>
            <p:nvPr/>
          </p:nvSpPr>
          <p:spPr>
            <a:xfrm>
              <a:off x="1688749" y="1738716"/>
              <a:ext cx="66034" cy="56465"/>
            </a:xfrm>
            <a:custGeom>
              <a:rect b="b" l="l" r="r" t="t"/>
              <a:pathLst>
                <a:path extrusionOk="0" h="2557" w="2990">
                  <a:moveTo>
                    <a:pt x="1708" y="0"/>
                  </a:moveTo>
                  <a:cubicBezTo>
                    <a:pt x="570" y="0"/>
                    <a:pt x="1" y="1388"/>
                    <a:pt x="819" y="2171"/>
                  </a:cubicBezTo>
                  <a:cubicBezTo>
                    <a:pt x="1074" y="2438"/>
                    <a:pt x="1394" y="2557"/>
                    <a:pt x="1709" y="2557"/>
                  </a:cubicBezTo>
                  <a:cubicBezTo>
                    <a:pt x="2359" y="2557"/>
                    <a:pt x="2989" y="2048"/>
                    <a:pt x="2989" y="1281"/>
                  </a:cubicBezTo>
                  <a:cubicBezTo>
                    <a:pt x="2989" y="569"/>
                    <a:pt x="2420" y="0"/>
                    <a:pt x="17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2" name="Google Shape;622;p16"/>
          <p:cNvGrpSpPr/>
          <p:nvPr/>
        </p:nvGrpSpPr>
        <p:grpSpPr>
          <a:xfrm>
            <a:off x="716762" y="3922179"/>
            <a:ext cx="400003" cy="395232"/>
            <a:chOff x="4028876" y="1578419"/>
            <a:chExt cx="400003" cy="395232"/>
          </a:xfrm>
        </p:grpSpPr>
        <p:sp>
          <p:nvSpPr>
            <p:cNvPr id="623" name="Google Shape;623;p16"/>
            <p:cNvSpPr/>
            <p:nvPr/>
          </p:nvSpPr>
          <p:spPr>
            <a:xfrm>
              <a:off x="4303127" y="1734785"/>
              <a:ext cx="125752" cy="212169"/>
            </a:xfrm>
            <a:custGeom>
              <a:rect b="b" l="l" r="r" t="t"/>
              <a:pathLst>
                <a:path extrusionOk="0" h="9608" w="5694">
                  <a:moveTo>
                    <a:pt x="0" y="0"/>
                  </a:moveTo>
                  <a:lnTo>
                    <a:pt x="0" y="8077"/>
                  </a:lnTo>
                  <a:cubicBezTo>
                    <a:pt x="463" y="8255"/>
                    <a:pt x="925" y="8326"/>
                    <a:pt x="1388" y="8326"/>
                  </a:cubicBezTo>
                  <a:lnTo>
                    <a:pt x="1922" y="8326"/>
                  </a:lnTo>
                  <a:cubicBezTo>
                    <a:pt x="2055" y="8317"/>
                    <a:pt x="2188" y="8313"/>
                    <a:pt x="2322" y="8313"/>
                  </a:cubicBezTo>
                  <a:cubicBezTo>
                    <a:pt x="2722" y="8313"/>
                    <a:pt x="3122" y="8353"/>
                    <a:pt x="3523" y="8433"/>
                  </a:cubicBezTo>
                  <a:cubicBezTo>
                    <a:pt x="4092" y="8575"/>
                    <a:pt x="4555" y="8967"/>
                    <a:pt x="4804" y="9500"/>
                  </a:cubicBezTo>
                  <a:cubicBezTo>
                    <a:pt x="4804" y="9536"/>
                    <a:pt x="4839" y="9571"/>
                    <a:pt x="4839" y="9607"/>
                  </a:cubicBezTo>
                  <a:cubicBezTo>
                    <a:pt x="5337" y="9429"/>
                    <a:pt x="5693" y="8967"/>
                    <a:pt x="5693" y="8433"/>
                  </a:cubicBezTo>
                  <a:lnTo>
                    <a:pt x="5693" y="1673"/>
                  </a:lnTo>
                  <a:cubicBezTo>
                    <a:pt x="5658" y="1673"/>
                    <a:pt x="5622" y="1708"/>
                    <a:pt x="5586" y="1708"/>
                  </a:cubicBezTo>
                  <a:cubicBezTo>
                    <a:pt x="5231" y="1922"/>
                    <a:pt x="4875" y="2100"/>
                    <a:pt x="4519" y="2242"/>
                  </a:cubicBezTo>
                  <a:cubicBezTo>
                    <a:pt x="4199" y="2349"/>
                    <a:pt x="3843" y="2420"/>
                    <a:pt x="3487" y="2420"/>
                  </a:cubicBezTo>
                  <a:cubicBezTo>
                    <a:pt x="3448" y="2422"/>
                    <a:pt x="3410" y="2424"/>
                    <a:pt x="3372" y="2424"/>
                  </a:cubicBezTo>
                  <a:cubicBezTo>
                    <a:pt x="2882" y="2424"/>
                    <a:pt x="2427" y="2216"/>
                    <a:pt x="2064" y="1886"/>
                  </a:cubicBezTo>
                  <a:cubicBezTo>
                    <a:pt x="1815" y="1637"/>
                    <a:pt x="1637" y="1352"/>
                    <a:pt x="1495" y="997"/>
                  </a:cubicBezTo>
                  <a:cubicBezTo>
                    <a:pt x="1388" y="783"/>
                    <a:pt x="1281" y="605"/>
                    <a:pt x="1139" y="427"/>
                  </a:cubicBezTo>
                  <a:cubicBezTo>
                    <a:pt x="819" y="178"/>
                    <a:pt x="427" y="36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16"/>
            <p:cNvSpPr/>
            <p:nvPr/>
          </p:nvSpPr>
          <p:spPr>
            <a:xfrm>
              <a:off x="4303127" y="1937502"/>
              <a:ext cx="84100" cy="35376"/>
            </a:xfrm>
            <a:custGeom>
              <a:rect b="b" l="l" r="r" t="t"/>
              <a:pathLst>
                <a:path extrusionOk="0" h="1602" w="3808">
                  <a:moveTo>
                    <a:pt x="0" y="0"/>
                  </a:moveTo>
                  <a:lnTo>
                    <a:pt x="0" y="1601"/>
                  </a:lnTo>
                  <a:lnTo>
                    <a:pt x="3807" y="641"/>
                  </a:lnTo>
                  <a:cubicBezTo>
                    <a:pt x="3665" y="463"/>
                    <a:pt x="3452" y="320"/>
                    <a:pt x="3238" y="249"/>
                  </a:cubicBezTo>
                  <a:cubicBezTo>
                    <a:pt x="2925" y="197"/>
                    <a:pt x="2613" y="164"/>
                    <a:pt x="2300" y="164"/>
                  </a:cubicBezTo>
                  <a:cubicBezTo>
                    <a:pt x="2186" y="164"/>
                    <a:pt x="2072" y="168"/>
                    <a:pt x="1957" y="178"/>
                  </a:cubicBezTo>
                  <a:lnTo>
                    <a:pt x="1388" y="178"/>
                  </a:lnTo>
                  <a:cubicBezTo>
                    <a:pt x="925" y="178"/>
                    <a:pt x="463" y="1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16"/>
            <p:cNvSpPr/>
            <p:nvPr/>
          </p:nvSpPr>
          <p:spPr>
            <a:xfrm>
              <a:off x="4228458" y="1595709"/>
              <a:ext cx="51105" cy="111583"/>
            </a:xfrm>
            <a:custGeom>
              <a:rect b="b" l="l" r="r" t="t"/>
              <a:pathLst>
                <a:path extrusionOk="0" h="5053" w="2314">
                  <a:moveTo>
                    <a:pt x="819" y="0"/>
                  </a:moveTo>
                  <a:cubicBezTo>
                    <a:pt x="819" y="36"/>
                    <a:pt x="784" y="36"/>
                    <a:pt x="784" y="72"/>
                  </a:cubicBezTo>
                  <a:cubicBezTo>
                    <a:pt x="286" y="748"/>
                    <a:pt x="1" y="1530"/>
                    <a:pt x="1" y="2384"/>
                  </a:cubicBezTo>
                  <a:cubicBezTo>
                    <a:pt x="143" y="3665"/>
                    <a:pt x="1068" y="4697"/>
                    <a:pt x="2314" y="5053"/>
                  </a:cubicBezTo>
                  <a:lnTo>
                    <a:pt x="2314" y="356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16"/>
            <p:cNvSpPr/>
            <p:nvPr/>
          </p:nvSpPr>
          <p:spPr>
            <a:xfrm>
              <a:off x="4029671" y="1825941"/>
              <a:ext cx="124957" cy="144751"/>
            </a:xfrm>
            <a:custGeom>
              <a:rect b="b" l="l" r="r" t="t"/>
              <a:pathLst>
                <a:path extrusionOk="0" h="6555" w="5658">
                  <a:moveTo>
                    <a:pt x="1651" y="0"/>
                  </a:moveTo>
                  <a:cubicBezTo>
                    <a:pt x="1297" y="0"/>
                    <a:pt x="961" y="142"/>
                    <a:pt x="712" y="391"/>
                  </a:cubicBezTo>
                  <a:cubicBezTo>
                    <a:pt x="356" y="747"/>
                    <a:pt x="142" y="1209"/>
                    <a:pt x="0" y="1672"/>
                  </a:cubicBezTo>
                  <a:lnTo>
                    <a:pt x="0" y="5337"/>
                  </a:lnTo>
                  <a:cubicBezTo>
                    <a:pt x="0" y="6012"/>
                    <a:pt x="555" y="6554"/>
                    <a:pt x="1210" y="6554"/>
                  </a:cubicBezTo>
                  <a:cubicBezTo>
                    <a:pt x="1315" y="6554"/>
                    <a:pt x="1422" y="6540"/>
                    <a:pt x="1530" y="6511"/>
                  </a:cubicBezTo>
                  <a:lnTo>
                    <a:pt x="5657" y="5479"/>
                  </a:lnTo>
                  <a:lnTo>
                    <a:pt x="5657" y="2241"/>
                  </a:lnTo>
                  <a:cubicBezTo>
                    <a:pt x="5471" y="2283"/>
                    <a:pt x="5281" y="2303"/>
                    <a:pt x="5091" y="2303"/>
                  </a:cubicBezTo>
                  <a:cubicBezTo>
                    <a:pt x="4631" y="2303"/>
                    <a:pt x="4175" y="2183"/>
                    <a:pt x="3772" y="1957"/>
                  </a:cubicBezTo>
                  <a:cubicBezTo>
                    <a:pt x="3345" y="1672"/>
                    <a:pt x="2989" y="1281"/>
                    <a:pt x="2740" y="854"/>
                  </a:cubicBezTo>
                  <a:cubicBezTo>
                    <a:pt x="2455" y="427"/>
                    <a:pt x="2277" y="142"/>
                    <a:pt x="1957" y="35"/>
                  </a:cubicBezTo>
                  <a:cubicBezTo>
                    <a:pt x="1855" y="12"/>
                    <a:pt x="1752" y="0"/>
                    <a:pt x="16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16"/>
            <p:cNvSpPr/>
            <p:nvPr/>
          </p:nvSpPr>
          <p:spPr>
            <a:xfrm>
              <a:off x="4028876" y="1578419"/>
              <a:ext cx="124957" cy="275126"/>
            </a:xfrm>
            <a:custGeom>
              <a:rect b="b" l="l" r="r" t="t"/>
              <a:pathLst>
                <a:path extrusionOk="0" h="12459" w="5658">
                  <a:moveTo>
                    <a:pt x="3768" y="2903"/>
                  </a:moveTo>
                  <a:cubicBezTo>
                    <a:pt x="4179" y="2903"/>
                    <a:pt x="4533" y="3465"/>
                    <a:pt x="4128" y="3843"/>
                  </a:cubicBezTo>
                  <a:lnTo>
                    <a:pt x="3772" y="4164"/>
                  </a:lnTo>
                  <a:lnTo>
                    <a:pt x="4128" y="4519"/>
                  </a:lnTo>
                  <a:cubicBezTo>
                    <a:pt x="4412" y="4840"/>
                    <a:pt x="4199" y="5409"/>
                    <a:pt x="3736" y="5409"/>
                  </a:cubicBezTo>
                  <a:cubicBezTo>
                    <a:pt x="3594" y="5409"/>
                    <a:pt x="3452" y="5373"/>
                    <a:pt x="3381" y="5267"/>
                  </a:cubicBezTo>
                  <a:lnTo>
                    <a:pt x="3025" y="4911"/>
                  </a:lnTo>
                  <a:lnTo>
                    <a:pt x="2705" y="5267"/>
                  </a:lnTo>
                  <a:cubicBezTo>
                    <a:pt x="2598" y="5373"/>
                    <a:pt x="2456" y="5409"/>
                    <a:pt x="2313" y="5409"/>
                  </a:cubicBezTo>
                  <a:cubicBezTo>
                    <a:pt x="2171" y="5409"/>
                    <a:pt x="2064" y="5338"/>
                    <a:pt x="1957" y="5267"/>
                  </a:cubicBezTo>
                  <a:cubicBezTo>
                    <a:pt x="1744" y="5053"/>
                    <a:pt x="1744" y="4733"/>
                    <a:pt x="1957" y="4519"/>
                  </a:cubicBezTo>
                  <a:lnTo>
                    <a:pt x="2278" y="4164"/>
                  </a:lnTo>
                  <a:lnTo>
                    <a:pt x="1957" y="3843"/>
                  </a:lnTo>
                  <a:cubicBezTo>
                    <a:pt x="1575" y="3461"/>
                    <a:pt x="1926" y="2932"/>
                    <a:pt x="2336" y="2932"/>
                  </a:cubicBezTo>
                  <a:cubicBezTo>
                    <a:pt x="2460" y="2932"/>
                    <a:pt x="2589" y="2980"/>
                    <a:pt x="2705" y="3096"/>
                  </a:cubicBezTo>
                  <a:lnTo>
                    <a:pt x="3025" y="3416"/>
                  </a:lnTo>
                  <a:lnTo>
                    <a:pt x="3381" y="3096"/>
                  </a:lnTo>
                  <a:cubicBezTo>
                    <a:pt x="3501" y="2959"/>
                    <a:pt x="3637" y="2903"/>
                    <a:pt x="3768" y="2903"/>
                  </a:cubicBezTo>
                  <a:close/>
                  <a:moveTo>
                    <a:pt x="5658" y="1"/>
                  </a:moveTo>
                  <a:lnTo>
                    <a:pt x="926" y="1210"/>
                  </a:lnTo>
                  <a:cubicBezTo>
                    <a:pt x="392" y="1317"/>
                    <a:pt x="0" y="1815"/>
                    <a:pt x="0" y="2385"/>
                  </a:cubicBezTo>
                  <a:lnTo>
                    <a:pt x="0" y="10853"/>
                  </a:lnTo>
                  <a:cubicBezTo>
                    <a:pt x="448" y="10405"/>
                    <a:pt x="1052" y="10152"/>
                    <a:pt x="1682" y="10152"/>
                  </a:cubicBezTo>
                  <a:cubicBezTo>
                    <a:pt x="1903" y="10152"/>
                    <a:pt x="2127" y="10183"/>
                    <a:pt x="2349" y="10248"/>
                  </a:cubicBezTo>
                  <a:cubicBezTo>
                    <a:pt x="2918" y="10497"/>
                    <a:pt x="3381" y="10924"/>
                    <a:pt x="3665" y="11493"/>
                  </a:cubicBezTo>
                  <a:cubicBezTo>
                    <a:pt x="3843" y="11778"/>
                    <a:pt x="4057" y="12063"/>
                    <a:pt x="4341" y="12276"/>
                  </a:cubicBezTo>
                  <a:cubicBezTo>
                    <a:pt x="4612" y="12389"/>
                    <a:pt x="4896" y="12458"/>
                    <a:pt x="5177" y="12458"/>
                  </a:cubicBezTo>
                  <a:cubicBezTo>
                    <a:pt x="5340" y="12458"/>
                    <a:pt x="5501" y="12435"/>
                    <a:pt x="5658" y="12383"/>
                  </a:cubicBezTo>
                  <a:lnTo>
                    <a:pt x="565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16"/>
            <p:cNvSpPr/>
            <p:nvPr/>
          </p:nvSpPr>
          <p:spPr>
            <a:xfrm>
              <a:off x="4178170" y="1852926"/>
              <a:ext cx="101392" cy="120725"/>
            </a:xfrm>
            <a:custGeom>
              <a:rect b="b" l="l" r="r" t="t"/>
              <a:pathLst>
                <a:path extrusionOk="0" h="5467" w="4591">
                  <a:moveTo>
                    <a:pt x="2262" y="1"/>
                  </a:moveTo>
                  <a:cubicBezTo>
                    <a:pt x="2196" y="1"/>
                    <a:pt x="2130" y="8"/>
                    <a:pt x="2065" y="23"/>
                  </a:cubicBezTo>
                  <a:cubicBezTo>
                    <a:pt x="1566" y="130"/>
                    <a:pt x="1068" y="272"/>
                    <a:pt x="606" y="485"/>
                  </a:cubicBezTo>
                  <a:cubicBezTo>
                    <a:pt x="392" y="592"/>
                    <a:pt x="214" y="663"/>
                    <a:pt x="1" y="735"/>
                  </a:cubicBezTo>
                  <a:lnTo>
                    <a:pt x="1" y="4293"/>
                  </a:lnTo>
                  <a:lnTo>
                    <a:pt x="4591" y="5467"/>
                  </a:lnTo>
                  <a:lnTo>
                    <a:pt x="4591" y="3296"/>
                  </a:lnTo>
                  <a:cubicBezTo>
                    <a:pt x="4377" y="3154"/>
                    <a:pt x="4199" y="2941"/>
                    <a:pt x="4057" y="2727"/>
                  </a:cubicBezTo>
                  <a:cubicBezTo>
                    <a:pt x="3808" y="2336"/>
                    <a:pt x="3630" y="1909"/>
                    <a:pt x="3488" y="1482"/>
                  </a:cubicBezTo>
                  <a:cubicBezTo>
                    <a:pt x="3417" y="1197"/>
                    <a:pt x="3274" y="912"/>
                    <a:pt x="3168" y="663"/>
                  </a:cubicBezTo>
                  <a:cubicBezTo>
                    <a:pt x="3045" y="266"/>
                    <a:pt x="2661" y="1"/>
                    <a:pt x="22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16"/>
            <p:cNvSpPr/>
            <p:nvPr/>
          </p:nvSpPr>
          <p:spPr>
            <a:xfrm>
              <a:off x="4178170" y="1578419"/>
              <a:ext cx="101392" cy="306461"/>
            </a:xfrm>
            <a:custGeom>
              <a:rect b="b" l="l" r="r" t="t"/>
              <a:pathLst>
                <a:path extrusionOk="0" h="13878" w="4591">
                  <a:moveTo>
                    <a:pt x="1" y="1"/>
                  </a:moveTo>
                  <a:lnTo>
                    <a:pt x="1" y="12027"/>
                  </a:lnTo>
                  <a:lnTo>
                    <a:pt x="179" y="11956"/>
                  </a:lnTo>
                  <a:cubicBezTo>
                    <a:pt x="748" y="11707"/>
                    <a:pt x="1317" y="11493"/>
                    <a:pt x="1922" y="11387"/>
                  </a:cubicBezTo>
                  <a:cubicBezTo>
                    <a:pt x="2028" y="11370"/>
                    <a:pt x="2133" y="11362"/>
                    <a:pt x="2236" y="11362"/>
                  </a:cubicBezTo>
                  <a:cubicBezTo>
                    <a:pt x="3043" y="11362"/>
                    <a:pt x="3777" y="11840"/>
                    <a:pt x="4093" y="12596"/>
                  </a:cubicBezTo>
                  <a:cubicBezTo>
                    <a:pt x="4271" y="12916"/>
                    <a:pt x="4377" y="13237"/>
                    <a:pt x="4484" y="13557"/>
                  </a:cubicBezTo>
                  <a:cubicBezTo>
                    <a:pt x="4520" y="13664"/>
                    <a:pt x="4555" y="13770"/>
                    <a:pt x="4591" y="13877"/>
                  </a:cubicBezTo>
                  <a:lnTo>
                    <a:pt x="4591" y="6939"/>
                  </a:lnTo>
                  <a:cubicBezTo>
                    <a:pt x="3737" y="6725"/>
                    <a:pt x="2954" y="6298"/>
                    <a:pt x="2349" y="5694"/>
                  </a:cubicBezTo>
                  <a:cubicBezTo>
                    <a:pt x="1673" y="5018"/>
                    <a:pt x="1282" y="4128"/>
                    <a:pt x="1211" y="3203"/>
                  </a:cubicBezTo>
                  <a:cubicBezTo>
                    <a:pt x="1211" y="2242"/>
                    <a:pt x="1495" y="1317"/>
                    <a:pt x="2029" y="53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16"/>
            <p:cNvSpPr/>
            <p:nvPr/>
          </p:nvSpPr>
          <p:spPr>
            <a:xfrm>
              <a:off x="4302332" y="1580097"/>
              <a:ext cx="125752" cy="184654"/>
            </a:xfrm>
            <a:custGeom>
              <a:rect b="b" l="l" r="r" t="t"/>
              <a:pathLst>
                <a:path extrusionOk="0" h="8362" w="5694">
                  <a:moveTo>
                    <a:pt x="4431" y="0"/>
                  </a:moveTo>
                  <a:cubicBezTo>
                    <a:pt x="4342" y="0"/>
                    <a:pt x="4253" y="10"/>
                    <a:pt x="4164" y="31"/>
                  </a:cubicBezTo>
                  <a:lnTo>
                    <a:pt x="1" y="1063"/>
                  </a:lnTo>
                  <a:lnTo>
                    <a:pt x="36" y="5938"/>
                  </a:lnTo>
                  <a:cubicBezTo>
                    <a:pt x="748" y="5938"/>
                    <a:pt x="1424" y="6222"/>
                    <a:pt x="1922" y="6685"/>
                  </a:cubicBezTo>
                  <a:cubicBezTo>
                    <a:pt x="2135" y="6934"/>
                    <a:pt x="2313" y="7219"/>
                    <a:pt x="2456" y="7539"/>
                  </a:cubicBezTo>
                  <a:cubicBezTo>
                    <a:pt x="2562" y="7752"/>
                    <a:pt x="2669" y="7966"/>
                    <a:pt x="2847" y="8144"/>
                  </a:cubicBezTo>
                  <a:cubicBezTo>
                    <a:pt x="3075" y="8289"/>
                    <a:pt x="3340" y="8362"/>
                    <a:pt x="3606" y="8362"/>
                  </a:cubicBezTo>
                  <a:cubicBezTo>
                    <a:pt x="3795" y="8362"/>
                    <a:pt x="3986" y="8325"/>
                    <a:pt x="4164" y="8251"/>
                  </a:cubicBezTo>
                  <a:cubicBezTo>
                    <a:pt x="4484" y="8108"/>
                    <a:pt x="4768" y="7966"/>
                    <a:pt x="5053" y="7788"/>
                  </a:cubicBezTo>
                  <a:cubicBezTo>
                    <a:pt x="5267" y="7681"/>
                    <a:pt x="5480" y="7575"/>
                    <a:pt x="5694" y="7468"/>
                  </a:cubicBezTo>
                  <a:lnTo>
                    <a:pt x="5694" y="1241"/>
                  </a:lnTo>
                  <a:cubicBezTo>
                    <a:pt x="5694" y="552"/>
                    <a:pt x="5086" y="0"/>
                    <a:pt x="44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631" name="Google Shape;631;p16"/>
          <p:cNvPicPr preferRelativeResize="0"/>
          <p:nvPr/>
        </p:nvPicPr>
        <p:blipFill rotWithShape="1">
          <a:blip r:embed="rId3">
            <a:alphaModFix/>
          </a:blip>
          <a:srcRect b="0" l="32639" r="23975" t="0"/>
          <a:stretch/>
        </p:blipFill>
        <p:spPr>
          <a:xfrm>
            <a:off x="5176800" y="0"/>
            <a:ext cx="39672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32" name="Google Shape;632;p16"/>
          <p:cNvSpPr/>
          <p:nvPr/>
        </p:nvSpPr>
        <p:spPr>
          <a:xfrm>
            <a:off x="5520300" y="0"/>
            <a:ext cx="3623700" cy="51435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3" name="Google Shape;633;p16"/>
          <p:cNvSpPr/>
          <p:nvPr/>
        </p:nvSpPr>
        <p:spPr>
          <a:xfrm>
            <a:off x="5176800" y="75"/>
            <a:ext cx="343500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7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7"/>
          <p:cNvSpPr/>
          <p:nvPr/>
        </p:nvSpPr>
        <p:spPr>
          <a:xfrm>
            <a:off x="1043525" y="2407275"/>
            <a:ext cx="3171810" cy="1988232"/>
          </a:xfrm>
          <a:custGeom>
            <a:rect b="b" l="l" r="r" t="t"/>
            <a:pathLst>
              <a:path extrusionOk="0" h="36843" w="60853">
                <a:moveTo>
                  <a:pt x="1" y="1"/>
                </a:moveTo>
                <a:lnTo>
                  <a:pt x="1" y="1493"/>
                </a:lnTo>
                <a:cubicBezTo>
                  <a:pt x="677" y="1493"/>
                  <a:pt x="1234" y="2050"/>
                  <a:pt x="1234" y="2726"/>
                </a:cubicBezTo>
                <a:cubicBezTo>
                  <a:pt x="1234" y="3422"/>
                  <a:pt x="677" y="3960"/>
                  <a:pt x="1" y="3960"/>
                </a:cubicBezTo>
                <a:lnTo>
                  <a:pt x="1" y="4954"/>
                </a:lnTo>
                <a:cubicBezTo>
                  <a:pt x="677" y="4954"/>
                  <a:pt x="1234" y="5511"/>
                  <a:pt x="1234" y="6188"/>
                </a:cubicBezTo>
                <a:cubicBezTo>
                  <a:pt x="1234" y="6864"/>
                  <a:pt x="677" y="7421"/>
                  <a:pt x="1" y="7421"/>
                </a:cubicBezTo>
                <a:lnTo>
                  <a:pt x="1" y="8415"/>
                </a:lnTo>
                <a:cubicBezTo>
                  <a:pt x="677" y="8415"/>
                  <a:pt x="1234" y="8953"/>
                  <a:pt x="1234" y="9649"/>
                </a:cubicBezTo>
                <a:cubicBezTo>
                  <a:pt x="1234" y="10325"/>
                  <a:pt x="677" y="10882"/>
                  <a:pt x="1" y="10882"/>
                </a:cubicBezTo>
                <a:lnTo>
                  <a:pt x="1" y="11857"/>
                </a:lnTo>
                <a:cubicBezTo>
                  <a:pt x="677" y="11857"/>
                  <a:pt x="1234" y="12414"/>
                  <a:pt x="1234" y="13110"/>
                </a:cubicBezTo>
                <a:cubicBezTo>
                  <a:pt x="1234" y="13508"/>
                  <a:pt x="1035" y="13866"/>
                  <a:pt x="737" y="14085"/>
                </a:cubicBezTo>
                <a:lnTo>
                  <a:pt x="1" y="14085"/>
                </a:lnTo>
                <a:lnTo>
                  <a:pt x="1" y="14344"/>
                </a:lnTo>
                <a:lnTo>
                  <a:pt x="1" y="15318"/>
                </a:lnTo>
                <a:lnTo>
                  <a:pt x="1" y="15577"/>
                </a:lnTo>
                <a:cubicBezTo>
                  <a:pt x="637" y="15577"/>
                  <a:pt x="1155" y="16074"/>
                  <a:pt x="1234" y="16691"/>
                </a:cubicBezTo>
                <a:cubicBezTo>
                  <a:pt x="1155" y="17308"/>
                  <a:pt x="637" y="17785"/>
                  <a:pt x="1" y="17785"/>
                </a:cubicBezTo>
                <a:lnTo>
                  <a:pt x="1" y="18063"/>
                </a:lnTo>
                <a:lnTo>
                  <a:pt x="1" y="18780"/>
                </a:lnTo>
                <a:lnTo>
                  <a:pt x="1" y="19038"/>
                </a:lnTo>
                <a:cubicBezTo>
                  <a:pt x="637" y="19038"/>
                  <a:pt x="1155" y="19516"/>
                  <a:pt x="1234" y="20152"/>
                </a:cubicBezTo>
                <a:cubicBezTo>
                  <a:pt x="1155" y="20769"/>
                  <a:pt x="637" y="21246"/>
                  <a:pt x="1" y="21246"/>
                </a:cubicBezTo>
                <a:lnTo>
                  <a:pt x="1" y="21505"/>
                </a:lnTo>
                <a:lnTo>
                  <a:pt x="1" y="22500"/>
                </a:lnTo>
                <a:lnTo>
                  <a:pt x="1" y="22738"/>
                </a:lnTo>
                <a:lnTo>
                  <a:pt x="737" y="22738"/>
                </a:lnTo>
                <a:cubicBezTo>
                  <a:pt x="1035" y="22977"/>
                  <a:pt x="1234" y="23335"/>
                  <a:pt x="1234" y="23733"/>
                </a:cubicBezTo>
                <a:cubicBezTo>
                  <a:pt x="1234" y="24409"/>
                  <a:pt x="677" y="24966"/>
                  <a:pt x="1" y="24966"/>
                </a:cubicBezTo>
                <a:lnTo>
                  <a:pt x="1" y="25941"/>
                </a:lnTo>
                <a:cubicBezTo>
                  <a:pt x="677" y="25941"/>
                  <a:pt x="1234" y="26498"/>
                  <a:pt x="1234" y="27194"/>
                </a:cubicBezTo>
                <a:cubicBezTo>
                  <a:pt x="1234" y="27871"/>
                  <a:pt x="677" y="28428"/>
                  <a:pt x="1" y="28428"/>
                </a:cubicBezTo>
                <a:lnTo>
                  <a:pt x="1" y="29402"/>
                </a:lnTo>
                <a:cubicBezTo>
                  <a:pt x="677" y="29402"/>
                  <a:pt x="1234" y="29959"/>
                  <a:pt x="1234" y="30636"/>
                </a:cubicBezTo>
                <a:cubicBezTo>
                  <a:pt x="1234" y="31332"/>
                  <a:pt x="677" y="31889"/>
                  <a:pt x="1" y="31889"/>
                </a:cubicBezTo>
                <a:lnTo>
                  <a:pt x="1" y="32864"/>
                </a:lnTo>
                <a:cubicBezTo>
                  <a:pt x="677" y="32864"/>
                  <a:pt x="1234" y="33421"/>
                  <a:pt x="1234" y="34097"/>
                </a:cubicBezTo>
                <a:cubicBezTo>
                  <a:pt x="1234" y="34793"/>
                  <a:pt x="677" y="35330"/>
                  <a:pt x="1" y="35330"/>
                </a:cubicBezTo>
                <a:lnTo>
                  <a:pt x="1" y="36842"/>
                </a:lnTo>
                <a:lnTo>
                  <a:pt x="1413" y="36842"/>
                </a:lnTo>
                <a:cubicBezTo>
                  <a:pt x="1413" y="36146"/>
                  <a:pt x="1970" y="35589"/>
                  <a:pt x="2666" y="35589"/>
                </a:cubicBezTo>
                <a:cubicBezTo>
                  <a:pt x="3343" y="35589"/>
                  <a:pt x="3900" y="36146"/>
                  <a:pt x="3900" y="36842"/>
                </a:cubicBezTo>
                <a:lnTo>
                  <a:pt x="4874" y="36842"/>
                </a:lnTo>
                <a:cubicBezTo>
                  <a:pt x="4874" y="36146"/>
                  <a:pt x="5431" y="35589"/>
                  <a:pt x="6108" y="35589"/>
                </a:cubicBezTo>
                <a:cubicBezTo>
                  <a:pt x="6804" y="35589"/>
                  <a:pt x="7361" y="36146"/>
                  <a:pt x="7361" y="36842"/>
                </a:cubicBezTo>
                <a:lnTo>
                  <a:pt x="8336" y="36842"/>
                </a:lnTo>
                <a:cubicBezTo>
                  <a:pt x="8336" y="36146"/>
                  <a:pt x="8893" y="35589"/>
                  <a:pt x="9569" y="35589"/>
                </a:cubicBezTo>
                <a:cubicBezTo>
                  <a:pt x="10265" y="35589"/>
                  <a:pt x="10803" y="36146"/>
                  <a:pt x="10803" y="36842"/>
                </a:cubicBezTo>
                <a:lnTo>
                  <a:pt x="11797" y="36842"/>
                </a:lnTo>
                <a:cubicBezTo>
                  <a:pt x="11797" y="36146"/>
                  <a:pt x="12354" y="35589"/>
                  <a:pt x="13030" y="35589"/>
                </a:cubicBezTo>
                <a:cubicBezTo>
                  <a:pt x="13707" y="35589"/>
                  <a:pt x="14264" y="36146"/>
                  <a:pt x="14264" y="36842"/>
                </a:cubicBezTo>
                <a:lnTo>
                  <a:pt x="15239" y="36842"/>
                </a:lnTo>
                <a:cubicBezTo>
                  <a:pt x="15239" y="36146"/>
                  <a:pt x="15796" y="35589"/>
                  <a:pt x="16492" y="35589"/>
                </a:cubicBezTo>
                <a:cubicBezTo>
                  <a:pt x="17168" y="35589"/>
                  <a:pt x="17725" y="36146"/>
                  <a:pt x="17725" y="36842"/>
                </a:cubicBezTo>
                <a:lnTo>
                  <a:pt x="18700" y="36842"/>
                </a:lnTo>
                <a:cubicBezTo>
                  <a:pt x="18700" y="36146"/>
                  <a:pt x="19257" y="35589"/>
                  <a:pt x="19933" y="35589"/>
                </a:cubicBezTo>
                <a:cubicBezTo>
                  <a:pt x="20629" y="35589"/>
                  <a:pt x="21186" y="36146"/>
                  <a:pt x="21186" y="36842"/>
                </a:cubicBezTo>
                <a:lnTo>
                  <a:pt x="22121" y="36842"/>
                </a:lnTo>
                <a:cubicBezTo>
                  <a:pt x="22121" y="36146"/>
                  <a:pt x="22678" y="35589"/>
                  <a:pt x="23355" y="35589"/>
                </a:cubicBezTo>
                <a:cubicBezTo>
                  <a:pt x="24051" y="35589"/>
                  <a:pt x="24588" y="36146"/>
                  <a:pt x="24588" y="36842"/>
                </a:cubicBezTo>
                <a:lnTo>
                  <a:pt x="25583" y="36842"/>
                </a:lnTo>
                <a:cubicBezTo>
                  <a:pt x="25583" y="36146"/>
                  <a:pt x="26140" y="35589"/>
                  <a:pt x="26816" y="35589"/>
                </a:cubicBezTo>
                <a:cubicBezTo>
                  <a:pt x="27254" y="35589"/>
                  <a:pt x="27632" y="35828"/>
                  <a:pt x="27851" y="36166"/>
                </a:cubicBezTo>
                <a:lnTo>
                  <a:pt x="27851" y="36842"/>
                </a:lnTo>
                <a:lnTo>
                  <a:pt x="29263" y="36842"/>
                </a:lnTo>
                <a:cubicBezTo>
                  <a:pt x="29263" y="36186"/>
                  <a:pt x="29780" y="35649"/>
                  <a:pt x="30417" y="35609"/>
                </a:cubicBezTo>
                <a:cubicBezTo>
                  <a:pt x="31073" y="35649"/>
                  <a:pt x="31570" y="36186"/>
                  <a:pt x="31570" y="36842"/>
                </a:cubicBezTo>
                <a:lnTo>
                  <a:pt x="33003" y="36842"/>
                </a:lnTo>
                <a:lnTo>
                  <a:pt x="33003" y="36066"/>
                </a:lnTo>
                <a:cubicBezTo>
                  <a:pt x="33222" y="35788"/>
                  <a:pt x="33580" y="35589"/>
                  <a:pt x="33958" y="35589"/>
                </a:cubicBezTo>
                <a:cubicBezTo>
                  <a:pt x="34654" y="35589"/>
                  <a:pt x="35211" y="36146"/>
                  <a:pt x="35211" y="36842"/>
                </a:cubicBezTo>
                <a:lnTo>
                  <a:pt x="36186" y="36842"/>
                </a:lnTo>
                <a:cubicBezTo>
                  <a:pt x="36186" y="36146"/>
                  <a:pt x="36743" y="35589"/>
                  <a:pt x="37419" y="35589"/>
                </a:cubicBezTo>
                <a:cubicBezTo>
                  <a:pt x="38115" y="35589"/>
                  <a:pt x="38652" y="36146"/>
                  <a:pt x="38652" y="36842"/>
                </a:cubicBezTo>
                <a:lnTo>
                  <a:pt x="39647" y="36842"/>
                </a:lnTo>
                <a:cubicBezTo>
                  <a:pt x="39647" y="36146"/>
                  <a:pt x="40204" y="35589"/>
                  <a:pt x="40880" y="35589"/>
                </a:cubicBezTo>
                <a:cubicBezTo>
                  <a:pt x="41557" y="35589"/>
                  <a:pt x="42114" y="36146"/>
                  <a:pt x="42114" y="36842"/>
                </a:cubicBezTo>
                <a:lnTo>
                  <a:pt x="43088" y="36842"/>
                </a:lnTo>
                <a:cubicBezTo>
                  <a:pt x="43088" y="36146"/>
                  <a:pt x="43645" y="35589"/>
                  <a:pt x="44342" y="35589"/>
                </a:cubicBezTo>
                <a:cubicBezTo>
                  <a:pt x="45018" y="35589"/>
                  <a:pt x="45575" y="36146"/>
                  <a:pt x="45575" y="36842"/>
                </a:cubicBezTo>
                <a:lnTo>
                  <a:pt x="46550" y="36842"/>
                </a:lnTo>
                <a:cubicBezTo>
                  <a:pt x="46550" y="36146"/>
                  <a:pt x="47107" y="35589"/>
                  <a:pt x="47783" y="35589"/>
                </a:cubicBezTo>
                <a:cubicBezTo>
                  <a:pt x="48479" y="35589"/>
                  <a:pt x="49036" y="36146"/>
                  <a:pt x="49036" y="36842"/>
                </a:cubicBezTo>
                <a:lnTo>
                  <a:pt x="49971" y="36842"/>
                </a:lnTo>
                <a:cubicBezTo>
                  <a:pt x="49971" y="36146"/>
                  <a:pt x="50528" y="35589"/>
                  <a:pt x="51205" y="35589"/>
                </a:cubicBezTo>
                <a:cubicBezTo>
                  <a:pt x="51901" y="35589"/>
                  <a:pt x="52438" y="36146"/>
                  <a:pt x="52438" y="36842"/>
                </a:cubicBezTo>
                <a:lnTo>
                  <a:pt x="53433" y="36842"/>
                </a:lnTo>
                <a:cubicBezTo>
                  <a:pt x="53433" y="36146"/>
                  <a:pt x="53990" y="35589"/>
                  <a:pt x="54666" y="35589"/>
                </a:cubicBezTo>
                <a:cubicBezTo>
                  <a:pt x="55342" y="35589"/>
                  <a:pt x="55899" y="36146"/>
                  <a:pt x="55899" y="36842"/>
                </a:cubicBezTo>
                <a:lnTo>
                  <a:pt x="56954" y="36842"/>
                </a:lnTo>
                <a:cubicBezTo>
                  <a:pt x="56954" y="36146"/>
                  <a:pt x="57511" y="35589"/>
                  <a:pt x="58187" y="35589"/>
                </a:cubicBezTo>
                <a:cubicBezTo>
                  <a:pt x="58883" y="35589"/>
                  <a:pt x="59420" y="36146"/>
                  <a:pt x="59420" y="36842"/>
                </a:cubicBezTo>
                <a:lnTo>
                  <a:pt x="60853" y="36842"/>
                </a:lnTo>
                <a:lnTo>
                  <a:pt x="60853" y="35330"/>
                </a:lnTo>
                <a:cubicBezTo>
                  <a:pt x="60156" y="35330"/>
                  <a:pt x="59619" y="34793"/>
                  <a:pt x="59619" y="34097"/>
                </a:cubicBezTo>
                <a:cubicBezTo>
                  <a:pt x="59619" y="33421"/>
                  <a:pt x="60156" y="32864"/>
                  <a:pt x="60853" y="32864"/>
                </a:cubicBezTo>
                <a:lnTo>
                  <a:pt x="60853" y="31889"/>
                </a:lnTo>
                <a:cubicBezTo>
                  <a:pt x="60156" y="31889"/>
                  <a:pt x="59619" y="31332"/>
                  <a:pt x="59619" y="30636"/>
                </a:cubicBezTo>
                <a:cubicBezTo>
                  <a:pt x="59619" y="29959"/>
                  <a:pt x="60156" y="29402"/>
                  <a:pt x="60853" y="29402"/>
                </a:cubicBezTo>
                <a:lnTo>
                  <a:pt x="60853" y="28428"/>
                </a:lnTo>
                <a:cubicBezTo>
                  <a:pt x="60156" y="28428"/>
                  <a:pt x="59619" y="27871"/>
                  <a:pt x="59619" y="27194"/>
                </a:cubicBezTo>
                <a:cubicBezTo>
                  <a:pt x="59619" y="26498"/>
                  <a:pt x="60156" y="25941"/>
                  <a:pt x="60853" y="25941"/>
                </a:cubicBezTo>
                <a:lnTo>
                  <a:pt x="60853" y="24966"/>
                </a:lnTo>
                <a:cubicBezTo>
                  <a:pt x="60156" y="24966"/>
                  <a:pt x="59619" y="24409"/>
                  <a:pt x="59619" y="23733"/>
                </a:cubicBezTo>
                <a:cubicBezTo>
                  <a:pt x="59619" y="23335"/>
                  <a:pt x="59818" y="22977"/>
                  <a:pt x="60116" y="22738"/>
                </a:cubicBezTo>
                <a:lnTo>
                  <a:pt x="60853" y="22738"/>
                </a:lnTo>
                <a:lnTo>
                  <a:pt x="60853" y="22500"/>
                </a:lnTo>
                <a:lnTo>
                  <a:pt x="60853" y="21505"/>
                </a:lnTo>
                <a:lnTo>
                  <a:pt x="60853" y="21246"/>
                </a:lnTo>
                <a:cubicBezTo>
                  <a:pt x="60216" y="21246"/>
                  <a:pt x="59699" y="20769"/>
                  <a:pt x="59619" y="20152"/>
                </a:cubicBezTo>
                <a:cubicBezTo>
                  <a:pt x="59699" y="19516"/>
                  <a:pt x="60216" y="19038"/>
                  <a:pt x="60853" y="19038"/>
                </a:cubicBezTo>
                <a:lnTo>
                  <a:pt x="60853" y="18780"/>
                </a:lnTo>
                <a:lnTo>
                  <a:pt x="60853" y="18063"/>
                </a:lnTo>
                <a:lnTo>
                  <a:pt x="60853" y="17785"/>
                </a:lnTo>
                <a:cubicBezTo>
                  <a:pt x="60216" y="17785"/>
                  <a:pt x="59699" y="17308"/>
                  <a:pt x="59619" y="16691"/>
                </a:cubicBezTo>
                <a:cubicBezTo>
                  <a:pt x="59699" y="16074"/>
                  <a:pt x="60216" y="15577"/>
                  <a:pt x="60853" y="15577"/>
                </a:cubicBezTo>
                <a:lnTo>
                  <a:pt x="60853" y="15318"/>
                </a:lnTo>
                <a:lnTo>
                  <a:pt x="60853" y="14344"/>
                </a:lnTo>
                <a:lnTo>
                  <a:pt x="60853" y="14085"/>
                </a:lnTo>
                <a:lnTo>
                  <a:pt x="60116" y="14085"/>
                </a:lnTo>
                <a:cubicBezTo>
                  <a:pt x="59798" y="13866"/>
                  <a:pt x="59619" y="13508"/>
                  <a:pt x="59619" y="13110"/>
                </a:cubicBezTo>
                <a:cubicBezTo>
                  <a:pt x="59619" y="12414"/>
                  <a:pt x="60156" y="11857"/>
                  <a:pt x="60853" y="11857"/>
                </a:cubicBezTo>
                <a:lnTo>
                  <a:pt x="60853" y="10882"/>
                </a:lnTo>
                <a:cubicBezTo>
                  <a:pt x="60156" y="10882"/>
                  <a:pt x="59619" y="10325"/>
                  <a:pt x="59619" y="9649"/>
                </a:cubicBezTo>
                <a:cubicBezTo>
                  <a:pt x="59619" y="8953"/>
                  <a:pt x="60156" y="8415"/>
                  <a:pt x="60853" y="8415"/>
                </a:cubicBezTo>
                <a:lnTo>
                  <a:pt x="60853" y="7421"/>
                </a:lnTo>
                <a:cubicBezTo>
                  <a:pt x="60156" y="7421"/>
                  <a:pt x="59619" y="6864"/>
                  <a:pt x="59619" y="6188"/>
                </a:cubicBezTo>
                <a:cubicBezTo>
                  <a:pt x="59619" y="5511"/>
                  <a:pt x="60156" y="4954"/>
                  <a:pt x="60853" y="4954"/>
                </a:cubicBezTo>
                <a:lnTo>
                  <a:pt x="60853" y="3960"/>
                </a:lnTo>
                <a:cubicBezTo>
                  <a:pt x="60156" y="3960"/>
                  <a:pt x="59619" y="3422"/>
                  <a:pt x="59619" y="2726"/>
                </a:cubicBezTo>
                <a:cubicBezTo>
                  <a:pt x="59619" y="2050"/>
                  <a:pt x="60156" y="1493"/>
                  <a:pt x="60853" y="1493"/>
                </a:cubicBezTo>
                <a:lnTo>
                  <a:pt x="60853" y="1"/>
                </a:lnTo>
                <a:lnTo>
                  <a:pt x="59420" y="1"/>
                </a:lnTo>
                <a:cubicBezTo>
                  <a:pt x="59420" y="677"/>
                  <a:pt x="58883" y="1234"/>
                  <a:pt x="58187" y="1234"/>
                </a:cubicBezTo>
                <a:cubicBezTo>
                  <a:pt x="57511" y="1234"/>
                  <a:pt x="56954" y="677"/>
                  <a:pt x="56954" y="1"/>
                </a:cubicBezTo>
                <a:lnTo>
                  <a:pt x="55899" y="1"/>
                </a:lnTo>
                <a:cubicBezTo>
                  <a:pt x="55899" y="677"/>
                  <a:pt x="55342" y="1234"/>
                  <a:pt x="54666" y="1234"/>
                </a:cubicBezTo>
                <a:cubicBezTo>
                  <a:pt x="53990" y="1234"/>
                  <a:pt x="53433" y="677"/>
                  <a:pt x="53433" y="1"/>
                </a:cubicBezTo>
                <a:lnTo>
                  <a:pt x="52438" y="1"/>
                </a:lnTo>
                <a:cubicBezTo>
                  <a:pt x="52438" y="677"/>
                  <a:pt x="51901" y="1234"/>
                  <a:pt x="51205" y="1234"/>
                </a:cubicBezTo>
                <a:cubicBezTo>
                  <a:pt x="50528" y="1234"/>
                  <a:pt x="49971" y="677"/>
                  <a:pt x="49971" y="1"/>
                </a:cubicBezTo>
                <a:lnTo>
                  <a:pt x="49036" y="1"/>
                </a:lnTo>
                <a:cubicBezTo>
                  <a:pt x="49036" y="677"/>
                  <a:pt x="48479" y="1234"/>
                  <a:pt x="47783" y="1234"/>
                </a:cubicBezTo>
                <a:cubicBezTo>
                  <a:pt x="47107" y="1234"/>
                  <a:pt x="46550" y="677"/>
                  <a:pt x="46550" y="1"/>
                </a:cubicBezTo>
                <a:lnTo>
                  <a:pt x="45575" y="1"/>
                </a:lnTo>
                <a:cubicBezTo>
                  <a:pt x="45575" y="677"/>
                  <a:pt x="45018" y="1234"/>
                  <a:pt x="44342" y="1234"/>
                </a:cubicBezTo>
                <a:cubicBezTo>
                  <a:pt x="43645" y="1234"/>
                  <a:pt x="43088" y="677"/>
                  <a:pt x="43088" y="1"/>
                </a:cubicBezTo>
                <a:lnTo>
                  <a:pt x="42114" y="1"/>
                </a:lnTo>
                <a:cubicBezTo>
                  <a:pt x="42114" y="677"/>
                  <a:pt x="41557" y="1234"/>
                  <a:pt x="40880" y="1234"/>
                </a:cubicBezTo>
                <a:cubicBezTo>
                  <a:pt x="40204" y="1234"/>
                  <a:pt x="39647" y="677"/>
                  <a:pt x="39647" y="1"/>
                </a:cubicBezTo>
                <a:lnTo>
                  <a:pt x="38652" y="1"/>
                </a:lnTo>
                <a:cubicBezTo>
                  <a:pt x="38652" y="677"/>
                  <a:pt x="38115" y="1234"/>
                  <a:pt x="37419" y="1234"/>
                </a:cubicBezTo>
                <a:cubicBezTo>
                  <a:pt x="36743" y="1234"/>
                  <a:pt x="36186" y="677"/>
                  <a:pt x="36186" y="1"/>
                </a:cubicBezTo>
                <a:lnTo>
                  <a:pt x="35211" y="1"/>
                </a:lnTo>
                <a:cubicBezTo>
                  <a:pt x="35211" y="677"/>
                  <a:pt x="34654" y="1234"/>
                  <a:pt x="33958" y="1234"/>
                </a:cubicBezTo>
                <a:cubicBezTo>
                  <a:pt x="33580" y="1234"/>
                  <a:pt x="33222" y="1055"/>
                  <a:pt x="33003" y="757"/>
                </a:cubicBezTo>
                <a:lnTo>
                  <a:pt x="33003" y="1"/>
                </a:lnTo>
                <a:lnTo>
                  <a:pt x="31570" y="1"/>
                </a:lnTo>
                <a:cubicBezTo>
                  <a:pt x="31570" y="657"/>
                  <a:pt x="31073" y="1194"/>
                  <a:pt x="30417" y="1234"/>
                </a:cubicBezTo>
                <a:cubicBezTo>
                  <a:pt x="29780" y="1194"/>
                  <a:pt x="29263" y="657"/>
                  <a:pt x="29263" y="1"/>
                </a:cubicBezTo>
                <a:lnTo>
                  <a:pt x="27851" y="1"/>
                </a:lnTo>
                <a:lnTo>
                  <a:pt x="27851" y="677"/>
                </a:lnTo>
                <a:cubicBezTo>
                  <a:pt x="27632" y="1015"/>
                  <a:pt x="27254" y="1234"/>
                  <a:pt x="26816" y="1234"/>
                </a:cubicBezTo>
                <a:cubicBezTo>
                  <a:pt x="26140" y="1234"/>
                  <a:pt x="25583" y="677"/>
                  <a:pt x="25583" y="1"/>
                </a:cubicBezTo>
                <a:lnTo>
                  <a:pt x="24588" y="1"/>
                </a:lnTo>
                <a:cubicBezTo>
                  <a:pt x="24588" y="677"/>
                  <a:pt x="24051" y="1234"/>
                  <a:pt x="23355" y="1234"/>
                </a:cubicBezTo>
                <a:cubicBezTo>
                  <a:pt x="22678" y="1234"/>
                  <a:pt x="22121" y="677"/>
                  <a:pt x="22121" y="1"/>
                </a:cubicBezTo>
                <a:lnTo>
                  <a:pt x="21186" y="1"/>
                </a:lnTo>
                <a:cubicBezTo>
                  <a:pt x="21186" y="677"/>
                  <a:pt x="20629" y="1234"/>
                  <a:pt x="19933" y="1234"/>
                </a:cubicBezTo>
                <a:cubicBezTo>
                  <a:pt x="19257" y="1234"/>
                  <a:pt x="18700" y="677"/>
                  <a:pt x="18700" y="1"/>
                </a:cubicBezTo>
                <a:lnTo>
                  <a:pt x="17725" y="1"/>
                </a:lnTo>
                <a:cubicBezTo>
                  <a:pt x="17725" y="677"/>
                  <a:pt x="17168" y="1234"/>
                  <a:pt x="16492" y="1234"/>
                </a:cubicBezTo>
                <a:cubicBezTo>
                  <a:pt x="15796" y="1234"/>
                  <a:pt x="15239" y="677"/>
                  <a:pt x="15239" y="1"/>
                </a:cubicBezTo>
                <a:lnTo>
                  <a:pt x="14264" y="1"/>
                </a:lnTo>
                <a:cubicBezTo>
                  <a:pt x="14264" y="677"/>
                  <a:pt x="13707" y="1234"/>
                  <a:pt x="13030" y="1234"/>
                </a:cubicBezTo>
                <a:cubicBezTo>
                  <a:pt x="12354" y="1234"/>
                  <a:pt x="11797" y="677"/>
                  <a:pt x="11797" y="1"/>
                </a:cubicBezTo>
                <a:lnTo>
                  <a:pt x="10803" y="1"/>
                </a:lnTo>
                <a:cubicBezTo>
                  <a:pt x="10803" y="677"/>
                  <a:pt x="10265" y="1234"/>
                  <a:pt x="9569" y="1234"/>
                </a:cubicBezTo>
                <a:cubicBezTo>
                  <a:pt x="8893" y="1234"/>
                  <a:pt x="8336" y="677"/>
                  <a:pt x="8336" y="1"/>
                </a:cubicBezTo>
                <a:lnTo>
                  <a:pt x="7361" y="1"/>
                </a:lnTo>
                <a:cubicBezTo>
                  <a:pt x="7361" y="677"/>
                  <a:pt x="6804" y="1234"/>
                  <a:pt x="6108" y="1234"/>
                </a:cubicBezTo>
                <a:cubicBezTo>
                  <a:pt x="5431" y="1234"/>
                  <a:pt x="4874" y="677"/>
                  <a:pt x="4874" y="1"/>
                </a:cubicBezTo>
                <a:lnTo>
                  <a:pt x="3900" y="1"/>
                </a:lnTo>
                <a:cubicBezTo>
                  <a:pt x="3900" y="677"/>
                  <a:pt x="3343" y="1234"/>
                  <a:pt x="2666" y="1234"/>
                </a:cubicBezTo>
                <a:cubicBezTo>
                  <a:pt x="1970" y="1234"/>
                  <a:pt x="1413" y="677"/>
                  <a:pt x="141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9" name="Google Shape;639;p17"/>
          <p:cNvSpPr/>
          <p:nvPr/>
        </p:nvSpPr>
        <p:spPr>
          <a:xfrm>
            <a:off x="4900600" y="2407275"/>
            <a:ext cx="3171810" cy="1988232"/>
          </a:xfrm>
          <a:custGeom>
            <a:rect b="b" l="l" r="r" t="t"/>
            <a:pathLst>
              <a:path extrusionOk="0" h="36843" w="60853">
                <a:moveTo>
                  <a:pt x="1" y="1"/>
                </a:moveTo>
                <a:lnTo>
                  <a:pt x="1" y="1493"/>
                </a:lnTo>
                <a:cubicBezTo>
                  <a:pt x="677" y="1493"/>
                  <a:pt x="1234" y="2050"/>
                  <a:pt x="1234" y="2726"/>
                </a:cubicBezTo>
                <a:cubicBezTo>
                  <a:pt x="1234" y="3422"/>
                  <a:pt x="677" y="3960"/>
                  <a:pt x="1" y="3960"/>
                </a:cubicBezTo>
                <a:lnTo>
                  <a:pt x="1" y="4954"/>
                </a:lnTo>
                <a:cubicBezTo>
                  <a:pt x="677" y="4954"/>
                  <a:pt x="1234" y="5511"/>
                  <a:pt x="1234" y="6188"/>
                </a:cubicBezTo>
                <a:cubicBezTo>
                  <a:pt x="1234" y="6864"/>
                  <a:pt x="677" y="7421"/>
                  <a:pt x="1" y="7421"/>
                </a:cubicBezTo>
                <a:lnTo>
                  <a:pt x="1" y="8415"/>
                </a:lnTo>
                <a:cubicBezTo>
                  <a:pt x="677" y="8415"/>
                  <a:pt x="1234" y="8953"/>
                  <a:pt x="1234" y="9649"/>
                </a:cubicBezTo>
                <a:cubicBezTo>
                  <a:pt x="1234" y="10325"/>
                  <a:pt x="677" y="10882"/>
                  <a:pt x="1" y="10882"/>
                </a:cubicBezTo>
                <a:lnTo>
                  <a:pt x="1" y="11857"/>
                </a:lnTo>
                <a:cubicBezTo>
                  <a:pt x="677" y="11857"/>
                  <a:pt x="1234" y="12414"/>
                  <a:pt x="1234" y="13110"/>
                </a:cubicBezTo>
                <a:cubicBezTo>
                  <a:pt x="1234" y="13508"/>
                  <a:pt x="1035" y="13866"/>
                  <a:pt x="737" y="14085"/>
                </a:cubicBezTo>
                <a:lnTo>
                  <a:pt x="1" y="14085"/>
                </a:lnTo>
                <a:lnTo>
                  <a:pt x="1" y="14344"/>
                </a:lnTo>
                <a:lnTo>
                  <a:pt x="1" y="15318"/>
                </a:lnTo>
                <a:lnTo>
                  <a:pt x="1" y="15577"/>
                </a:lnTo>
                <a:cubicBezTo>
                  <a:pt x="637" y="15577"/>
                  <a:pt x="1155" y="16074"/>
                  <a:pt x="1234" y="16691"/>
                </a:cubicBezTo>
                <a:cubicBezTo>
                  <a:pt x="1155" y="17308"/>
                  <a:pt x="637" y="17785"/>
                  <a:pt x="1" y="17785"/>
                </a:cubicBezTo>
                <a:lnTo>
                  <a:pt x="1" y="18063"/>
                </a:lnTo>
                <a:lnTo>
                  <a:pt x="1" y="18780"/>
                </a:lnTo>
                <a:lnTo>
                  <a:pt x="1" y="19038"/>
                </a:lnTo>
                <a:cubicBezTo>
                  <a:pt x="637" y="19038"/>
                  <a:pt x="1155" y="19516"/>
                  <a:pt x="1234" y="20152"/>
                </a:cubicBezTo>
                <a:cubicBezTo>
                  <a:pt x="1155" y="20769"/>
                  <a:pt x="637" y="21246"/>
                  <a:pt x="1" y="21246"/>
                </a:cubicBezTo>
                <a:lnTo>
                  <a:pt x="1" y="21505"/>
                </a:lnTo>
                <a:lnTo>
                  <a:pt x="1" y="22500"/>
                </a:lnTo>
                <a:lnTo>
                  <a:pt x="1" y="22738"/>
                </a:lnTo>
                <a:lnTo>
                  <a:pt x="737" y="22738"/>
                </a:lnTo>
                <a:cubicBezTo>
                  <a:pt x="1035" y="22977"/>
                  <a:pt x="1234" y="23335"/>
                  <a:pt x="1234" y="23733"/>
                </a:cubicBezTo>
                <a:cubicBezTo>
                  <a:pt x="1234" y="24409"/>
                  <a:pt x="677" y="24966"/>
                  <a:pt x="1" y="24966"/>
                </a:cubicBezTo>
                <a:lnTo>
                  <a:pt x="1" y="25941"/>
                </a:lnTo>
                <a:cubicBezTo>
                  <a:pt x="677" y="25941"/>
                  <a:pt x="1234" y="26498"/>
                  <a:pt x="1234" y="27194"/>
                </a:cubicBezTo>
                <a:cubicBezTo>
                  <a:pt x="1234" y="27871"/>
                  <a:pt x="677" y="28428"/>
                  <a:pt x="1" y="28428"/>
                </a:cubicBezTo>
                <a:lnTo>
                  <a:pt x="1" y="29402"/>
                </a:lnTo>
                <a:cubicBezTo>
                  <a:pt x="677" y="29402"/>
                  <a:pt x="1234" y="29959"/>
                  <a:pt x="1234" y="30636"/>
                </a:cubicBezTo>
                <a:cubicBezTo>
                  <a:pt x="1234" y="31332"/>
                  <a:pt x="677" y="31889"/>
                  <a:pt x="1" y="31889"/>
                </a:cubicBezTo>
                <a:lnTo>
                  <a:pt x="1" y="32864"/>
                </a:lnTo>
                <a:cubicBezTo>
                  <a:pt x="677" y="32864"/>
                  <a:pt x="1234" y="33421"/>
                  <a:pt x="1234" y="34097"/>
                </a:cubicBezTo>
                <a:cubicBezTo>
                  <a:pt x="1234" y="34793"/>
                  <a:pt x="677" y="35330"/>
                  <a:pt x="1" y="35330"/>
                </a:cubicBezTo>
                <a:lnTo>
                  <a:pt x="1" y="36842"/>
                </a:lnTo>
                <a:lnTo>
                  <a:pt x="1413" y="36842"/>
                </a:lnTo>
                <a:cubicBezTo>
                  <a:pt x="1413" y="36146"/>
                  <a:pt x="1970" y="35589"/>
                  <a:pt x="2666" y="35589"/>
                </a:cubicBezTo>
                <a:cubicBezTo>
                  <a:pt x="3343" y="35589"/>
                  <a:pt x="3900" y="36146"/>
                  <a:pt x="3900" y="36842"/>
                </a:cubicBezTo>
                <a:lnTo>
                  <a:pt x="4874" y="36842"/>
                </a:lnTo>
                <a:cubicBezTo>
                  <a:pt x="4874" y="36146"/>
                  <a:pt x="5431" y="35589"/>
                  <a:pt x="6108" y="35589"/>
                </a:cubicBezTo>
                <a:cubicBezTo>
                  <a:pt x="6804" y="35589"/>
                  <a:pt x="7361" y="36146"/>
                  <a:pt x="7361" y="36842"/>
                </a:cubicBezTo>
                <a:lnTo>
                  <a:pt x="8336" y="36842"/>
                </a:lnTo>
                <a:cubicBezTo>
                  <a:pt x="8336" y="36146"/>
                  <a:pt x="8893" y="35589"/>
                  <a:pt x="9569" y="35589"/>
                </a:cubicBezTo>
                <a:cubicBezTo>
                  <a:pt x="10265" y="35589"/>
                  <a:pt x="10803" y="36146"/>
                  <a:pt x="10803" y="36842"/>
                </a:cubicBezTo>
                <a:lnTo>
                  <a:pt x="11797" y="36842"/>
                </a:lnTo>
                <a:cubicBezTo>
                  <a:pt x="11797" y="36146"/>
                  <a:pt x="12354" y="35589"/>
                  <a:pt x="13030" y="35589"/>
                </a:cubicBezTo>
                <a:cubicBezTo>
                  <a:pt x="13707" y="35589"/>
                  <a:pt x="14264" y="36146"/>
                  <a:pt x="14264" y="36842"/>
                </a:cubicBezTo>
                <a:lnTo>
                  <a:pt x="15239" y="36842"/>
                </a:lnTo>
                <a:cubicBezTo>
                  <a:pt x="15239" y="36146"/>
                  <a:pt x="15796" y="35589"/>
                  <a:pt x="16492" y="35589"/>
                </a:cubicBezTo>
                <a:cubicBezTo>
                  <a:pt x="17168" y="35589"/>
                  <a:pt x="17725" y="36146"/>
                  <a:pt x="17725" y="36842"/>
                </a:cubicBezTo>
                <a:lnTo>
                  <a:pt x="18700" y="36842"/>
                </a:lnTo>
                <a:cubicBezTo>
                  <a:pt x="18700" y="36146"/>
                  <a:pt x="19257" y="35589"/>
                  <a:pt x="19933" y="35589"/>
                </a:cubicBezTo>
                <a:cubicBezTo>
                  <a:pt x="20629" y="35589"/>
                  <a:pt x="21186" y="36146"/>
                  <a:pt x="21186" y="36842"/>
                </a:cubicBezTo>
                <a:lnTo>
                  <a:pt x="22121" y="36842"/>
                </a:lnTo>
                <a:cubicBezTo>
                  <a:pt x="22121" y="36146"/>
                  <a:pt x="22678" y="35589"/>
                  <a:pt x="23355" y="35589"/>
                </a:cubicBezTo>
                <a:cubicBezTo>
                  <a:pt x="24051" y="35589"/>
                  <a:pt x="24588" y="36146"/>
                  <a:pt x="24588" y="36842"/>
                </a:cubicBezTo>
                <a:lnTo>
                  <a:pt x="25583" y="36842"/>
                </a:lnTo>
                <a:cubicBezTo>
                  <a:pt x="25583" y="36146"/>
                  <a:pt x="26140" y="35589"/>
                  <a:pt x="26816" y="35589"/>
                </a:cubicBezTo>
                <a:cubicBezTo>
                  <a:pt x="27254" y="35589"/>
                  <a:pt x="27632" y="35828"/>
                  <a:pt x="27851" y="36166"/>
                </a:cubicBezTo>
                <a:lnTo>
                  <a:pt x="27851" y="36842"/>
                </a:lnTo>
                <a:lnTo>
                  <a:pt x="29263" y="36842"/>
                </a:lnTo>
                <a:cubicBezTo>
                  <a:pt x="29263" y="36186"/>
                  <a:pt x="29780" y="35649"/>
                  <a:pt x="30417" y="35609"/>
                </a:cubicBezTo>
                <a:cubicBezTo>
                  <a:pt x="31073" y="35649"/>
                  <a:pt x="31570" y="36186"/>
                  <a:pt x="31570" y="36842"/>
                </a:cubicBezTo>
                <a:lnTo>
                  <a:pt x="33003" y="36842"/>
                </a:lnTo>
                <a:lnTo>
                  <a:pt x="33003" y="36066"/>
                </a:lnTo>
                <a:cubicBezTo>
                  <a:pt x="33222" y="35788"/>
                  <a:pt x="33580" y="35589"/>
                  <a:pt x="33958" y="35589"/>
                </a:cubicBezTo>
                <a:cubicBezTo>
                  <a:pt x="34654" y="35589"/>
                  <a:pt x="35211" y="36146"/>
                  <a:pt x="35211" y="36842"/>
                </a:cubicBezTo>
                <a:lnTo>
                  <a:pt x="36186" y="36842"/>
                </a:lnTo>
                <a:cubicBezTo>
                  <a:pt x="36186" y="36146"/>
                  <a:pt x="36743" y="35589"/>
                  <a:pt x="37419" y="35589"/>
                </a:cubicBezTo>
                <a:cubicBezTo>
                  <a:pt x="38115" y="35589"/>
                  <a:pt x="38652" y="36146"/>
                  <a:pt x="38652" y="36842"/>
                </a:cubicBezTo>
                <a:lnTo>
                  <a:pt x="39647" y="36842"/>
                </a:lnTo>
                <a:cubicBezTo>
                  <a:pt x="39647" y="36146"/>
                  <a:pt x="40204" y="35589"/>
                  <a:pt x="40880" y="35589"/>
                </a:cubicBezTo>
                <a:cubicBezTo>
                  <a:pt x="41557" y="35589"/>
                  <a:pt x="42114" y="36146"/>
                  <a:pt x="42114" y="36842"/>
                </a:cubicBezTo>
                <a:lnTo>
                  <a:pt x="43088" y="36842"/>
                </a:lnTo>
                <a:cubicBezTo>
                  <a:pt x="43088" y="36146"/>
                  <a:pt x="43645" y="35589"/>
                  <a:pt x="44342" y="35589"/>
                </a:cubicBezTo>
                <a:cubicBezTo>
                  <a:pt x="45018" y="35589"/>
                  <a:pt x="45575" y="36146"/>
                  <a:pt x="45575" y="36842"/>
                </a:cubicBezTo>
                <a:lnTo>
                  <a:pt x="46550" y="36842"/>
                </a:lnTo>
                <a:cubicBezTo>
                  <a:pt x="46550" y="36146"/>
                  <a:pt x="47107" y="35589"/>
                  <a:pt x="47783" y="35589"/>
                </a:cubicBezTo>
                <a:cubicBezTo>
                  <a:pt x="48479" y="35589"/>
                  <a:pt x="49036" y="36146"/>
                  <a:pt x="49036" y="36842"/>
                </a:cubicBezTo>
                <a:lnTo>
                  <a:pt x="49971" y="36842"/>
                </a:lnTo>
                <a:cubicBezTo>
                  <a:pt x="49971" y="36146"/>
                  <a:pt x="50528" y="35589"/>
                  <a:pt x="51205" y="35589"/>
                </a:cubicBezTo>
                <a:cubicBezTo>
                  <a:pt x="51901" y="35589"/>
                  <a:pt x="52438" y="36146"/>
                  <a:pt x="52438" y="36842"/>
                </a:cubicBezTo>
                <a:lnTo>
                  <a:pt x="53433" y="36842"/>
                </a:lnTo>
                <a:cubicBezTo>
                  <a:pt x="53433" y="36146"/>
                  <a:pt x="53990" y="35589"/>
                  <a:pt x="54666" y="35589"/>
                </a:cubicBezTo>
                <a:cubicBezTo>
                  <a:pt x="55342" y="35589"/>
                  <a:pt x="55899" y="36146"/>
                  <a:pt x="55899" y="36842"/>
                </a:cubicBezTo>
                <a:lnTo>
                  <a:pt x="56954" y="36842"/>
                </a:lnTo>
                <a:cubicBezTo>
                  <a:pt x="56954" y="36146"/>
                  <a:pt x="57511" y="35589"/>
                  <a:pt x="58187" y="35589"/>
                </a:cubicBezTo>
                <a:cubicBezTo>
                  <a:pt x="58883" y="35589"/>
                  <a:pt x="59420" y="36146"/>
                  <a:pt x="59420" y="36842"/>
                </a:cubicBezTo>
                <a:lnTo>
                  <a:pt x="60853" y="36842"/>
                </a:lnTo>
                <a:lnTo>
                  <a:pt x="60853" y="35330"/>
                </a:lnTo>
                <a:cubicBezTo>
                  <a:pt x="60156" y="35330"/>
                  <a:pt x="59619" y="34793"/>
                  <a:pt x="59619" y="34097"/>
                </a:cubicBezTo>
                <a:cubicBezTo>
                  <a:pt x="59619" y="33421"/>
                  <a:pt x="60156" y="32864"/>
                  <a:pt x="60853" y="32864"/>
                </a:cubicBezTo>
                <a:lnTo>
                  <a:pt x="60853" y="31889"/>
                </a:lnTo>
                <a:cubicBezTo>
                  <a:pt x="60156" y="31889"/>
                  <a:pt x="59619" y="31332"/>
                  <a:pt x="59619" y="30636"/>
                </a:cubicBezTo>
                <a:cubicBezTo>
                  <a:pt x="59619" y="29959"/>
                  <a:pt x="60156" y="29402"/>
                  <a:pt x="60853" y="29402"/>
                </a:cubicBezTo>
                <a:lnTo>
                  <a:pt x="60853" y="28428"/>
                </a:lnTo>
                <a:cubicBezTo>
                  <a:pt x="60156" y="28428"/>
                  <a:pt x="59619" y="27871"/>
                  <a:pt x="59619" y="27194"/>
                </a:cubicBezTo>
                <a:cubicBezTo>
                  <a:pt x="59619" y="26498"/>
                  <a:pt x="60156" y="25941"/>
                  <a:pt x="60853" y="25941"/>
                </a:cubicBezTo>
                <a:lnTo>
                  <a:pt x="60853" y="24966"/>
                </a:lnTo>
                <a:cubicBezTo>
                  <a:pt x="60156" y="24966"/>
                  <a:pt x="59619" y="24409"/>
                  <a:pt x="59619" y="23733"/>
                </a:cubicBezTo>
                <a:cubicBezTo>
                  <a:pt x="59619" y="23335"/>
                  <a:pt x="59818" y="22977"/>
                  <a:pt x="60116" y="22738"/>
                </a:cubicBezTo>
                <a:lnTo>
                  <a:pt x="60853" y="22738"/>
                </a:lnTo>
                <a:lnTo>
                  <a:pt x="60853" y="22500"/>
                </a:lnTo>
                <a:lnTo>
                  <a:pt x="60853" y="21505"/>
                </a:lnTo>
                <a:lnTo>
                  <a:pt x="60853" y="21246"/>
                </a:lnTo>
                <a:cubicBezTo>
                  <a:pt x="60216" y="21246"/>
                  <a:pt x="59699" y="20769"/>
                  <a:pt x="59619" y="20152"/>
                </a:cubicBezTo>
                <a:cubicBezTo>
                  <a:pt x="59699" y="19516"/>
                  <a:pt x="60216" y="19038"/>
                  <a:pt x="60853" y="19038"/>
                </a:cubicBezTo>
                <a:lnTo>
                  <a:pt x="60853" y="18780"/>
                </a:lnTo>
                <a:lnTo>
                  <a:pt x="60853" y="18063"/>
                </a:lnTo>
                <a:lnTo>
                  <a:pt x="60853" y="17785"/>
                </a:lnTo>
                <a:cubicBezTo>
                  <a:pt x="60216" y="17785"/>
                  <a:pt x="59699" y="17308"/>
                  <a:pt x="59619" y="16691"/>
                </a:cubicBezTo>
                <a:cubicBezTo>
                  <a:pt x="59699" y="16074"/>
                  <a:pt x="60216" y="15577"/>
                  <a:pt x="60853" y="15577"/>
                </a:cubicBezTo>
                <a:lnTo>
                  <a:pt x="60853" y="15318"/>
                </a:lnTo>
                <a:lnTo>
                  <a:pt x="60853" y="14344"/>
                </a:lnTo>
                <a:lnTo>
                  <a:pt x="60853" y="14085"/>
                </a:lnTo>
                <a:lnTo>
                  <a:pt x="60116" y="14085"/>
                </a:lnTo>
                <a:cubicBezTo>
                  <a:pt x="59798" y="13866"/>
                  <a:pt x="59619" y="13508"/>
                  <a:pt x="59619" y="13110"/>
                </a:cubicBezTo>
                <a:cubicBezTo>
                  <a:pt x="59619" y="12414"/>
                  <a:pt x="60156" y="11857"/>
                  <a:pt x="60853" y="11857"/>
                </a:cubicBezTo>
                <a:lnTo>
                  <a:pt x="60853" y="10882"/>
                </a:lnTo>
                <a:cubicBezTo>
                  <a:pt x="60156" y="10882"/>
                  <a:pt x="59619" y="10325"/>
                  <a:pt x="59619" y="9649"/>
                </a:cubicBezTo>
                <a:cubicBezTo>
                  <a:pt x="59619" y="8953"/>
                  <a:pt x="60156" y="8415"/>
                  <a:pt x="60853" y="8415"/>
                </a:cubicBezTo>
                <a:lnTo>
                  <a:pt x="60853" y="7421"/>
                </a:lnTo>
                <a:cubicBezTo>
                  <a:pt x="60156" y="7421"/>
                  <a:pt x="59619" y="6864"/>
                  <a:pt x="59619" y="6188"/>
                </a:cubicBezTo>
                <a:cubicBezTo>
                  <a:pt x="59619" y="5511"/>
                  <a:pt x="60156" y="4954"/>
                  <a:pt x="60853" y="4954"/>
                </a:cubicBezTo>
                <a:lnTo>
                  <a:pt x="60853" y="3960"/>
                </a:lnTo>
                <a:cubicBezTo>
                  <a:pt x="60156" y="3960"/>
                  <a:pt x="59619" y="3422"/>
                  <a:pt x="59619" y="2726"/>
                </a:cubicBezTo>
                <a:cubicBezTo>
                  <a:pt x="59619" y="2050"/>
                  <a:pt x="60156" y="1493"/>
                  <a:pt x="60853" y="1493"/>
                </a:cubicBezTo>
                <a:lnTo>
                  <a:pt x="60853" y="1"/>
                </a:lnTo>
                <a:lnTo>
                  <a:pt x="59420" y="1"/>
                </a:lnTo>
                <a:cubicBezTo>
                  <a:pt x="59420" y="677"/>
                  <a:pt x="58883" y="1234"/>
                  <a:pt x="58187" y="1234"/>
                </a:cubicBezTo>
                <a:cubicBezTo>
                  <a:pt x="57511" y="1234"/>
                  <a:pt x="56954" y="677"/>
                  <a:pt x="56954" y="1"/>
                </a:cubicBezTo>
                <a:lnTo>
                  <a:pt x="55899" y="1"/>
                </a:lnTo>
                <a:cubicBezTo>
                  <a:pt x="55899" y="677"/>
                  <a:pt x="55342" y="1234"/>
                  <a:pt x="54666" y="1234"/>
                </a:cubicBezTo>
                <a:cubicBezTo>
                  <a:pt x="53990" y="1234"/>
                  <a:pt x="53433" y="677"/>
                  <a:pt x="53433" y="1"/>
                </a:cubicBezTo>
                <a:lnTo>
                  <a:pt x="52438" y="1"/>
                </a:lnTo>
                <a:cubicBezTo>
                  <a:pt x="52438" y="677"/>
                  <a:pt x="51901" y="1234"/>
                  <a:pt x="51205" y="1234"/>
                </a:cubicBezTo>
                <a:cubicBezTo>
                  <a:pt x="50528" y="1234"/>
                  <a:pt x="49971" y="677"/>
                  <a:pt x="49971" y="1"/>
                </a:cubicBezTo>
                <a:lnTo>
                  <a:pt x="49036" y="1"/>
                </a:lnTo>
                <a:cubicBezTo>
                  <a:pt x="49036" y="677"/>
                  <a:pt x="48479" y="1234"/>
                  <a:pt x="47783" y="1234"/>
                </a:cubicBezTo>
                <a:cubicBezTo>
                  <a:pt x="47107" y="1234"/>
                  <a:pt x="46550" y="677"/>
                  <a:pt x="46550" y="1"/>
                </a:cubicBezTo>
                <a:lnTo>
                  <a:pt x="45575" y="1"/>
                </a:lnTo>
                <a:cubicBezTo>
                  <a:pt x="45575" y="677"/>
                  <a:pt x="45018" y="1234"/>
                  <a:pt x="44342" y="1234"/>
                </a:cubicBezTo>
                <a:cubicBezTo>
                  <a:pt x="43645" y="1234"/>
                  <a:pt x="43088" y="677"/>
                  <a:pt x="43088" y="1"/>
                </a:cubicBezTo>
                <a:lnTo>
                  <a:pt x="42114" y="1"/>
                </a:lnTo>
                <a:cubicBezTo>
                  <a:pt x="42114" y="677"/>
                  <a:pt x="41557" y="1234"/>
                  <a:pt x="40880" y="1234"/>
                </a:cubicBezTo>
                <a:cubicBezTo>
                  <a:pt x="40204" y="1234"/>
                  <a:pt x="39647" y="677"/>
                  <a:pt x="39647" y="1"/>
                </a:cubicBezTo>
                <a:lnTo>
                  <a:pt x="38652" y="1"/>
                </a:lnTo>
                <a:cubicBezTo>
                  <a:pt x="38652" y="677"/>
                  <a:pt x="38115" y="1234"/>
                  <a:pt x="37419" y="1234"/>
                </a:cubicBezTo>
                <a:cubicBezTo>
                  <a:pt x="36743" y="1234"/>
                  <a:pt x="36186" y="677"/>
                  <a:pt x="36186" y="1"/>
                </a:cubicBezTo>
                <a:lnTo>
                  <a:pt x="35211" y="1"/>
                </a:lnTo>
                <a:cubicBezTo>
                  <a:pt x="35211" y="677"/>
                  <a:pt x="34654" y="1234"/>
                  <a:pt x="33958" y="1234"/>
                </a:cubicBezTo>
                <a:cubicBezTo>
                  <a:pt x="33580" y="1234"/>
                  <a:pt x="33222" y="1055"/>
                  <a:pt x="33003" y="757"/>
                </a:cubicBezTo>
                <a:lnTo>
                  <a:pt x="33003" y="1"/>
                </a:lnTo>
                <a:lnTo>
                  <a:pt x="31570" y="1"/>
                </a:lnTo>
                <a:cubicBezTo>
                  <a:pt x="31570" y="657"/>
                  <a:pt x="31073" y="1194"/>
                  <a:pt x="30417" y="1234"/>
                </a:cubicBezTo>
                <a:cubicBezTo>
                  <a:pt x="29780" y="1194"/>
                  <a:pt x="29263" y="657"/>
                  <a:pt x="29263" y="1"/>
                </a:cubicBezTo>
                <a:lnTo>
                  <a:pt x="27851" y="1"/>
                </a:lnTo>
                <a:lnTo>
                  <a:pt x="27851" y="677"/>
                </a:lnTo>
                <a:cubicBezTo>
                  <a:pt x="27632" y="1015"/>
                  <a:pt x="27254" y="1234"/>
                  <a:pt x="26816" y="1234"/>
                </a:cubicBezTo>
                <a:cubicBezTo>
                  <a:pt x="26140" y="1234"/>
                  <a:pt x="25583" y="677"/>
                  <a:pt x="25583" y="1"/>
                </a:cubicBezTo>
                <a:lnTo>
                  <a:pt x="24588" y="1"/>
                </a:lnTo>
                <a:cubicBezTo>
                  <a:pt x="24588" y="677"/>
                  <a:pt x="24051" y="1234"/>
                  <a:pt x="23355" y="1234"/>
                </a:cubicBezTo>
                <a:cubicBezTo>
                  <a:pt x="22678" y="1234"/>
                  <a:pt x="22121" y="677"/>
                  <a:pt x="22121" y="1"/>
                </a:cubicBezTo>
                <a:lnTo>
                  <a:pt x="21186" y="1"/>
                </a:lnTo>
                <a:cubicBezTo>
                  <a:pt x="21186" y="677"/>
                  <a:pt x="20629" y="1234"/>
                  <a:pt x="19933" y="1234"/>
                </a:cubicBezTo>
                <a:cubicBezTo>
                  <a:pt x="19257" y="1234"/>
                  <a:pt x="18700" y="677"/>
                  <a:pt x="18700" y="1"/>
                </a:cubicBezTo>
                <a:lnTo>
                  <a:pt x="17725" y="1"/>
                </a:lnTo>
                <a:cubicBezTo>
                  <a:pt x="17725" y="677"/>
                  <a:pt x="17168" y="1234"/>
                  <a:pt x="16492" y="1234"/>
                </a:cubicBezTo>
                <a:cubicBezTo>
                  <a:pt x="15796" y="1234"/>
                  <a:pt x="15239" y="677"/>
                  <a:pt x="15239" y="1"/>
                </a:cubicBezTo>
                <a:lnTo>
                  <a:pt x="14264" y="1"/>
                </a:lnTo>
                <a:cubicBezTo>
                  <a:pt x="14264" y="677"/>
                  <a:pt x="13707" y="1234"/>
                  <a:pt x="13030" y="1234"/>
                </a:cubicBezTo>
                <a:cubicBezTo>
                  <a:pt x="12354" y="1234"/>
                  <a:pt x="11797" y="677"/>
                  <a:pt x="11797" y="1"/>
                </a:cubicBezTo>
                <a:lnTo>
                  <a:pt x="10803" y="1"/>
                </a:lnTo>
                <a:cubicBezTo>
                  <a:pt x="10803" y="677"/>
                  <a:pt x="10265" y="1234"/>
                  <a:pt x="9569" y="1234"/>
                </a:cubicBezTo>
                <a:cubicBezTo>
                  <a:pt x="8893" y="1234"/>
                  <a:pt x="8336" y="677"/>
                  <a:pt x="8336" y="1"/>
                </a:cubicBezTo>
                <a:lnTo>
                  <a:pt x="7361" y="1"/>
                </a:lnTo>
                <a:cubicBezTo>
                  <a:pt x="7361" y="677"/>
                  <a:pt x="6804" y="1234"/>
                  <a:pt x="6108" y="1234"/>
                </a:cubicBezTo>
                <a:cubicBezTo>
                  <a:pt x="5431" y="1234"/>
                  <a:pt x="4874" y="677"/>
                  <a:pt x="4874" y="1"/>
                </a:cubicBezTo>
                <a:lnTo>
                  <a:pt x="3900" y="1"/>
                </a:lnTo>
                <a:cubicBezTo>
                  <a:pt x="3900" y="677"/>
                  <a:pt x="3343" y="1234"/>
                  <a:pt x="2666" y="1234"/>
                </a:cubicBezTo>
                <a:cubicBezTo>
                  <a:pt x="1970" y="1234"/>
                  <a:pt x="1413" y="677"/>
                  <a:pt x="141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0" name="Google Shape;640;p17"/>
          <p:cNvSpPr txBox="1"/>
          <p:nvPr>
            <p:ph idx="2" type="subTitle"/>
          </p:nvPr>
        </p:nvSpPr>
        <p:spPr>
          <a:xfrm>
            <a:off x="5066000" y="2571800"/>
            <a:ext cx="2841000" cy="1653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b" bIns="228600" lIns="137150" spcFirstLastPara="1" rIns="13715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Describe here the topic of the section and decide your next destination</a:t>
            </a:r>
            <a:endParaRPr/>
          </a:p>
        </p:txBody>
      </p:sp>
      <p:sp>
        <p:nvSpPr>
          <p:cNvPr id="641" name="Google Shape;641;p17"/>
          <p:cNvSpPr txBox="1"/>
          <p:nvPr>
            <p:ph idx="1" type="subTitle"/>
          </p:nvPr>
        </p:nvSpPr>
        <p:spPr>
          <a:xfrm>
            <a:off x="1236975" y="2571800"/>
            <a:ext cx="2784900" cy="1653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b" bIns="228600" lIns="137150" spcFirstLastPara="1" rIns="137150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Describe here the topic of the section and decide your next destination</a:t>
            </a:r>
            <a:endParaRPr/>
          </a:p>
        </p:txBody>
      </p:sp>
      <p:sp>
        <p:nvSpPr>
          <p:cNvPr id="642" name="Google Shape;642;p17"/>
          <p:cNvSpPr txBox="1"/>
          <p:nvPr>
            <p:ph idx="4" type="title"/>
          </p:nvPr>
        </p:nvSpPr>
        <p:spPr>
          <a:xfrm>
            <a:off x="2069550" y="583337"/>
            <a:ext cx="4993200" cy="133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MAYBE YOU NEED TWO COLUMNS TO DECIDE</a:t>
            </a:r>
            <a:endParaRPr/>
          </a:p>
        </p:txBody>
      </p:sp>
      <p:sp>
        <p:nvSpPr>
          <p:cNvPr id="643" name="Google Shape;643;p17"/>
          <p:cNvSpPr txBox="1"/>
          <p:nvPr>
            <p:ph type="title"/>
          </p:nvPr>
        </p:nvSpPr>
        <p:spPr>
          <a:xfrm>
            <a:off x="1278625" y="2661036"/>
            <a:ext cx="2729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One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44" name="Google Shape;644;p17"/>
          <p:cNvSpPr txBox="1"/>
          <p:nvPr>
            <p:ph idx="3" type="title"/>
          </p:nvPr>
        </p:nvSpPr>
        <p:spPr>
          <a:xfrm>
            <a:off x="5135850" y="2661036"/>
            <a:ext cx="2729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Two</a:t>
            </a:r>
            <a:endParaRPr>
              <a:solidFill>
                <a:schemeClr val="dk1"/>
              </a:solidFill>
            </a:endParaRPr>
          </a:p>
        </p:txBody>
      </p:sp>
      <p:cxnSp>
        <p:nvCxnSpPr>
          <p:cNvPr id="645" name="Google Shape;645;p17"/>
          <p:cNvCxnSpPr/>
          <p:nvPr/>
        </p:nvCxnSpPr>
        <p:spPr>
          <a:xfrm>
            <a:off x="1541025" y="3280711"/>
            <a:ext cx="2176800" cy="0"/>
          </a:xfrm>
          <a:prstGeom prst="straightConnector1">
            <a:avLst/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46" name="Google Shape;646;p17"/>
          <p:cNvCxnSpPr/>
          <p:nvPr/>
        </p:nvCxnSpPr>
        <p:spPr>
          <a:xfrm>
            <a:off x="5412150" y="3280711"/>
            <a:ext cx="2176800" cy="0"/>
          </a:xfrm>
          <a:prstGeom prst="straightConnector1">
            <a:avLst/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50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" name="Google Shape;651;p18"/>
          <p:cNvSpPr txBox="1"/>
          <p:nvPr>
            <p:ph type="title"/>
          </p:nvPr>
        </p:nvSpPr>
        <p:spPr>
          <a:xfrm>
            <a:off x="1583750" y="2993926"/>
            <a:ext cx="5976600" cy="105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AWESOME WORDS</a:t>
            </a:r>
            <a:endParaRPr/>
          </a:p>
        </p:txBody>
      </p:sp>
      <p:sp>
        <p:nvSpPr>
          <p:cNvPr id="652" name="Google Shape;652;p18"/>
          <p:cNvSpPr txBox="1"/>
          <p:nvPr>
            <p:ph idx="1" type="subTitle"/>
          </p:nvPr>
        </p:nvSpPr>
        <p:spPr>
          <a:xfrm>
            <a:off x="2912600" y="3932900"/>
            <a:ext cx="3318900" cy="35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n"/>
              <a:t>For catching your audience’s attention</a:t>
            </a:r>
            <a:endParaRPr/>
          </a:p>
        </p:txBody>
      </p:sp>
      <p:sp>
        <p:nvSpPr>
          <p:cNvPr id="653" name="Google Shape;653;p18"/>
          <p:cNvSpPr/>
          <p:nvPr/>
        </p:nvSpPr>
        <p:spPr>
          <a:xfrm>
            <a:off x="567750" y="682225"/>
            <a:ext cx="3098425" cy="3962679"/>
          </a:xfrm>
          <a:custGeom>
            <a:rect b="b" l="l" r="r" t="t"/>
            <a:pathLst>
              <a:path extrusionOk="0" h="163460" w="123937">
                <a:moveTo>
                  <a:pt x="25719" y="1142"/>
                </a:moveTo>
                <a:cubicBezTo>
                  <a:pt x="22273" y="1142"/>
                  <a:pt x="17818" y="-1295"/>
                  <a:pt x="15381" y="1142"/>
                </a:cubicBezTo>
                <a:cubicBezTo>
                  <a:pt x="11511" y="5012"/>
                  <a:pt x="9784" y="10586"/>
                  <a:pt x="7627" y="15617"/>
                </a:cubicBezTo>
                <a:cubicBezTo>
                  <a:pt x="4630" y="22609"/>
                  <a:pt x="-540" y="30853"/>
                  <a:pt x="2457" y="37845"/>
                </a:cubicBezTo>
                <a:cubicBezTo>
                  <a:pt x="10107" y="55694"/>
                  <a:pt x="40710" y="62365"/>
                  <a:pt x="40710" y="81784"/>
                </a:cubicBezTo>
                <a:cubicBezTo>
                  <a:pt x="40710" y="93365"/>
                  <a:pt x="26566" y="100689"/>
                  <a:pt x="16931" y="107114"/>
                </a:cubicBezTo>
                <a:cubicBezTo>
                  <a:pt x="6708" y="113931"/>
                  <a:pt x="-5715" y="132543"/>
                  <a:pt x="2974" y="141232"/>
                </a:cubicBezTo>
                <a:cubicBezTo>
                  <a:pt x="12031" y="150289"/>
                  <a:pt x="27118" y="155117"/>
                  <a:pt x="39677" y="152604"/>
                </a:cubicBezTo>
                <a:cubicBezTo>
                  <a:pt x="47180" y="151103"/>
                  <a:pt x="54829" y="148554"/>
                  <a:pt x="62422" y="149503"/>
                </a:cubicBezTo>
                <a:cubicBezTo>
                  <a:pt x="71561" y="150645"/>
                  <a:pt x="79794" y="155776"/>
                  <a:pt x="88785" y="157774"/>
                </a:cubicBezTo>
                <a:cubicBezTo>
                  <a:pt x="100372" y="160349"/>
                  <a:pt x="123937" y="151590"/>
                  <a:pt x="123937" y="163460"/>
                </a:cubicBezTo>
              </a:path>
            </a:pathLst>
          </a:custGeom>
          <a:noFill/>
          <a:ln cap="flat" cmpd="sng" w="38100">
            <a:solidFill>
              <a:schemeClr val="dk1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" name="Google Shape;654;p18"/>
          <p:cNvSpPr/>
          <p:nvPr/>
        </p:nvSpPr>
        <p:spPr>
          <a:xfrm rot="1242899">
            <a:off x="7189373" y="1074852"/>
            <a:ext cx="1298328" cy="2448388"/>
          </a:xfrm>
          <a:custGeom>
            <a:rect b="b" l="l" r="r" t="t"/>
            <a:pathLst>
              <a:path extrusionOk="0" h="83458" w="51936">
                <a:moveTo>
                  <a:pt x="25392" y="0"/>
                </a:moveTo>
                <a:cubicBezTo>
                  <a:pt x="17647" y="3872"/>
                  <a:pt x="8706" y="6789"/>
                  <a:pt x="3163" y="13441"/>
                </a:cubicBezTo>
                <a:cubicBezTo>
                  <a:pt x="-712" y="18091"/>
                  <a:pt x="-635" y="25913"/>
                  <a:pt x="1613" y="31533"/>
                </a:cubicBezTo>
                <a:cubicBezTo>
                  <a:pt x="6153" y="42882"/>
                  <a:pt x="17717" y="52162"/>
                  <a:pt x="29527" y="55312"/>
                </a:cubicBezTo>
                <a:cubicBezTo>
                  <a:pt x="36353" y="57133"/>
                  <a:pt x="45209" y="54969"/>
                  <a:pt x="50205" y="59965"/>
                </a:cubicBezTo>
                <a:cubicBezTo>
                  <a:pt x="57369" y="67129"/>
                  <a:pt x="39106" y="87241"/>
                  <a:pt x="30044" y="82710"/>
                </a:cubicBezTo>
              </a:path>
            </a:pathLst>
          </a:custGeom>
          <a:noFill/>
          <a:ln cap="flat" cmpd="sng" w="38100">
            <a:solidFill>
              <a:schemeClr val="dk1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p19"/>
          <p:cNvSpPr txBox="1"/>
          <p:nvPr>
            <p:ph type="title"/>
          </p:nvPr>
        </p:nvSpPr>
        <p:spPr>
          <a:xfrm>
            <a:off x="2626375" y="2073300"/>
            <a:ext cx="38913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</a:pPr>
            <a:r>
              <a:rPr lang="en"/>
              <a:t>PLANNING</a:t>
            </a:r>
            <a:endParaRPr/>
          </a:p>
        </p:txBody>
      </p:sp>
      <p:sp>
        <p:nvSpPr>
          <p:cNvPr id="660" name="Google Shape;660;p19"/>
          <p:cNvSpPr txBox="1"/>
          <p:nvPr>
            <p:ph idx="1" type="subTitle"/>
          </p:nvPr>
        </p:nvSpPr>
        <p:spPr>
          <a:xfrm>
            <a:off x="3431325" y="2963700"/>
            <a:ext cx="2281200" cy="5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</a:pPr>
            <a:r>
              <a:rPr lang="en"/>
              <a:t>You can enter a subtitle here if you need it</a:t>
            </a:r>
            <a:endParaRPr/>
          </a:p>
        </p:txBody>
      </p:sp>
      <p:grpSp>
        <p:nvGrpSpPr>
          <p:cNvPr id="661" name="Google Shape;661;p19"/>
          <p:cNvGrpSpPr/>
          <p:nvPr/>
        </p:nvGrpSpPr>
        <p:grpSpPr>
          <a:xfrm>
            <a:off x="3628026" y="1581346"/>
            <a:ext cx="1887980" cy="540684"/>
            <a:chOff x="197381" y="477630"/>
            <a:chExt cx="1361982" cy="390048"/>
          </a:xfrm>
        </p:grpSpPr>
        <p:sp>
          <p:nvSpPr>
            <p:cNvPr id="662" name="Google Shape;662;p19"/>
            <p:cNvSpPr/>
            <p:nvPr/>
          </p:nvSpPr>
          <p:spPr>
            <a:xfrm flipH="1">
              <a:off x="197381" y="477630"/>
              <a:ext cx="265056" cy="390048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19"/>
            <p:cNvSpPr/>
            <p:nvPr/>
          </p:nvSpPr>
          <p:spPr>
            <a:xfrm flipH="1">
              <a:off x="563023" y="477630"/>
              <a:ext cx="265056" cy="390048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19"/>
            <p:cNvSpPr/>
            <p:nvPr/>
          </p:nvSpPr>
          <p:spPr>
            <a:xfrm flipH="1">
              <a:off x="928665" y="477630"/>
              <a:ext cx="265056" cy="390048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19"/>
            <p:cNvSpPr/>
            <p:nvPr/>
          </p:nvSpPr>
          <p:spPr>
            <a:xfrm flipH="1">
              <a:off x="1294307" y="477630"/>
              <a:ext cx="265056" cy="390048"/>
            </a:xfrm>
            <a:custGeom>
              <a:rect b="b" l="l" r="r" t="t"/>
              <a:pathLst>
                <a:path extrusionOk="0" h="195758" w="133027">
                  <a:moveTo>
                    <a:pt x="65846" y="26249"/>
                  </a:moveTo>
                  <a:cubicBezTo>
                    <a:pt x="87201" y="26249"/>
                    <a:pt x="104108" y="43156"/>
                    <a:pt x="104108" y="64511"/>
                  </a:cubicBezTo>
                  <a:cubicBezTo>
                    <a:pt x="104108" y="85422"/>
                    <a:pt x="87201" y="102328"/>
                    <a:pt x="65846" y="102328"/>
                  </a:cubicBezTo>
                  <a:cubicBezTo>
                    <a:pt x="44936" y="102328"/>
                    <a:pt x="28029" y="85422"/>
                    <a:pt x="28029" y="64511"/>
                  </a:cubicBezTo>
                  <a:cubicBezTo>
                    <a:pt x="28029" y="43156"/>
                    <a:pt x="44936" y="26249"/>
                    <a:pt x="65846" y="26249"/>
                  </a:cubicBezTo>
                  <a:close/>
                  <a:moveTo>
                    <a:pt x="66291" y="0"/>
                  </a:moveTo>
                  <a:cubicBezTo>
                    <a:pt x="29809" y="0"/>
                    <a:pt x="0" y="29809"/>
                    <a:pt x="0" y="66291"/>
                  </a:cubicBezTo>
                  <a:cubicBezTo>
                    <a:pt x="0" y="84977"/>
                    <a:pt x="18241" y="118345"/>
                    <a:pt x="18241" y="118345"/>
                  </a:cubicBezTo>
                  <a:lnTo>
                    <a:pt x="64066" y="195758"/>
                  </a:lnTo>
                  <a:lnTo>
                    <a:pt x="111671" y="119234"/>
                  </a:lnTo>
                  <a:cubicBezTo>
                    <a:pt x="111671" y="119234"/>
                    <a:pt x="133027" y="87201"/>
                    <a:pt x="133027" y="66291"/>
                  </a:cubicBezTo>
                  <a:cubicBezTo>
                    <a:pt x="133027" y="29809"/>
                    <a:pt x="103218" y="0"/>
                    <a:pt x="66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9" name="Shape 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" name="Google Shape;670;p20"/>
          <p:cNvSpPr txBox="1"/>
          <p:nvPr>
            <p:ph type="title"/>
          </p:nvPr>
        </p:nvSpPr>
        <p:spPr>
          <a:xfrm>
            <a:off x="2367800" y="496451"/>
            <a:ext cx="4408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PLANNING WITH FRIENDS</a:t>
            </a:r>
            <a:endParaRPr/>
          </a:p>
        </p:txBody>
      </p:sp>
      <p:pic>
        <p:nvPicPr>
          <p:cNvPr id="671" name="Google Shape;671;p20"/>
          <p:cNvPicPr preferRelativeResize="0"/>
          <p:nvPr/>
        </p:nvPicPr>
        <p:blipFill rotWithShape="1">
          <a:blip r:embed="rId3">
            <a:alphaModFix/>
          </a:blip>
          <a:srcRect b="6926" l="0" r="0" t="51071"/>
          <a:stretch/>
        </p:blipFill>
        <p:spPr>
          <a:xfrm>
            <a:off x="0" y="2881200"/>
            <a:ext cx="9144000" cy="2262300"/>
          </a:xfrm>
          <a:prstGeom prst="rect">
            <a:avLst/>
          </a:prstGeom>
          <a:noFill/>
          <a:ln>
            <a:noFill/>
          </a:ln>
        </p:spPr>
      </p:pic>
      <p:sp>
        <p:nvSpPr>
          <p:cNvPr id="672" name="Google Shape;672;p20"/>
          <p:cNvSpPr txBox="1"/>
          <p:nvPr>
            <p:ph idx="1" type="body"/>
          </p:nvPr>
        </p:nvSpPr>
        <p:spPr>
          <a:xfrm>
            <a:off x="2554350" y="1299225"/>
            <a:ext cx="4035600" cy="97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</a:pPr>
            <a:r>
              <a:t/>
            </a:r>
            <a:endParaRPr/>
          </a:p>
        </p:txBody>
      </p:sp>
      <p:sp>
        <p:nvSpPr>
          <p:cNvPr id="673" name="Google Shape;673;p20"/>
          <p:cNvSpPr/>
          <p:nvPr/>
        </p:nvSpPr>
        <p:spPr>
          <a:xfrm>
            <a:off x="0" y="2881200"/>
            <a:ext cx="9144000" cy="22623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7" name="Shape 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" name="Google Shape;678;p21"/>
          <p:cNvSpPr txBox="1"/>
          <p:nvPr>
            <p:ph type="title"/>
          </p:nvPr>
        </p:nvSpPr>
        <p:spPr>
          <a:xfrm>
            <a:off x="713225" y="48435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A TIMELINE ALWAYS WORKS WELL</a:t>
            </a:r>
            <a:endParaRPr/>
          </a:p>
        </p:txBody>
      </p:sp>
      <p:sp>
        <p:nvSpPr>
          <p:cNvPr id="679" name="Google Shape;679;p21"/>
          <p:cNvSpPr/>
          <p:nvPr/>
        </p:nvSpPr>
        <p:spPr>
          <a:xfrm rot="-3689630">
            <a:off x="7579654" y="-635459"/>
            <a:ext cx="812126" cy="2891193"/>
          </a:xfrm>
          <a:custGeom>
            <a:rect b="b" l="l" r="r" t="t"/>
            <a:pathLst>
              <a:path extrusionOk="0" h="104775" w="55291">
                <a:moveTo>
                  <a:pt x="53767" y="0"/>
                </a:moveTo>
                <a:cubicBezTo>
                  <a:pt x="52109" y="11606"/>
                  <a:pt x="37989" y="19258"/>
                  <a:pt x="26716" y="22479"/>
                </a:cubicBezTo>
                <a:cubicBezTo>
                  <a:pt x="17320" y="25163"/>
                  <a:pt x="4147" y="27012"/>
                  <a:pt x="808" y="36195"/>
                </a:cubicBezTo>
                <a:cubicBezTo>
                  <a:pt x="-3391" y="47742"/>
                  <a:pt x="10039" y="59896"/>
                  <a:pt x="19096" y="68199"/>
                </a:cubicBezTo>
                <a:cubicBezTo>
                  <a:pt x="28194" y="76539"/>
                  <a:pt x="34372" y="87666"/>
                  <a:pt x="43099" y="96393"/>
                </a:cubicBezTo>
                <a:cubicBezTo>
                  <a:pt x="46586" y="99880"/>
                  <a:pt x="51804" y="101288"/>
                  <a:pt x="55291" y="104775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21"/>
          <p:cNvSpPr txBox="1"/>
          <p:nvPr>
            <p:ph idx="4294967295" type="subTitle"/>
          </p:nvPr>
        </p:nvSpPr>
        <p:spPr>
          <a:xfrm>
            <a:off x="684850" y="3858552"/>
            <a:ext cx="1904700" cy="625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None/>
            </a:pPr>
            <a:r>
              <a:rPr b="0" i="0" lang="en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Saturn is composed of hydrogen and helium</a:t>
            </a:r>
            <a:endParaRPr b="0" i="0" sz="1400" u="none" cap="none" strike="noStrike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681" name="Google Shape;681;p21"/>
          <p:cNvSpPr txBox="1"/>
          <p:nvPr>
            <p:ph idx="4294967295" type="subTitle"/>
          </p:nvPr>
        </p:nvSpPr>
        <p:spPr>
          <a:xfrm>
            <a:off x="4616832" y="3858552"/>
            <a:ext cx="1904700" cy="62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None/>
            </a:pPr>
            <a:r>
              <a:rPr b="0" i="0" lang="en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Jupiter is the biggest planet of them all</a:t>
            </a:r>
            <a:endParaRPr b="0" i="0" sz="1400" u="none" cap="none" strike="noStrike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682" name="Google Shape;682;p21"/>
          <p:cNvSpPr txBox="1"/>
          <p:nvPr>
            <p:ph idx="4294967295" type="subTitle"/>
          </p:nvPr>
        </p:nvSpPr>
        <p:spPr>
          <a:xfrm>
            <a:off x="6582823" y="3858552"/>
            <a:ext cx="1904700" cy="62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None/>
            </a:pPr>
            <a:r>
              <a:rPr b="0" i="0" lang="en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Venus is the second planet from the Sun </a:t>
            </a:r>
            <a:endParaRPr b="0" i="0" sz="1400" u="none" cap="none" strike="noStrike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683" name="Google Shape;683;p21"/>
          <p:cNvSpPr txBox="1"/>
          <p:nvPr>
            <p:ph idx="4294967295" type="subTitle"/>
          </p:nvPr>
        </p:nvSpPr>
        <p:spPr>
          <a:xfrm>
            <a:off x="2650841" y="3858552"/>
            <a:ext cx="1904700" cy="62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None/>
            </a:pPr>
            <a:r>
              <a:rPr b="0" i="0" lang="en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Mercury is the smallest planet </a:t>
            </a:r>
            <a:endParaRPr b="0" i="0" sz="1400" u="none" cap="none" strike="noStrike">
              <a:solidFill>
                <a:srgbClr val="434343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684" name="Google Shape;684;p21"/>
          <p:cNvSpPr txBox="1"/>
          <p:nvPr>
            <p:ph idx="4294967295" type="title"/>
          </p:nvPr>
        </p:nvSpPr>
        <p:spPr>
          <a:xfrm>
            <a:off x="1100800" y="3171874"/>
            <a:ext cx="1072800" cy="68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>
                <a:solidFill>
                  <a:schemeClr val="dk1"/>
                </a:solidFill>
              </a:rPr>
              <a:t>2008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85" name="Google Shape;685;p21"/>
          <p:cNvSpPr txBox="1"/>
          <p:nvPr>
            <p:ph idx="4294967295" type="title"/>
          </p:nvPr>
        </p:nvSpPr>
        <p:spPr>
          <a:xfrm>
            <a:off x="3066791" y="3171874"/>
            <a:ext cx="1072800" cy="68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>
                <a:solidFill>
                  <a:schemeClr val="dk1"/>
                </a:solidFill>
              </a:rPr>
              <a:t>2010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86" name="Google Shape;686;p21"/>
          <p:cNvSpPr txBox="1"/>
          <p:nvPr>
            <p:ph idx="4294967295" type="title"/>
          </p:nvPr>
        </p:nvSpPr>
        <p:spPr>
          <a:xfrm>
            <a:off x="5032783" y="3171874"/>
            <a:ext cx="1072800" cy="68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>
                <a:solidFill>
                  <a:schemeClr val="dk1"/>
                </a:solidFill>
              </a:rPr>
              <a:t>2017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87" name="Google Shape;687;p21"/>
          <p:cNvSpPr txBox="1"/>
          <p:nvPr>
            <p:ph idx="4294967295" type="title"/>
          </p:nvPr>
        </p:nvSpPr>
        <p:spPr>
          <a:xfrm>
            <a:off x="6998774" y="3171874"/>
            <a:ext cx="1072800" cy="68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>
                <a:solidFill>
                  <a:schemeClr val="dk1"/>
                </a:solidFill>
              </a:rPr>
              <a:t>2020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688" name="Google Shape;688;p21"/>
          <p:cNvGrpSpPr/>
          <p:nvPr/>
        </p:nvGrpSpPr>
        <p:grpSpPr>
          <a:xfrm>
            <a:off x="1330325" y="2238121"/>
            <a:ext cx="6483425" cy="878953"/>
            <a:chOff x="1330325" y="2238121"/>
            <a:chExt cx="6483425" cy="878953"/>
          </a:xfrm>
        </p:grpSpPr>
        <p:cxnSp>
          <p:nvCxnSpPr>
            <p:cNvPr id="689" name="Google Shape;689;p21"/>
            <p:cNvCxnSpPr/>
            <p:nvPr/>
          </p:nvCxnSpPr>
          <p:spPr>
            <a:xfrm>
              <a:off x="1876775" y="2589745"/>
              <a:ext cx="1474500" cy="0"/>
            </a:xfrm>
            <a:prstGeom prst="straightConnector1">
              <a:avLst/>
            </a:prstGeom>
            <a:noFill/>
            <a:ln cap="flat" cmpd="sng" w="38100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</p:cxnSp>
        <p:cxnSp>
          <p:nvCxnSpPr>
            <p:cNvPr id="690" name="Google Shape;690;p21"/>
            <p:cNvCxnSpPr/>
            <p:nvPr/>
          </p:nvCxnSpPr>
          <p:spPr>
            <a:xfrm>
              <a:off x="3824100" y="2589745"/>
              <a:ext cx="1474500" cy="0"/>
            </a:xfrm>
            <a:prstGeom prst="straightConnector1">
              <a:avLst/>
            </a:prstGeom>
            <a:noFill/>
            <a:ln cap="flat" cmpd="sng" w="38100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</p:cxnSp>
        <p:cxnSp>
          <p:nvCxnSpPr>
            <p:cNvPr id="691" name="Google Shape;691;p21"/>
            <p:cNvCxnSpPr/>
            <p:nvPr/>
          </p:nvCxnSpPr>
          <p:spPr>
            <a:xfrm>
              <a:off x="5792600" y="2589745"/>
              <a:ext cx="1474500" cy="0"/>
            </a:xfrm>
            <a:prstGeom prst="straightConnector1">
              <a:avLst/>
            </a:prstGeom>
            <a:noFill/>
            <a:ln cap="flat" cmpd="sng" w="38100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</p:cxnSp>
        <p:grpSp>
          <p:nvGrpSpPr>
            <p:cNvPr id="692" name="Google Shape;692;p21"/>
            <p:cNvGrpSpPr/>
            <p:nvPr/>
          </p:nvGrpSpPr>
          <p:grpSpPr>
            <a:xfrm>
              <a:off x="1330325" y="2238121"/>
              <a:ext cx="6483425" cy="878953"/>
              <a:chOff x="1330325" y="2226475"/>
              <a:chExt cx="6483425" cy="878953"/>
            </a:xfrm>
          </p:grpSpPr>
          <p:sp>
            <p:nvSpPr>
              <p:cNvPr id="693" name="Google Shape;693;p21"/>
              <p:cNvSpPr/>
              <p:nvPr/>
            </p:nvSpPr>
            <p:spPr>
              <a:xfrm flipH="1">
                <a:off x="1330325" y="2226475"/>
                <a:ext cx="597291" cy="878953"/>
              </a:xfrm>
              <a:custGeom>
                <a:rect b="b" l="l" r="r" t="t"/>
                <a:pathLst>
                  <a:path extrusionOk="0" h="195758" w="133027">
                    <a:moveTo>
                      <a:pt x="65846" y="26249"/>
                    </a:moveTo>
                    <a:cubicBezTo>
                      <a:pt x="87201" y="26249"/>
                      <a:pt x="104108" y="43156"/>
                      <a:pt x="104108" y="64511"/>
                    </a:cubicBezTo>
                    <a:cubicBezTo>
                      <a:pt x="104108" y="85422"/>
                      <a:pt x="87201" y="102328"/>
                      <a:pt x="65846" y="102328"/>
                    </a:cubicBezTo>
                    <a:cubicBezTo>
                      <a:pt x="44936" y="102328"/>
                      <a:pt x="28029" y="85422"/>
                      <a:pt x="28029" y="64511"/>
                    </a:cubicBezTo>
                    <a:cubicBezTo>
                      <a:pt x="28029" y="43156"/>
                      <a:pt x="44936" y="26249"/>
                      <a:pt x="65846" y="26249"/>
                    </a:cubicBezTo>
                    <a:close/>
                    <a:moveTo>
                      <a:pt x="66291" y="0"/>
                    </a:moveTo>
                    <a:cubicBezTo>
                      <a:pt x="29809" y="0"/>
                      <a:pt x="0" y="29809"/>
                      <a:pt x="0" y="66291"/>
                    </a:cubicBezTo>
                    <a:cubicBezTo>
                      <a:pt x="0" y="84977"/>
                      <a:pt x="18241" y="118345"/>
                      <a:pt x="18241" y="118345"/>
                    </a:cubicBezTo>
                    <a:lnTo>
                      <a:pt x="64066" y="195758"/>
                    </a:lnTo>
                    <a:lnTo>
                      <a:pt x="111671" y="119234"/>
                    </a:lnTo>
                    <a:cubicBezTo>
                      <a:pt x="111671" y="119234"/>
                      <a:pt x="133027" y="87201"/>
                      <a:pt x="133027" y="66291"/>
                    </a:cubicBezTo>
                    <a:cubicBezTo>
                      <a:pt x="133027" y="29809"/>
                      <a:pt x="103218" y="0"/>
                      <a:pt x="662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" name="Google Shape;694;p21"/>
              <p:cNvSpPr/>
              <p:nvPr/>
            </p:nvSpPr>
            <p:spPr>
              <a:xfrm flipH="1">
                <a:off x="3292370" y="2226475"/>
                <a:ext cx="597291" cy="878953"/>
              </a:xfrm>
              <a:custGeom>
                <a:rect b="b" l="l" r="r" t="t"/>
                <a:pathLst>
                  <a:path extrusionOk="0" h="195758" w="133027">
                    <a:moveTo>
                      <a:pt x="65846" y="26249"/>
                    </a:moveTo>
                    <a:cubicBezTo>
                      <a:pt x="87201" y="26249"/>
                      <a:pt x="104108" y="43156"/>
                      <a:pt x="104108" y="64511"/>
                    </a:cubicBezTo>
                    <a:cubicBezTo>
                      <a:pt x="104108" y="85422"/>
                      <a:pt x="87201" y="102328"/>
                      <a:pt x="65846" y="102328"/>
                    </a:cubicBezTo>
                    <a:cubicBezTo>
                      <a:pt x="44936" y="102328"/>
                      <a:pt x="28029" y="85422"/>
                      <a:pt x="28029" y="64511"/>
                    </a:cubicBezTo>
                    <a:cubicBezTo>
                      <a:pt x="28029" y="43156"/>
                      <a:pt x="44936" y="26249"/>
                      <a:pt x="65846" y="26249"/>
                    </a:cubicBezTo>
                    <a:close/>
                    <a:moveTo>
                      <a:pt x="66291" y="0"/>
                    </a:moveTo>
                    <a:cubicBezTo>
                      <a:pt x="29809" y="0"/>
                      <a:pt x="0" y="29809"/>
                      <a:pt x="0" y="66291"/>
                    </a:cubicBezTo>
                    <a:cubicBezTo>
                      <a:pt x="0" y="84977"/>
                      <a:pt x="18241" y="118345"/>
                      <a:pt x="18241" y="118345"/>
                    </a:cubicBezTo>
                    <a:lnTo>
                      <a:pt x="64066" y="195758"/>
                    </a:lnTo>
                    <a:lnTo>
                      <a:pt x="111671" y="119234"/>
                    </a:lnTo>
                    <a:cubicBezTo>
                      <a:pt x="111671" y="119234"/>
                      <a:pt x="133027" y="87201"/>
                      <a:pt x="133027" y="66291"/>
                    </a:cubicBezTo>
                    <a:cubicBezTo>
                      <a:pt x="133027" y="29809"/>
                      <a:pt x="103218" y="0"/>
                      <a:pt x="662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" name="Google Shape;695;p21"/>
              <p:cNvSpPr/>
              <p:nvPr/>
            </p:nvSpPr>
            <p:spPr>
              <a:xfrm flipH="1">
                <a:off x="5254414" y="2226475"/>
                <a:ext cx="597291" cy="878953"/>
              </a:xfrm>
              <a:custGeom>
                <a:rect b="b" l="l" r="r" t="t"/>
                <a:pathLst>
                  <a:path extrusionOk="0" h="195758" w="133027">
                    <a:moveTo>
                      <a:pt x="65846" y="26249"/>
                    </a:moveTo>
                    <a:cubicBezTo>
                      <a:pt x="87201" y="26249"/>
                      <a:pt x="104108" y="43156"/>
                      <a:pt x="104108" y="64511"/>
                    </a:cubicBezTo>
                    <a:cubicBezTo>
                      <a:pt x="104108" y="85422"/>
                      <a:pt x="87201" y="102328"/>
                      <a:pt x="65846" y="102328"/>
                    </a:cubicBezTo>
                    <a:cubicBezTo>
                      <a:pt x="44936" y="102328"/>
                      <a:pt x="28029" y="85422"/>
                      <a:pt x="28029" y="64511"/>
                    </a:cubicBezTo>
                    <a:cubicBezTo>
                      <a:pt x="28029" y="43156"/>
                      <a:pt x="44936" y="26249"/>
                      <a:pt x="65846" y="26249"/>
                    </a:cubicBezTo>
                    <a:close/>
                    <a:moveTo>
                      <a:pt x="66291" y="0"/>
                    </a:moveTo>
                    <a:cubicBezTo>
                      <a:pt x="29809" y="0"/>
                      <a:pt x="0" y="29809"/>
                      <a:pt x="0" y="66291"/>
                    </a:cubicBezTo>
                    <a:cubicBezTo>
                      <a:pt x="0" y="84977"/>
                      <a:pt x="18241" y="118345"/>
                      <a:pt x="18241" y="118345"/>
                    </a:cubicBezTo>
                    <a:lnTo>
                      <a:pt x="64066" y="195758"/>
                    </a:lnTo>
                    <a:lnTo>
                      <a:pt x="111671" y="119234"/>
                    </a:lnTo>
                    <a:cubicBezTo>
                      <a:pt x="111671" y="119234"/>
                      <a:pt x="133027" y="87201"/>
                      <a:pt x="133027" y="66291"/>
                    </a:cubicBezTo>
                    <a:cubicBezTo>
                      <a:pt x="133027" y="29809"/>
                      <a:pt x="103218" y="0"/>
                      <a:pt x="662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" name="Google Shape;696;p21"/>
              <p:cNvSpPr/>
              <p:nvPr/>
            </p:nvSpPr>
            <p:spPr>
              <a:xfrm flipH="1">
                <a:off x="7216459" y="2226475"/>
                <a:ext cx="597291" cy="878953"/>
              </a:xfrm>
              <a:custGeom>
                <a:rect b="b" l="l" r="r" t="t"/>
                <a:pathLst>
                  <a:path extrusionOk="0" h="195758" w="133027">
                    <a:moveTo>
                      <a:pt x="65846" y="26249"/>
                    </a:moveTo>
                    <a:cubicBezTo>
                      <a:pt x="87201" y="26249"/>
                      <a:pt x="104108" y="43156"/>
                      <a:pt x="104108" y="64511"/>
                    </a:cubicBezTo>
                    <a:cubicBezTo>
                      <a:pt x="104108" y="85422"/>
                      <a:pt x="87201" y="102328"/>
                      <a:pt x="65846" y="102328"/>
                    </a:cubicBezTo>
                    <a:cubicBezTo>
                      <a:pt x="44936" y="102328"/>
                      <a:pt x="28029" y="85422"/>
                      <a:pt x="28029" y="64511"/>
                    </a:cubicBezTo>
                    <a:cubicBezTo>
                      <a:pt x="28029" y="43156"/>
                      <a:pt x="44936" y="26249"/>
                      <a:pt x="65846" y="26249"/>
                    </a:cubicBezTo>
                    <a:close/>
                    <a:moveTo>
                      <a:pt x="66291" y="0"/>
                    </a:moveTo>
                    <a:cubicBezTo>
                      <a:pt x="29809" y="0"/>
                      <a:pt x="0" y="29809"/>
                      <a:pt x="0" y="66291"/>
                    </a:cubicBezTo>
                    <a:cubicBezTo>
                      <a:pt x="0" y="84977"/>
                      <a:pt x="18241" y="118345"/>
                      <a:pt x="18241" y="118345"/>
                    </a:cubicBezTo>
                    <a:lnTo>
                      <a:pt x="64066" y="195758"/>
                    </a:lnTo>
                    <a:lnTo>
                      <a:pt x="111671" y="119234"/>
                    </a:lnTo>
                    <a:cubicBezTo>
                      <a:pt x="111671" y="119234"/>
                      <a:pt x="133027" y="87201"/>
                      <a:pt x="133027" y="66291"/>
                    </a:cubicBezTo>
                    <a:cubicBezTo>
                      <a:pt x="133027" y="29809"/>
                      <a:pt x="103218" y="0"/>
                      <a:pt x="662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0" name="Shape 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" name="Google Shape;701;p22"/>
          <p:cNvSpPr/>
          <p:nvPr/>
        </p:nvSpPr>
        <p:spPr>
          <a:xfrm rot="10800000">
            <a:off x="1742200" y="3202889"/>
            <a:ext cx="2376900" cy="572700"/>
          </a:xfrm>
          <a:prstGeom prst="homePlate">
            <a:avLst>
              <a:gd fmla="val 50000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2"/>
          <p:cNvSpPr/>
          <p:nvPr/>
        </p:nvSpPr>
        <p:spPr>
          <a:xfrm>
            <a:off x="5017900" y="1746226"/>
            <a:ext cx="2376900" cy="572700"/>
          </a:xfrm>
          <a:prstGeom prst="homePlate">
            <a:avLst>
              <a:gd fmla="val 50000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2"/>
          <p:cNvSpPr/>
          <p:nvPr/>
        </p:nvSpPr>
        <p:spPr>
          <a:xfrm>
            <a:off x="5017900" y="3202976"/>
            <a:ext cx="2376900" cy="572700"/>
          </a:xfrm>
          <a:prstGeom prst="homePlate">
            <a:avLst>
              <a:gd fmla="val 50000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2"/>
          <p:cNvSpPr/>
          <p:nvPr/>
        </p:nvSpPr>
        <p:spPr>
          <a:xfrm rot="10800000">
            <a:off x="1742200" y="1746351"/>
            <a:ext cx="2376900" cy="572700"/>
          </a:xfrm>
          <a:prstGeom prst="homePlate">
            <a:avLst>
              <a:gd fmla="val 50000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2"/>
          <p:cNvSpPr txBox="1"/>
          <p:nvPr>
            <p:ph type="title"/>
          </p:nvPr>
        </p:nvSpPr>
        <p:spPr>
          <a:xfrm>
            <a:off x="713225" y="48717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DO YOU PREFER THE BEACH...</a:t>
            </a:r>
            <a:endParaRPr/>
          </a:p>
        </p:txBody>
      </p:sp>
      <p:sp>
        <p:nvSpPr>
          <p:cNvPr id="706" name="Google Shape;706;p22"/>
          <p:cNvSpPr txBox="1"/>
          <p:nvPr>
            <p:ph idx="2" type="title"/>
          </p:nvPr>
        </p:nvSpPr>
        <p:spPr>
          <a:xfrm>
            <a:off x="2151775" y="1849850"/>
            <a:ext cx="19743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18287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707" name="Google Shape;707;p22"/>
          <p:cNvSpPr txBox="1"/>
          <p:nvPr>
            <p:ph idx="1" type="subTitle"/>
          </p:nvPr>
        </p:nvSpPr>
        <p:spPr>
          <a:xfrm>
            <a:off x="2204075" y="2400686"/>
            <a:ext cx="19221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708" name="Google Shape;708;p22"/>
          <p:cNvSpPr txBox="1"/>
          <p:nvPr>
            <p:ph idx="3" type="title"/>
          </p:nvPr>
        </p:nvSpPr>
        <p:spPr>
          <a:xfrm>
            <a:off x="2151775" y="3306475"/>
            <a:ext cx="19743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18287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709" name="Google Shape;709;p22"/>
          <p:cNvSpPr txBox="1"/>
          <p:nvPr>
            <p:ph idx="4" type="subTitle"/>
          </p:nvPr>
        </p:nvSpPr>
        <p:spPr>
          <a:xfrm>
            <a:off x="2204075" y="3857361"/>
            <a:ext cx="19221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</a:t>
            </a:r>
            <a:endParaRPr/>
          </a:p>
        </p:txBody>
      </p:sp>
      <p:sp>
        <p:nvSpPr>
          <p:cNvPr id="710" name="Google Shape;710;p22"/>
          <p:cNvSpPr txBox="1"/>
          <p:nvPr>
            <p:ph idx="5" type="title"/>
          </p:nvPr>
        </p:nvSpPr>
        <p:spPr>
          <a:xfrm>
            <a:off x="5017900" y="1849850"/>
            <a:ext cx="19743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1828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711" name="Google Shape;711;p22"/>
          <p:cNvSpPr txBox="1"/>
          <p:nvPr>
            <p:ph idx="6" type="subTitle"/>
          </p:nvPr>
        </p:nvSpPr>
        <p:spPr>
          <a:xfrm>
            <a:off x="5017900" y="2400686"/>
            <a:ext cx="19221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712" name="Google Shape;712;p22"/>
          <p:cNvSpPr txBox="1"/>
          <p:nvPr>
            <p:ph idx="7" type="title"/>
          </p:nvPr>
        </p:nvSpPr>
        <p:spPr>
          <a:xfrm>
            <a:off x="5017900" y="3306475"/>
            <a:ext cx="19743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1828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713" name="Google Shape;713;p22"/>
          <p:cNvSpPr txBox="1"/>
          <p:nvPr>
            <p:ph idx="8" type="subTitle"/>
          </p:nvPr>
        </p:nvSpPr>
        <p:spPr>
          <a:xfrm>
            <a:off x="5017900" y="3857361"/>
            <a:ext cx="19221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Jupiter is the biggest planet of them all</a:t>
            </a:r>
            <a:endParaRPr/>
          </a:p>
        </p:txBody>
      </p:sp>
      <p:grpSp>
        <p:nvGrpSpPr>
          <p:cNvPr id="714" name="Google Shape;714;p22"/>
          <p:cNvGrpSpPr/>
          <p:nvPr/>
        </p:nvGrpSpPr>
        <p:grpSpPr>
          <a:xfrm>
            <a:off x="6479275" y="3328156"/>
            <a:ext cx="436734" cy="322338"/>
            <a:chOff x="4029671" y="3455475"/>
            <a:chExt cx="399208" cy="294669"/>
          </a:xfrm>
        </p:grpSpPr>
        <p:sp>
          <p:nvSpPr>
            <p:cNvPr id="715" name="Google Shape;715;p22"/>
            <p:cNvSpPr/>
            <p:nvPr/>
          </p:nvSpPr>
          <p:spPr>
            <a:xfrm>
              <a:off x="4029671" y="3521480"/>
              <a:ext cx="399208" cy="228664"/>
            </a:xfrm>
            <a:custGeom>
              <a:rect b="b" l="l" r="r" t="t"/>
              <a:pathLst>
                <a:path extrusionOk="0" h="10355" w="18076">
                  <a:moveTo>
                    <a:pt x="9856" y="1"/>
                  </a:moveTo>
                  <a:lnTo>
                    <a:pt x="10852" y="2100"/>
                  </a:lnTo>
                  <a:cubicBezTo>
                    <a:pt x="10995" y="2384"/>
                    <a:pt x="10852" y="2705"/>
                    <a:pt x="10603" y="2811"/>
                  </a:cubicBezTo>
                  <a:cubicBezTo>
                    <a:pt x="10553" y="2837"/>
                    <a:pt x="10502" y="2862"/>
                    <a:pt x="10452" y="2862"/>
                  </a:cubicBezTo>
                  <a:cubicBezTo>
                    <a:pt x="10431" y="2862"/>
                    <a:pt x="10410" y="2857"/>
                    <a:pt x="10390" y="2847"/>
                  </a:cubicBezTo>
                  <a:cubicBezTo>
                    <a:pt x="10367" y="2851"/>
                    <a:pt x="10345" y="2853"/>
                    <a:pt x="10324" y="2853"/>
                  </a:cubicBezTo>
                  <a:cubicBezTo>
                    <a:pt x="10140" y="2853"/>
                    <a:pt x="9987" y="2722"/>
                    <a:pt x="9892" y="2562"/>
                  </a:cubicBezTo>
                  <a:lnTo>
                    <a:pt x="9002" y="748"/>
                  </a:lnTo>
                  <a:lnTo>
                    <a:pt x="8112" y="2562"/>
                  </a:lnTo>
                  <a:cubicBezTo>
                    <a:pt x="8006" y="2740"/>
                    <a:pt x="7844" y="2815"/>
                    <a:pt x="7683" y="2815"/>
                  </a:cubicBezTo>
                  <a:cubicBezTo>
                    <a:pt x="7361" y="2815"/>
                    <a:pt x="7045" y="2515"/>
                    <a:pt x="7187" y="2135"/>
                  </a:cubicBezTo>
                  <a:lnTo>
                    <a:pt x="8184" y="36"/>
                  </a:lnTo>
                  <a:lnTo>
                    <a:pt x="3345" y="36"/>
                  </a:lnTo>
                  <a:lnTo>
                    <a:pt x="3345" y="1495"/>
                  </a:lnTo>
                  <a:cubicBezTo>
                    <a:pt x="3345" y="2634"/>
                    <a:pt x="2633" y="3630"/>
                    <a:pt x="1601" y="3986"/>
                  </a:cubicBezTo>
                  <a:lnTo>
                    <a:pt x="178" y="4519"/>
                  </a:lnTo>
                  <a:cubicBezTo>
                    <a:pt x="107" y="4519"/>
                    <a:pt x="36" y="4555"/>
                    <a:pt x="0" y="4555"/>
                  </a:cubicBezTo>
                  <a:lnTo>
                    <a:pt x="0" y="9679"/>
                  </a:lnTo>
                  <a:cubicBezTo>
                    <a:pt x="0" y="10070"/>
                    <a:pt x="320" y="10355"/>
                    <a:pt x="712" y="10355"/>
                  </a:cubicBezTo>
                  <a:lnTo>
                    <a:pt x="6262" y="10355"/>
                  </a:lnTo>
                  <a:cubicBezTo>
                    <a:pt x="6547" y="10355"/>
                    <a:pt x="6760" y="10212"/>
                    <a:pt x="6903" y="9999"/>
                  </a:cubicBezTo>
                  <a:lnTo>
                    <a:pt x="9038" y="6014"/>
                  </a:lnTo>
                  <a:lnTo>
                    <a:pt x="11172" y="9999"/>
                  </a:lnTo>
                  <a:cubicBezTo>
                    <a:pt x="11279" y="10212"/>
                    <a:pt x="11528" y="10355"/>
                    <a:pt x="11777" y="10355"/>
                  </a:cubicBezTo>
                  <a:lnTo>
                    <a:pt x="17363" y="10355"/>
                  </a:lnTo>
                  <a:cubicBezTo>
                    <a:pt x="17755" y="10355"/>
                    <a:pt x="18075" y="10070"/>
                    <a:pt x="18075" y="9679"/>
                  </a:cubicBezTo>
                  <a:lnTo>
                    <a:pt x="18075" y="4519"/>
                  </a:lnTo>
                  <a:cubicBezTo>
                    <a:pt x="18004" y="4519"/>
                    <a:pt x="17933" y="4519"/>
                    <a:pt x="17897" y="4484"/>
                  </a:cubicBezTo>
                  <a:lnTo>
                    <a:pt x="16474" y="3986"/>
                  </a:lnTo>
                  <a:cubicBezTo>
                    <a:pt x="15407" y="3594"/>
                    <a:pt x="14695" y="2598"/>
                    <a:pt x="14695" y="1495"/>
                  </a:cubicBezTo>
                  <a:lnTo>
                    <a:pt x="1469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22"/>
            <p:cNvSpPr/>
            <p:nvPr/>
          </p:nvSpPr>
          <p:spPr>
            <a:xfrm>
              <a:off x="4029671" y="3455475"/>
              <a:ext cx="399208" cy="142233"/>
            </a:xfrm>
            <a:custGeom>
              <a:rect b="b" l="l" r="r" t="t"/>
              <a:pathLst>
                <a:path extrusionOk="0" h="6441" w="18076">
                  <a:moveTo>
                    <a:pt x="676" y="1"/>
                  </a:moveTo>
                  <a:cubicBezTo>
                    <a:pt x="285" y="1"/>
                    <a:pt x="0" y="321"/>
                    <a:pt x="0" y="712"/>
                  </a:cubicBezTo>
                  <a:lnTo>
                    <a:pt x="0" y="6441"/>
                  </a:lnTo>
                  <a:lnTo>
                    <a:pt x="1245" y="5978"/>
                  </a:lnTo>
                  <a:cubicBezTo>
                    <a:pt x="1850" y="5765"/>
                    <a:pt x="2277" y="5160"/>
                    <a:pt x="2277" y="4484"/>
                  </a:cubicBezTo>
                  <a:lnTo>
                    <a:pt x="2277" y="2990"/>
                  </a:lnTo>
                  <a:lnTo>
                    <a:pt x="36" y="2990"/>
                  </a:lnTo>
                  <a:lnTo>
                    <a:pt x="36" y="1958"/>
                  </a:lnTo>
                  <a:lnTo>
                    <a:pt x="18040" y="1958"/>
                  </a:lnTo>
                  <a:lnTo>
                    <a:pt x="18040" y="2990"/>
                  </a:lnTo>
                  <a:lnTo>
                    <a:pt x="15762" y="2990"/>
                  </a:lnTo>
                  <a:lnTo>
                    <a:pt x="15762" y="4484"/>
                  </a:lnTo>
                  <a:cubicBezTo>
                    <a:pt x="15762" y="5160"/>
                    <a:pt x="16189" y="5729"/>
                    <a:pt x="16830" y="5978"/>
                  </a:cubicBezTo>
                  <a:lnTo>
                    <a:pt x="18075" y="6405"/>
                  </a:lnTo>
                  <a:lnTo>
                    <a:pt x="18075" y="712"/>
                  </a:lnTo>
                  <a:cubicBezTo>
                    <a:pt x="18075" y="321"/>
                    <a:pt x="17755" y="1"/>
                    <a:pt x="17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7" name="Google Shape;717;p22"/>
          <p:cNvGrpSpPr/>
          <p:nvPr/>
        </p:nvGrpSpPr>
        <p:grpSpPr>
          <a:xfrm>
            <a:off x="2227983" y="3280948"/>
            <a:ext cx="419120" cy="416567"/>
            <a:chOff x="2746444" y="3403626"/>
            <a:chExt cx="401572" cy="399163"/>
          </a:xfrm>
        </p:grpSpPr>
        <p:sp>
          <p:nvSpPr>
            <p:cNvPr id="718" name="Google Shape;718;p22"/>
            <p:cNvSpPr/>
            <p:nvPr/>
          </p:nvSpPr>
          <p:spPr>
            <a:xfrm>
              <a:off x="2813229" y="3420121"/>
              <a:ext cx="334787" cy="382668"/>
            </a:xfrm>
            <a:custGeom>
              <a:rect b="b" l="l" r="r" t="t"/>
              <a:pathLst>
                <a:path extrusionOk="0" h="17329" w="15159">
                  <a:moveTo>
                    <a:pt x="15158" y="1"/>
                  </a:moveTo>
                  <a:lnTo>
                    <a:pt x="1282" y="13877"/>
                  </a:lnTo>
                  <a:cubicBezTo>
                    <a:pt x="1282" y="14055"/>
                    <a:pt x="1246" y="14269"/>
                    <a:pt x="1175" y="14411"/>
                  </a:cubicBezTo>
                  <a:lnTo>
                    <a:pt x="214" y="16510"/>
                  </a:lnTo>
                  <a:cubicBezTo>
                    <a:pt x="1" y="16866"/>
                    <a:pt x="250" y="17328"/>
                    <a:pt x="677" y="17328"/>
                  </a:cubicBezTo>
                  <a:cubicBezTo>
                    <a:pt x="748" y="17328"/>
                    <a:pt x="784" y="17328"/>
                    <a:pt x="855" y="17293"/>
                  </a:cubicBezTo>
                  <a:lnTo>
                    <a:pt x="890" y="17293"/>
                  </a:lnTo>
                  <a:cubicBezTo>
                    <a:pt x="5480" y="16048"/>
                    <a:pt x="9394" y="13130"/>
                    <a:pt x="11920" y="9074"/>
                  </a:cubicBezTo>
                  <a:cubicBezTo>
                    <a:pt x="13628" y="6334"/>
                    <a:pt x="14731" y="3239"/>
                    <a:pt x="151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22"/>
            <p:cNvSpPr/>
            <p:nvPr/>
          </p:nvSpPr>
          <p:spPr>
            <a:xfrm>
              <a:off x="2746444" y="3403626"/>
              <a:ext cx="385074" cy="330796"/>
            </a:xfrm>
            <a:custGeom>
              <a:rect b="b" l="l" r="r" t="t"/>
              <a:pathLst>
                <a:path extrusionOk="0" h="14980" w="17436">
                  <a:moveTo>
                    <a:pt x="17435" y="0"/>
                  </a:moveTo>
                  <a:lnTo>
                    <a:pt x="17435" y="0"/>
                  </a:lnTo>
                  <a:cubicBezTo>
                    <a:pt x="14197" y="392"/>
                    <a:pt x="11102" y="1459"/>
                    <a:pt x="8362" y="3203"/>
                  </a:cubicBezTo>
                  <a:cubicBezTo>
                    <a:pt x="4306" y="5729"/>
                    <a:pt x="1353" y="9678"/>
                    <a:pt x="107" y="14268"/>
                  </a:cubicBezTo>
                  <a:cubicBezTo>
                    <a:pt x="0" y="14624"/>
                    <a:pt x="250" y="14980"/>
                    <a:pt x="605" y="14980"/>
                  </a:cubicBezTo>
                  <a:cubicBezTo>
                    <a:pt x="712" y="14980"/>
                    <a:pt x="819" y="14944"/>
                    <a:pt x="926" y="14909"/>
                  </a:cubicBezTo>
                  <a:lnTo>
                    <a:pt x="2989" y="13948"/>
                  </a:lnTo>
                  <a:cubicBezTo>
                    <a:pt x="3132" y="13877"/>
                    <a:pt x="3309" y="13841"/>
                    <a:pt x="3487" y="13841"/>
                  </a:cubicBezTo>
                  <a:lnTo>
                    <a:pt x="3559" y="13841"/>
                  </a:lnTo>
                  <a:lnTo>
                    <a:pt x="174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20" name="Google Shape;720;p22"/>
          <p:cNvSpPr/>
          <p:nvPr/>
        </p:nvSpPr>
        <p:spPr>
          <a:xfrm>
            <a:off x="6423624" y="1873519"/>
            <a:ext cx="492390" cy="318352"/>
          </a:xfrm>
          <a:custGeom>
            <a:rect b="b" l="l" r="r" t="t"/>
            <a:pathLst>
              <a:path extrusionOk="0" h="11688" w="18076">
                <a:moveTo>
                  <a:pt x="9501" y="6172"/>
                </a:moveTo>
                <a:lnTo>
                  <a:pt x="9501" y="7275"/>
                </a:lnTo>
                <a:lnTo>
                  <a:pt x="8540" y="7275"/>
                </a:lnTo>
                <a:lnTo>
                  <a:pt x="8540" y="6172"/>
                </a:lnTo>
                <a:close/>
                <a:moveTo>
                  <a:pt x="4907" y="0"/>
                </a:moveTo>
                <a:cubicBezTo>
                  <a:pt x="4302" y="0"/>
                  <a:pt x="3688" y="270"/>
                  <a:pt x="3274" y="871"/>
                </a:cubicBezTo>
                <a:lnTo>
                  <a:pt x="641" y="4678"/>
                </a:lnTo>
                <a:cubicBezTo>
                  <a:pt x="250" y="4891"/>
                  <a:pt x="1" y="5318"/>
                  <a:pt x="1" y="5781"/>
                </a:cubicBezTo>
                <a:lnTo>
                  <a:pt x="1" y="8663"/>
                </a:lnTo>
                <a:cubicBezTo>
                  <a:pt x="1" y="10335"/>
                  <a:pt x="1353" y="11687"/>
                  <a:pt x="2990" y="11687"/>
                </a:cubicBezTo>
                <a:lnTo>
                  <a:pt x="4484" y="11687"/>
                </a:lnTo>
                <a:cubicBezTo>
                  <a:pt x="6441" y="11687"/>
                  <a:pt x="8149" y="10264"/>
                  <a:pt x="8505" y="8343"/>
                </a:cubicBezTo>
                <a:lnTo>
                  <a:pt x="9608" y="8343"/>
                </a:lnTo>
                <a:cubicBezTo>
                  <a:pt x="9964" y="10264"/>
                  <a:pt x="11636" y="11687"/>
                  <a:pt x="13593" y="11687"/>
                </a:cubicBezTo>
                <a:lnTo>
                  <a:pt x="15087" y="11687"/>
                </a:lnTo>
                <a:cubicBezTo>
                  <a:pt x="16760" y="11687"/>
                  <a:pt x="18076" y="10335"/>
                  <a:pt x="18076" y="8663"/>
                </a:cubicBezTo>
                <a:lnTo>
                  <a:pt x="18076" y="5781"/>
                </a:lnTo>
                <a:cubicBezTo>
                  <a:pt x="18076" y="5318"/>
                  <a:pt x="17827" y="4891"/>
                  <a:pt x="17436" y="4678"/>
                </a:cubicBezTo>
                <a:lnTo>
                  <a:pt x="14803" y="871"/>
                </a:lnTo>
                <a:cubicBezTo>
                  <a:pt x="14392" y="275"/>
                  <a:pt x="13785" y="9"/>
                  <a:pt x="13184" y="9"/>
                </a:cubicBezTo>
                <a:cubicBezTo>
                  <a:pt x="12170" y="9"/>
                  <a:pt x="11173" y="767"/>
                  <a:pt x="11173" y="1974"/>
                </a:cubicBezTo>
                <a:cubicBezTo>
                  <a:pt x="11173" y="2329"/>
                  <a:pt x="11440" y="2507"/>
                  <a:pt x="11707" y="2507"/>
                </a:cubicBezTo>
                <a:cubicBezTo>
                  <a:pt x="11974" y="2507"/>
                  <a:pt x="12241" y="2329"/>
                  <a:pt x="12241" y="1974"/>
                </a:cubicBezTo>
                <a:cubicBezTo>
                  <a:pt x="12241" y="1418"/>
                  <a:pt x="12699" y="1070"/>
                  <a:pt x="13165" y="1070"/>
                </a:cubicBezTo>
                <a:cubicBezTo>
                  <a:pt x="13444" y="1070"/>
                  <a:pt x="13726" y="1195"/>
                  <a:pt x="13913" y="1476"/>
                </a:cubicBezTo>
                <a:lnTo>
                  <a:pt x="16048" y="4535"/>
                </a:lnTo>
                <a:lnTo>
                  <a:pt x="10782" y="4535"/>
                </a:lnTo>
                <a:cubicBezTo>
                  <a:pt x="10355" y="4535"/>
                  <a:pt x="9964" y="4749"/>
                  <a:pt x="9715" y="5140"/>
                </a:cubicBezTo>
                <a:lnTo>
                  <a:pt x="8362" y="5140"/>
                </a:lnTo>
                <a:cubicBezTo>
                  <a:pt x="8149" y="4749"/>
                  <a:pt x="7722" y="4535"/>
                  <a:pt x="7331" y="4535"/>
                </a:cubicBezTo>
                <a:lnTo>
                  <a:pt x="2029" y="4535"/>
                </a:lnTo>
                <a:lnTo>
                  <a:pt x="4164" y="1476"/>
                </a:lnTo>
                <a:cubicBezTo>
                  <a:pt x="4350" y="1183"/>
                  <a:pt x="4630" y="1055"/>
                  <a:pt x="4909" y="1055"/>
                </a:cubicBezTo>
                <a:cubicBezTo>
                  <a:pt x="5375" y="1055"/>
                  <a:pt x="5836" y="1416"/>
                  <a:pt x="5836" y="1974"/>
                </a:cubicBezTo>
                <a:cubicBezTo>
                  <a:pt x="5836" y="2329"/>
                  <a:pt x="6103" y="2507"/>
                  <a:pt x="6370" y="2507"/>
                </a:cubicBezTo>
                <a:cubicBezTo>
                  <a:pt x="6637" y="2507"/>
                  <a:pt x="6904" y="2329"/>
                  <a:pt x="6904" y="1974"/>
                </a:cubicBezTo>
                <a:cubicBezTo>
                  <a:pt x="6904" y="751"/>
                  <a:pt x="5917" y="0"/>
                  <a:pt x="4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21" name="Google Shape;721;p22"/>
          <p:cNvGrpSpPr/>
          <p:nvPr/>
        </p:nvGrpSpPr>
        <p:grpSpPr>
          <a:xfrm>
            <a:off x="2227979" y="1844829"/>
            <a:ext cx="403461" cy="375528"/>
            <a:chOff x="2102291" y="2777300"/>
            <a:chExt cx="402013" cy="374144"/>
          </a:xfrm>
        </p:grpSpPr>
        <p:sp>
          <p:nvSpPr>
            <p:cNvPr id="722" name="Google Shape;722;p22"/>
            <p:cNvSpPr/>
            <p:nvPr/>
          </p:nvSpPr>
          <p:spPr>
            <a:xfrm>
              <a:off x="2373980" y="2950272"/>
              <a:ext cx="120231" cy="67595"/>
            </a:xfrm>
            <a:custGeom>
              <a:rect b="b" l="l" r="r" t="t"/>
              <a:pathLst>
                <a:path extrusionOk="0" h="3061" w="5444">
                  <a:moveTo>
                    <a:pt x="0" y="0"/>
                  </a:moveTo>
                  <a:lnTo>
                    <a:pt x="0" y="3060"/>
                  </a:lnTo>
                  <a:lnTo>
                    <a:pt x="5053" y="3060"/>
                  </a:lnTo>
                  <a:cubicBezTo>
                    <a:pt x="5159" y="3060"/>
                    <a:pt x="5302" y="3025"/>
                    <a:pt x="5373" y="2918"/>
                  </a:cubicBezTo>
                  <a:cubicBezTo>
                    <a:pt x="5444" y="2811"/>
                    <a:pt x="5444" y="2669"/>
                    <a:pt x="5373" y="2562"/>
                  </a:cubicBezTo>
                  <a:lnTo>
                    <a:pt x="384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22"/>
            <p:cNvSpPr/>
            <p:nvPr/>
          </p:nvSpPr>
          <p:spPr>
            <a:xfrm>
              <a:off x="2373980" y="2808833"/>
              <a:ext cx="70738" cy="117898"/>
            </a:xfrm>
            <a:custGeom>
              <a:rect b="b" l="l" r="r" t="t"/>
              <a:pathLst>
                <a:path extrusionOk="0" h="5339" w="3203">
                  <a:moveTo>
                    <a:pt x="0" y="1"/>
                  </a:moveTo>
                  <a:lnTo>
                    <a:pt x="0" y="5338"/>
                  </a:lnTo>
                  <a:lnTo>
                    <a:pt x="3202" y="53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22"/>
            <p:cNvSpPr/>
            <p:nvPr/>
          </p:nvSpPr>
          <p:spPr>
            <a:xfrm>
              <a:off x="2102291" y="2777300"/>
              <a:ext cx="402013" cy="374144"/>
            </a:xfrm>
            <a:custGeom>
              <a:rect b="b" l="l" r="r" t="t"/>
              <a:pathLst>
                <a:path extrusionOk="0" h="16943" w="18203">
                  <a:moveTo>
                    <a:pt x="10908" y="0"/>
                  </a:moveTo>
                  <a:cubicBezTo>
                    <a:pt x="10887" y="0"/>
                    <a:pt x="10865" y="2"/>
                    <a:pt x="10843" y="6"/>
                  </a:cubicBezTo>
                  <a:cubicBezTo>
                    <a:pt x="8602" y="148"/>
                    <a:pt x="6467" y="1251"/>
                    <a:pt x="5044" y="2995"/>
                  </a:cubicBezTo>
                  <a:lnTo>
                    <a:pt x="10167" y="2995"/>
                  </a:lnTo>
                  <a:lnTo>
                    <a:pt x="10167" y="4062"/>
                  </a:lnTo>
                  <a:lnTo>
                    <a:pt x="4225" y="4062"/>
                  </a:lnTo>
                  <a:cubicBezTo>
                    <a:pt x="3620" y="4916"/>
                    <a:pt x="3122" y="5805"/>
                    <a:pt x="2766" y="6766"/>
                  </a:cubicBezTo>
                  <a:lnTo>
                    <a:pt x="10167" y="6766"/>
                  </a:lnTo>
                  <a:lnTo>
                    <a:pt x="10167" y="7833"/>
                  </a:lnTo>
                  <a:lnTo>
                    <a:pt x="2375" y="7833"/>
                  </a:lnTo>
                  <a:cubicBezTo>
                    <a:pt x="2090" y="8723"/>
                    <a:pt x="1913" y="9613"/>
                    <a:pt x="1841" y="10538"/>
                  </a:cubicBezTo>
                  <a:cubicBezTo>
                    <a:pt x="1841" y="10751"/>
                    <a:pt x="2019" y="10929"/>
                    <a:pt x="2197" y="10929"/>
                  </a:cubicBezTo>
                  <a:lnTo>
                    <a:pt x="10167" y="10929"/>
                  </a:lnTo>
                  <a:lnTo>
                    <a:pt x="10167" y="13242"/>
                  </a:lnTo>
                  <a:lnTo>
                    <a:pt x="454" y="13242"/>
                  </a:lnTo>
                  <a:cubicBezTo>
                    <a:pt x="441" y="13240"/>
                    <a:pt x="429" y="13239"/>
                    <a:pt x="418" y="13239"/>
                  </a:cubicBezTo>
                  <a:cubicBezTo>
                    <a:pt x="154" y="13239"/>
                    <a:pt x="0" y="13607"/>
                    <a:pt x="205" y="13811"/>
                  </a:cubicBezTo>
                  <a:lnTo>
                    <a:pt x="3193" y="16835"/>
                  </a:lnTo>
                  <a:cubicBezTo>
                    <a:pt x="3265" y="16907"/>
                    <a:pt x="3336" y="16942"/>
                    <a:pt x="3442" y="16942"/>
                  </a:cubicBezTo>
                  <a:lnTo>
                    <a:pt x="16287" y="16942"/>
                  </a:lnTo>
                  <a:cubicBezTo>
                    <a:pt x="16429" y="16942"/>
                    <a:pt x="16572" y="16871"/>
                    <a:pt x="16607" y="16764"/>
                  </a:cubicBezTo>
                  <a:lnTo>
                    <a:pt x="18102" y="13740"/>
                  </a:lnTo>
                  <a:cubicBezTo>
                    <a:pt x="18202" y="13505"/>
                    <a:pt x="18050" y="13239"/>
                    <a:pt x="17824" y="13239"/>
                  </a:cubicBezTo>
                  <a:cubicBezTo>
                    <a:pt x="17810" y="13239"/>
                    <a:pt x="17796" y="13240"/>
                    <a:pt x="17782" y="13242"/>
                  </a:cubicBezTo>
                  <a:lnTo>
                    <a:pt x="11235" y="13242"/>
                  </a:lnTo>
                  <a:lnTo>
                    <a:pt x="11235" y="326"/>
                  </a:lnTo>
                  <a:cubicBezTo>
                    <a:pt x="11235" y="135"/>
                    <a:pt x="11092" y="0"/>
                    <a:pt x="109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8" name="Shape 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Google Shape;729;p23"/>
          <p:cNvSpPr txBox="1"/>
          <p:nvPr>
            <p:ph idx="8" type="title"/>
          </p:nvPr>
        </p:nvSpPr>
        <p:spPr>
          <a:xfrm>
            <a:off x="713225" y="4866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...OR THE MOUNTAIN?</a:t>
            </a:r>
            <a:endParaRPr/>
          </a:p>
        </p:txBody>
      </p:sp>
      <p:sp>
        <p:nvSpPr>
          <p:cNvPr id="730" name="Google Shape;730;p23"/>
          <p:cNvSpPr txBox="1"/>
          <p:nvPr>
            <p:ph idx="1" type="subTitle"/>
          </p:nvPr>
        </p:nvSpPr>
        <p:spPr>
          <a:xfrm>
            <a:off x="4790801" y="2849400"/>
            <a:ext cx="1390500" cy="8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731" name="Google Shape;731;p23"/>
          <p:cNvSpPr txBox="1"/>
          <p:nvPr>
            <p:ph idx="2" type="subTitle"/>
          </p:nvPr>
        </p:nvSpPr>
        <p:spPr>
          <a:xfrm>
            <a:off x="6624500" y="2849400"/>
            <a:ext cx="1389900" cy="8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/>
              <a:t>Jupiter is the biggest planet of them all</a:t>
            </a:r>
            <a:endParaRPr/>
          </a:p>
        </p:txBody>
      </p:sp>
      <p:sp>
        <p:nvSpPr>
          <p:cNvPr id="732" name="Google Shape;732;p23"/>
          <p:cNvSpPr txBox="1"/>
          <p:nvPr>
            <p:ph idx="3" type="subTitle"/>
          </p:nvPr>
        </p:nvSpPr>
        <p:spPr>
          <a:xfrm>
            <a:off x="1124000" y="2849400"/>
            <a:ext cx="1390200" cy="8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/>
              <a:t>Mercury is the closest planet to the Sun </a:t>
            </a:r>
            <a:endParaRPr/>
          </a:p>
        </p:txBody>
      </p:sp>
      <p:sp>
        <p:nvSpPr>
          <p:cNvPr id="733" name="Google Shape;733;p23"/>
          <p:cNvSpPr txBox="1"/>
          <p:nvPr>
            <p:ph idx="4" type="subTitle"/>
          </p:nvPr>
        </p:nvSpPr>
        <p:spPr>
          <a:xfrm>
            <a:off x="2957402" y="2849400"/>
            <a:ext cx="1390200" cy="8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734" name="Google Shape;734;p23"/>
          <p:cNvSpPr txBox="1"/>
          <p:nvPr>
            <p:ph type="title"/>
          </p:nvPr>
        </p:nvSpPr>
        <p:spPr>
          <a:xfrm>
            <a:off x="963285" y="1685076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</a:pPr>
            <a:r>
              <a:rPr lang="en">
                <a:solidFill>
                  <a:schemeClr val="dk1"/>
                </a:solidFill>
              </a:rPr>
              <a:t>MERCURY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735" name="Google Shape;735;p23"/>
          <p:cNvSpPr txBox="1"/>
          <p:nvPr>
            <p:ph idx="5" type="title"/>
          </p:nvPr>
        </p:nvSpPr>
        <p:spPr>
          <a:xfrm>
            <a:off x="2796739" y="1685087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</a:pPr>
            <a:r>
              <a:rPr lang="en">
                <a:solidFill>
                  <a:schemeClr val="dk1"/>
                </a:solidFill>
              </a:rPr>
              <a:t>VENUS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736" name="Google Shape;736;p23"/>
          <p:cNvSpPr txBox="1"/>
          <p:nvPr>
            <p:ph idx="6" type="title"/>
          </p:nvPr>
        </p:nvSpPr>
        <p:spPr>
          <a:xfrm>
            <a:off x="4628050" y="1685076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</a:pPr>
            <a:r>
              <a:rPr lang="en">
                <a:solidFill>
                  <a:schemeClr val="dk1"/>
                </a:solidFill>
              </a:rPr>
              <a:t>MARS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737" name="Google Shape;737;p23"/>
          <p:cNvSpPr txBox="1"/>
          <p:nvPr>
            <p:ph idx="7" type="title"/>
          </p:nvPr>
        </p:nvSpPr>
        <p:spPr>
          <a:xfrm>
            <a:off x="6463692" y="1685076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</a:pPr>
            <a:r>
              <a:rPr lang="en">
                <a:solidFill>
                  <a:schemeClr val="dk1"/>
                </a:solidFill>
              </a:rPr>
              <a:t>JUPITER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738" name="Google Shape;738;p23"/>
          <p:cNvGrpSpPr/>
          <p:nvPr/>
        </p:nvGrpSpPr>
        <p:grpSpPr>
          <a:xfrm>
            <a:off x="5233493" y="2227048"/>
            <a:ext cx="500614" cy="499341"/>
            <a:chOff x="-20946600" y="3317850"/>
            <a:chExt cx="304825" cy="304050"/>
          </a:xfrm>
        </p:grpSpPr>
        <p:sp>
          <p:nvSpPr>
            <p:cNvPr id="739" name="Google Shape;739;p2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2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2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2" name="Google Shape;742;p23"/>
          <p:cNvGrpSpPr/>
          <p:nvPr/>
        </p:nvGrpSpPr>
        <p:grpSpPr>
          <a:xfrm>
            <a:off x="3401999" y="2224856"/>
            <a:ext cx="498815" cy="503708"/>
            <a:chOff x="1427859" y="2155125"/>
            <a:chExt cx="396073" cy="399959"/>
          </a:xfrm>
        </p:grpSpPr>
        <p:sp>
          <p:nvSpPr>
            <p:cNvPr id="743" name="Google Shape;743;p23"/>
            <p:cNvSpPr/>
            <p:nvPr/>
          </p:nvSpPr>
          <p:spPr>
            <a:xfrm>
              <a:off x="1525298" y="2155125"/>
              <a:ext cx="199626" cy="57392"/>
            </a:xfrm>
            <a:custGeom>
              <a:rect b="b" l="l" r="r" t="t"/>
              <a:pathLst>
                <a:path extrusionOk="0" h="2599" w="9039">
                  <a:moveTo>
                    <a:pt x="1780" y="1"/>
                  </a:moveTo>
                  <a:cubicBezTo>
                    <a:pt x="819" y="1"/>
                    <a:pt x="1" y="819"/>
                    <a:pt x="1" y="1780"/>
                  </a:cubicBezTo>
                  <a:lnTo>
                    <a:pt x="1" y="2598"/>
                  </a:lnTo>
                  <a:lnTo>
                    <a:pt x="1780" y="2598"/>
                  </a:lnTo>
                  <a:lnTo>
                    <a:pt x="1780" y="1780"/>
                  </a:lnTo>
                  <a:lnTo>
                    <a:pt x="7259" y="1780"/>
                  </a:lnTo>
                  <a:lnTo>
                    <a:pt x="7259" y="2598"/>
                  </a:lnTo>
                  <a:lnTo>
                    <a:pt x="9038" y="2598"/>
                  </a:lnTo>
                  <a:lnTo>
                    <a:pt x="9038" y="1780"/>
                  </a:lnTo>
                  <a:cubicBezTo>
                    <a:pt x="9038" y="819"/>
                    <a:pt x="8256" y="1"/>
                    <a:pt x="7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23"/>
            <p:cNvSpPr/>
            <p:nvPr/>
          </p:nvSpPr>
          <p:spPr>
            <a:xfrm>
              <a:off x="1475011" y="2357070"/>
              <a:ext cx="300996" cy="198014"/>
            </a:xfrm>
            <a:custGeom>
              <a:rect b="b" l="l" r="r" t="t"/>
              <a:pathLst>
                <a:path extrusionOk="0" h="8967" w="13629">
                  <a:moveTo>
                    <a:pt x="1" y="0"/>
                  </a:moveTo>
                  <a:lnTo>
                    <a:pt x="1" y="8077"/>
                  </a:lnTo>
                  <a:cubicBezTo>
                    <a:pt x="1" y="8575"/>
                    <a:pt x="392" y="8966"/>
                    <a:pt x="890" y="8966"/>
                  </a:cubicBezTo>
                  <a:lnTo>
                    <a:pt x="12739" y="8966"/>
                  </a:lnTo>
                  <a:cubicBezTo>
                    <a:pt x="13237" y="8966"/>
                    <a:pt x="13628" y="8575"/>
                    <a:pt x="13628" y="8077"/>
                  </a:cubicBezTo>
                  <a:lnTo>
                    <a:pt x="13628" y="0"/>
                  </a:lnTo>
                  <a:lnTo>
                    <a:pt x="12561" y="0"/>
                  </a:lnTo>
                  <a:lnTo>
                    <a:pt x="12561" y="747"/>
                  </a:lnTo>
                  <a:cubicBezTo>
                    <a:pt x="12845" y="747"/>
                    <a:pt x="13094" y="961"/>
                    <a:pt x="13094" y="1245"/>
                  </a:cubicBezTo>
                  <a:lnTo>
                    <a:pt x="13094" y="3380"/>
                  </a:lnTo>
                  <a:cubicBezTo>
                    <a:pt x="13094" y="3665"/>
                    <a:pt x="12845" y="3914"/>
                    <a:pt x="12561" y="3914"/>
                  </a:cubicBezTo>
                  <a:lnTo>
                    <a:pt x="12561" y="4270"/>
                  </a:lnTo>
                  <a:cubicBezTo>
                    <a:pt x="12507" y="5266"/>
                    <a:pt x="11742" y="5764"/>
                    <a:pt x="10977" y="5764"/>
                  </a:cubicBezTo>
                  <a:cubicBezTo>
                    <a:pt x="10212" y="5764"/>
                    <a:pt x="9447" y="5266"/>
                    <a:pt x="9394" y="4270"/>
                  </a:cubicBezTo>
                  <a:lnTo>
                    <a:pt x="9394" y="3914"/>
                  </a:lnTo>
                  <a:cubicBezTo>
                    <a:pt x="9109" y="3914"/>
                    <a:pt x="8860" y="3665"/>
                    <a:pt x="8860" y="3380"/>
                  </a:cubicBezTo>
                  <a:lnTo>
                    <a:pt x="8860" y="1245"/>
                  </a:lnTo>
                  <a:cubicBezTo>
                    <a:pt x="8860" y="979"/>
                    <a:pt x="9047" y="744"/>
                    <a:pt x="9334" y="744"/>
                  </a:cubicBezTo>
                  <a:cubicBezTo>
                    <a:pt x="9353" y="744"/>
                    <a:pt x="9373" y="745"/>
                    <a:pt x="9394" y="747"/>
                  </a:cubicBezTo>
                  <a:lnTo>
                    <a:pt x="9394" y="0"/>
                  </a:lnTo>
                  <a:lnTo>
                    <a:pt x="4235" y="0"/>
                  </a:lnTo>
                  <a:lnTo>
                    <a:pt x="4235" y="712"/>
                  </a:lnTo>
                  <a:cubicBezTo>
                    <a:pt x="4519" y="712"/>
                    <a:pt x="4768" y="961"/>
                    <a:pt x="4768" y="1245"/>
                  </a:cubicBezTo>
                  <a:lnTo>
                    <a:pt x="4768" y="3380"/>
                  </a:lnTo>
                  <a:cubicBezTo>
                    <a:pt x="4768" y="3665"/>
                    <a:pt x="4519" y="3914"/>
                    <a:pt x="4235" y="3914"/>
                  </a:cubicBezTo>
                  <a:lnTo>
                    <a:pt x="4235" y="4270"/>
                  </a:lnTo>
                  <a:cubicBezTo>
                    <a:pt x="4235" y="5319"/>
                    <a:pt x="3443" y="5844"/>
                    <a:pt x="2651" y="5844"/>
                  </a:cubicBezTo>
                  <a:cubicBezTo>
                    <a:pt x="1860" y="5844"/>
                    <a:pt x="1068" y="5319"/>
                    <a:pt x="1068" y="4270"/>
                  </a:cubicBezTo>
                  <a:lnTo>
                    <a:pt x="1032" y="3878"/>
                  </a:lnTo>
                  <a:cubicBezTo>
                    <a:pt x="748" y="3878"/>
                    <a:pt x="534" y="3665"/>
                    <a:pt x="534" y="3380"/>
                  </a:cubicBezTo>
                  <a:lnTo>
                    <a:pt x="534" y="1245"/>
                  </a:lnTo>
                  <a:cubicBezTo>
                    <a:pt x="499" y="961"/>
                    <a:pt x="748" y="712"/>
                    <a:pt x="1032" y="712"/>
                  </a:cubicBezTo>
                  <a:lnTo>
                    <a:pt x="10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23"/>
            <p:cNvSpPr/>
            <p:nvPr/>
          </p:nvSpPr>
          <p:spPr>
            <a:xfrm>
              <a:off x="1431017" y="2233695"/>
              <a:ext cx="66807" cy="99813"/>
            </a:xfrm>
            <a:custGeom>
              <a:rect b="b" l="l" r="r" t="t"/>
              <a:pathLst>
                <a:path extrusionOk="0" h="4520" w="3025">
                  <a:moveTo>
                    <a:pt x="2242" y="1"/>
                  </a:moveTo>
                  <a:cubicBezTo>
                    <a:pt x="996" y="37"/>
                    <a:pt x="36" y="997"/>
                    <a:pt x="0" y="2243"/>
                  </a:cubicBezTo>
                  <a:lnTo>
                    <a:pt x="0" y="2278"/>
                  </a:lnTo>
                  <a:cubicBezTo>
                    <a:pt x="36" y="3523"/>
                    <a:pt x="996" y="4484"/>
                    <a:pt x="2242" y="4520"/>
                  </a:cubicBezTo>
                  <a:lnTo>
                    <a:pt x="3024" y="4520"/>
                  </a:lnTo>
                  <a:lnTo>
                    <a:pt x="302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23"/>
            <p:cNvSpPr/>
            <p:nvPr/>
          </p:nvSpPr>
          <p:spPr>
            <a:xfrm>
              <a:off x="1752398" y="2234490"/>
              <a:ext cx="69170" cy="99018"/>
            </a:xfrm>
            <a:custGeom>
              <a:rect b="b" l="l" r="r" t="t"/>
              <a:pathLst>
                <a:path extrusionOk="0" h="4484" w="3132">
                  <a:moveTo>
                    <a:pt x="1" y="1"/>
                  </a:moveTo>
                  <a:lnTo>
                    <a:pt x="1" y="4484"/>
                  </a:lnTo>
                  <a:lnTo>
                    <a:pt x="890" y="4484"/>
                  </a:lnTo>
                  <a:cubicBezTo>
                    <a:pt x="2100" y="4448"/>
                    <a:pt x="3096" y="3487"/>
                    <a:pt x="3132" y="2242"/>
                  </a:cubicBezTo>
                  <a:cubicBezTo>
                    <a:pt x="3096" y="997"/>
                    <a:pt x="2100" y="36"/>
                    <a:pt x="8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23"/>
            <p:cNvSpPr/>
            <p:nvPr/>
          </p:nvSpPr>
          <p:spPr>
            <a:xfrm>
              <a:off x="1568518" y="2233695"/>
              <a:ext cx="113959" cy="99813"/>
            </a:xfrm>
            <a:custGeom>
              <a:rect b="b" l="l" r="r" t="t"/>
              <a:pathLst>
                <a:path extrusionOk="0" h="4520" w="5160">
                  <a:moveTo>
                    <a:pt x="1" y="1"/>
                  </a:moveTo>
                  <a:lnTo>
                    <a:pt x="1" y="4520"/>
                  </a:lnTo>
                  <a:lnTo>
                    <a:pt x="5160" y="4520"/>
                  </a:lnTo>
                  <a:lnTo>
                    <a:pt x="516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23"/>
            <p:cNvSpPr/>
            <p:nvPr/>
          </p:nvSpPr>
          <p:spPr>
            <a:xfrm>
              <a:off x="1521367" y="2442706"/>
              <a:ext cx="23609" cy="20448"/>
            </a:xfrm>
            <a:custGeom>
              <a:rect b="b" l="l" r="r" t="t"/>
              <a:pathLst>
                <a:path extrusionOk="0" h="926" w="1069">
                  <a:moveTo>
                    <a:pt x="1" y="0"/>
                  </a:moveTo>
                  <a:lnTo>
                    <a:pt x="1" y="392"/>
                  </a:lnTo>
                  <a:cubicBezTo>
                    <a:pt x="1" y="676"/>
                    <a:pt x="250" y="925"/>
                    <a:pt x="535" y="925"/>
                  </a:cubicBezTo>
                  <a:cubicBezTo>
                    <a:pt x="819" y="925"/>
                    <a:pt x="1068" y="676"/>
                    <a:pt x="1068" y="392"/>
                  </a:cubicBezTo>
                  <a:lnTo>
                    <a:pt x="10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23"/>
            <p:cNvSpPr/>
            <p:nvPr/>
          </p:nvSpPr>
          <p:spPr>
            <a:xfrm>
              <a:off x="1521367" y="2233695"/>
              <a:ext cx="22814" cy="139098"/>
            </a:xfrm>
            <a:custGeom>
              <a:rect b="b" l="l" r="r" t="t"/>
              <a:pathLst>
                <a:path extrusionOk="0" h="6299" w="1033">
                  <a:moveTo>
                    <a:pt x="1" y="1"/>
                  </a:moveTo>
                  <a:lnTo>
                    <a:pt x="1" y="6299"/>
                  </a:lnTo>
                  <a:lnTo>
                    <a:pt x="1033" y="629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23"/>
            <p:cNvSpPr/>
            <p:nvPr/>
          </p:nvSpPr>
          <p:spPr>
            <a:xfrm>
              <a:off x="1706042" y="2443479"/>
              <a:ext cx="23587" cy="19676"/>
            </a:xfrm>
            <a:custGeom>
              <a:rect b="b" l="l" r="r" t="t"/>
              <a:pathLst>
                <a:path extrusionOk="0" h="891" w="1068">
                  <a:moveTo>
                    <a:pt x="0" y="1"/>
                  </a:moveTo>
                  <a:lnTo>
                    <a:pt x="0" y="357"/>
                  </a:lnTo>
                  <a:cubicBezTo>
                    <a:pt x="0" y="641"/>
                    <a:pt x="214" y="890"/>
                    <a:pt x="534" y="890"/>
                  </a:cubicBezTo>
                  <a:cubicBezTo>
                    <a:pt x="819" y="890"/>
                    <a:pt x="1068" y="641"/>
                    <a:pt x="1068" y="357"/>
                  </a:cubicBezTo>
                  <a:lnTo>
                    <a:pt x="10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23"/>
            <p:cNvSpPr/>
            <p:nvPr/>
          </p:nvSpPr>
          <p:spPr>
            <a:xfrm>
              <a:off x="1705247" y="2233695"/>
              <a:ext cx="23609" cy="139893"/>
            </a:xfrm>
            <a:custGeom>
              <a:rect b="b" l="l" r="r" t="t"/>
              <a:pathLst>
                <a:path extrusionOk="0" h="6335" w="1069">
                  <a:moveTo>
                    <a:pt x="1" y="1"/>
                  </a:moveTo>
                  <a:lnTo>
                    <a:pt x="1" y="6334"/>
                  </a:lnTo>
                  <a:lnTo>
                    <a:pt x="1068" y="6334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23"/>
            <p:cNvSpPr/>
            <p:nvPr/>
          </p:nvSpPr>
          <p:spPr>
            <a:xfrm>
              <a:off x="1509596" y="2396354"/>
              <a:ext cx="47174" cy="22789"/>
            </a:xfrm>
            <a:custGeom>
              <a:rect b="b" l="l" r="r" t="t"/>
              <a:pathLst>
                <a:path extrusionOk="0" h="1032" w="2136">
                  <a:moveTo>
                    <a:pt x="0" y="0"/>
                  </a:moveTo>
                  <a:lnTo>
                    <a:pt x="0" y="1032"/>
                  </a:lnTo>
                  <a:lnTo>
                    <a:pt x="2135" y="1032"/>
                  </a:lnTo>
                  <a:lnTo>
                    <a:pt x="21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23"/>
            <p:cNvSpPr/>
            <p:nvPr/>
          </p:nvSpPr>
          <p:spPr>
            <a:xfrm>
              <a:off x="1427859" y="2397922"/>
              <a:ext cx="23609" cy="118649"/>
            </a:xfrm>
            <a:custGeom>
              <a:rect b="b" l="l" r="r" t="t"/>
              <a:pathLst>
                <a:path extrusionOk="0" h="5373" w="1069">
                  <a:moveTo>
                    <a:pt x="534" y="0"/>
                  </a:moveTo>
                  <a:cubicBezTo>
                    <a:pt x="250" y="0"/>
                    <a:pt x="1" y="249"/>
                    <a:pt x="1" y="534"/>
                  </a:cubicBezTo>
                  <a:lnTo>
                    <a:pt x="1" y="4839"/>
                  </a:lnTo>
                  <a:cubicBezTo>
                    <a:pt x="1" y="5124"/>
                    <a:pt x="250" y="5373"/>
                    <a:pt x="534" y="5373"/>
                  </a:cubicBezTo>
                  <a:lnTo>
                    <a:pt x="1068" y="5373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23"/>
            <p:cNvSpPr/>
            <p:nvPr/>
          </p:nvSpPr>
          <p:spPr>
            <a:xfrm>
              <a:off x="1800345" y="2397922"/>
              <a:ext cx="23587" cy="118649"/>
            </a:xfrm>
            <a:custGeom>
              <a:rect b="b" l="l" r="r" t="t"/>
              <a:pathLst>
                <a:path extrusionOk="0" h="5373" w="1068">
                  <a:moveTo>
                    <a:pt x="0" y="0"/>
                  </a:moveTo>
                  <a:lnTo>
                    <a:pt x="0" y="5373"/>
                  </a:lnTo>
                  <a:lnTo>
                    <a:pt x="534" y="5373"/>
                  </a:lnTo>
                  <a:cubicBezTo>
                    <a:pt x="818" y="5373"/>
                    <a:pt x="1068" y="5124"/>
                    <a:pt x="1068" y="4839"/>
                  </a:cubicBezTo>
                  <a:lnTo>
                    <a:pt x="1068" y="534"/>
                  </a:lnTo>
                  <a:cubicBezTo>
                    <a:pt x="1068" y="249"/>
                    <a:pt x="818" y="0"/>
                    <a:pt x="5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23"/>
            <p:cNvSpPr/>
            <p:nvPr/>
          </p:nvSpPr>
          <p:spPr>
            <a:xfrm>
              <a:off x="1693475" y="2396354"/>
              <a:ext cx="47151" cy="23584"/>
            </a:xfrm>
            <a:custGeom>
              <a:rect b="b" l="l" r="r" t="t"/>
              <a:pathLst>
                <a:path extrusionOk="0" h="1068" w="2135">
                  <a:moveTo>
                    <a:pt x="0" y="0"/>
                  </a:moveTo>
                  <a:lnTo>
                    <a:pt x="0" y="1068"/>
                  </a:lnTo>
                  <a:lnTo>
                    <a:pt x="2135" y="1068"/>
                  </a:lnTo>
                  <a:lnTo>
                    <a:pt x="21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6" name="Google Shape;756;p23"/>
          <p:cNvGrpSpPr/>
          <p:nvPr/>
        </p:nvGrpSpPr>
        <p:grpSpPr>
          <a:xfrm>
            <a:off x="7041297" y="2262423"/>
            <a:ext cx="556308" cy="428598"/>
            <a:chOff x="2102092" y="2199909"/>
            <a:chExt cx="403912" cy="311165"/>
          </a:xfrm>
        </p:grpSpPr>
        <p:sp>
          <p:nvSpPr>
            <p:cNvPr id="757" name="Google Shape;757;p23"/>
            <p:cNvSpPr/>
            <p:nvPr/>
          </p:nvSpPr>
          <p:spPr>
            <a:xfrm>
              <a:off x="2245887" y="2199909"/>
              <a:ext cx="260117" cy="311165"/>
            </a:xfrm>
            <a:custGeom>
              <a:rect b="b" l="l" r="r" t="t"/>
              <a:pathLst>
                <a:path extrusionOk="0" h="14091" w="11778">
                  <a:moveTo>
                    <a:pt x="0" y="1"/>
                  </a:moveTo>
                  <a:cubicBezTo>
                    <a:pt x="641" y="2634"/>
                    <a:pt x="1566" y="5196"/>
                    <a:pt x="2776" y="7615"/>
                  </a:cubicBezTo>
                  <a:cubicBezTo>
                    <a:pt x="3879" y="9928"/>
                    <a:pt x="5266" y="12098"/>
                    <a:pt x="6832" y="14091"/>
                  </a:cubicBezTo>
                  <a:lnTo>
                    <a:pt x="11280" y="14091"/>
                  </a:lnTo>
                  <a:cubicBezTo>
                    <a:pt x="11600" y="14091"/>
                    <a:pt x="11778" y="13735"/>
                    <a:pt x="11600" y="13486"/>
                  </a:cubicBezTo>
                  <a:cubicBezTo>
                    <a:pt x="8967" y="9501"/>
                    <a:pt x="6939" y="5160"/>
                    <a:pt x="5622" y="570"/>
                  </a:cubicBezTo>
                  <a:cubicBezTo>
                    <a:pt x="5515" y="214"/>
                    <a:pt x="5195" y="1"/>
                    <a:pt x="48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23"/>
            <p:cNvSpPr/>
            <p:nvPr/>
          </p:nvSpPr>
          <p:spPr>
            <a:xfrm>
              <a:off x="2171240" y="2426210"/>
              <a:ext cx="45583" cy="84863"/>
            </a:xfrm>
            <a:custGeom>
              <a:rect b="b" l="l" r="r" t="t"/>
              <a:pathLst>
                <a:path extrusionOk="0" h="3843" w="2064">
                  <a:moveTo>
                    <a:pt x="2064" y="0"/>
                  </a:moveTo>
                  <a:cubicBezTo>
                    <a:pt x="1850" y="427"/>
                    <a:pt x="1673" y="854"/>
                    <a:pt x="1459" y="1281"/>
                  </a:cubicBezTo>
                  <a:cubicBezTo>
                    <a:pt x="1032" y="2171"/>
                    <a:pt x="534" y="3025"/>
                    <a:pt x="0" y="3843"/>
                  </a:cubicBezTo>
                  <a:lnTo>
                    <a:pt x="2064" y="3843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23"/>
            <p:cNvSpPr/>
            <p:nvPr/>
          </p:nvSpPr>
          <p:spPr>
            <a:xfrm>
              <a:off x="2102092" y="2282409"/>
              <a:ext cx="113959" cy="228664"/>
            </a:xfrm>
            <a:custGeom>
              <a:rect b="b" l="l" r="r" t="t"/>
              <a:pathLst>
                <a:path extrusionOk="0" h="10355" w="5160">
                  <a:moveTo>
                    <a:pt x="5159" y="1"/>
                  </a:moveTo>
                  <a:cubicBezTo>
                    <a:pt x="4697" y="1389"/>
                    <a:pt x="4163" y="2741"/>
                    <a:pt x="3523" y="4093"/>
                  </a:cubicBezTo>
                  <a:cubicBezTo>
                    <a:pt x="2598" y="6085"/>
                    <a:pt x="1459" y="7971"/>
                    <a:pt x="178" y="9750"/>
                  </a:cubicBezTo>
                  <a:cubicBezTo>
                    <a:pt x="0" y="9999"/>
                    <a:pt x="178" y="10355"/>
                    <a:pt x="498" y="10355"/>
                  </a:cubicBezTo>
                  <a:lnTo>
                    <a:pt x="1708" y="10355"/>
                  </a:lnTo>
                  <a:cubicBezTo>
                    <a:pt x="2384" y="9359"/>
                    <a:pt x="2989" y="8327"/>
                    <a:pt x="3523" y="7259"/>
                  </a:cubicBezTo>
                  <a:cubicBezTo>
                    <a:pt x="4163" y="5943"/>
                    <a:pt x="4732" y="4591"/>
                    <a:pt x="5159" y="3203"/>
                  </a:cubicBezTo>
                  <a:lnTo>
                    <a:pt x="51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23"/>
            <p:cNvSpPr/>
            <p:nvPr/>
          </p:nvSpPr>
          <p:spPr>
            <a:xfrm>
              <a:off x="2242751" y="2281636"/>
              <a:ext cx="121026" cy="229437"/>
            </a:xfrm>
            <a:custGeom>
              <a:rect b="b" l="l" r="r" t="t"/>
              <a:pathLst>
                <a:path extrusionOk="0" h="10390" w="5480">
                  <a:moveTo>
                    <a:pt x="0" y="0"/>
                  </a:moveTo>
                  <a:lnTo>
                    <a:pt x="0" y="10390"/>
                  </a:lnTo>
                  <a:lnTo>
                    <a:pt x="5480" y="10390"/>
                  </a:lnTo>
                  <a:cubicBezTo>
                    <a:pt x="4056" y="8540"/>
                    <a:pt x="2847" y="6547"/>
                    <a:pt x="1815" y="4448"/>
                  </a:cubicBezTo>
                  <a:cubicBezTo>
                    <a:pt x="1139" y="2989"/>
                    <a:pt x="498" y="1495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1" name="Google Shape;761;p23"/>
          <p:cNvGrpSpPr/>
          <p:nvPr/>
        </p:nvGrpSpPr>
        <p:grpSpPr>
          <a:xfrm>
            <a:off x="1568720" y="2226399"/>
            <a:ext cx="500614" cy="500614"/>
            <a:chOff x="-20571700" y="4066875"/>
            <a:chExt cx="304825" cy="304825"/>
          </a:xfrm>
        </p:grpSpPr>
        <p:sp>
          <p:nvSpPr>
            <p:cNvPr id="762" name="Google Shape;762;p2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2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2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2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2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2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1" name="Shape 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Google Shape;772;p24"/>
          <p:cNvSpPr txBox="1"/>
          <p:nvPr>
            <p:ph idx="1" type="body"/>
          </p:nvPr>
        </p:nvSpPr>
        <p:spPr>
          <a:xfrm>
            <a:off x="5313600" y="3088925"/>
            <a:ext cx="2375700" cy="91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can replace the image on the screen with your own work</a:t>
            </a:r>
            <a:endParaRPr/>
          </a:p>
        </p:txBody>
      </p:sp>
      <p:sp>
        <p:nvSpPr>
          <p:cNvPr id="773" name="Google Shape;773;p24"/>
          <p:cNvSpPr txBox="1"/>
          <p:nvPr>
            <p:ph type="title"/>
          </p:nvPr>
        </p:nvSpPr>
        <p:spPr>
          <a:xfrm>
            <a:off x="5313600" y="2515675"/>
            <a:ext cx="2375700" cy="666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PC SOFTWARE</a:t>
            </a:r>
            <a:endParaRPr/>
          </a:p>
        </p:txBody>
      </p:sp>
      <p:grpSp>
        <p:nvGrpSpPr>
          <p:cNvPr id="774" name="Google Shape;774;p24"/>
          <p:cNvGrpSpPr/>
          <p:nvPr/>
        </p:nvGrpSpPr>
        <p:grpSpPr>
          <a:xfrm>
            <a:off x="958761" y="1614745"/>
            <a:ext cx="3355953" cy="2680980"/>
            <a:chOff x="3852100" y="957350"/>
            <a:chExt cx="2111725" cy="1687000"/>
          </a:xfrm>
        </p:grpSpPr>
        <p:sp>
          <p:nvSpPr>
            <p:cNvPr id="775" name="Google Shape;775;p24"/>
            <p:cNvSpPr/>
            <p:nvPr/>
          </p:nvSpPr>
          <p:spPr>
            <a:xfrm>
              <a:off x="4590700" y="2624975"/>
              <a:ext cx="655450" cy="19375"/>
            </a:xfrm>
            <a:custGeom>
              <a:rect b="b" l="l" r="r" t="t"/>
              <a:pathLst>
                <a:path extrusionOk="0" h="775" w="26218">
                  <a:moveTo>
                    <a:pt x="1" y="0"/>
                  </a:moveTo>
                  <a:lnTo>
                    <a:pt x="1" y="21"/>
                  </a:lnTo>
                  <a:lnTo>
                    <a:pt x="1" y="63"/>
                  </a:lnTo>
                  <a:lnTo>
                    <a:pt x="1" y="63"/>
                  </a:lnTo>
                  <a:cubicBezTo>
                    <a:pt x="1" y="565"/>
                    <a:pt x="796" y="775"/>
                    <a:pt x="2867" y="775"/>
                  </a:cubicBezTo>
                  <a:lnTo>
                    <a:pt x="12827" y="775"/>
                  </a:lnTo>
                  <a:lnTo>
                    <a:pt x="13454" y="775"/>
                  </a:lnTo>
                  <a:lnTo>
                    <a:pt x="23393" y="775"/>
                  </a:lnTo>
                  <a:cubicBezTo>
                    <a:pt x="25485" y="775"/>
                    <a:pt x="26197" y="524"/>
                    <a:pt x="26218" y="0"/>
                  </a:cubicBezTo>
                  <a:lnTo>
                    <a:pt x="26009" y="0"/>
                  </a:lnTo>
                  <a:lnTo>
                    <a:pt x="2600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9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24"/>
            <p:cNvSpPr/>
            <p:nvPr/>
          </p:nvSpPr>
          <p:spPr>
            <a:xfrm>
              <a:off x="4533150" y="2402650"/>
              <a:ext cx="764800" cy="235425"/>
            </a:xfrm>
            <a:custGeom>
              <a:rect b="b" l="l" r="r" t="t"/>
              <a:pathLst>
                <a:path extrusionOk="0" h="9417" w="30592">
                  <a:moveTo>
                    <a:pt x="25842" y="5922"/>
                  </a:moveTo>
                  <a:cubicBezTo>
                    <a:pt x="24000" y="4039"/>
                    <a:pt x="23917" y="1"/>
                    <a:pt x="23917" y="1"/>
                  </a:cubicBezTo>
                  <a:lnTo>
                    <a:pt x="15610" y="1"/>
                  </a:lnTo>
                  <a:lnTo>
                    <a:pt x="14982" y="1"/>
                  </a:lnTo>
                  <a:lnTo>
                    <a:pt x="6676" y="1"/>
                  </a:lnTo>
                  <a:cubicBezTo>
                    <a:pt x="6676" y="1"/>
                    <a:pt x="6592" y="4039"/>
                    <a:pt x="4751" y="5922"/>
                  </a:cubicBezTo>
                  <a:cubicBezTo>
                    <a:pt x="2909" y="7805"/>
                    <a:pt x="1" y="9417"/>
                    <a:pt x="5023" y="9417"/>
                  </a:cubicBezTo>
                  <a:lnTo>
                    <a:pt x="14982" y="9417"/>
                  </a:lnTo>
                  <a:lnTo>
                    <a:pt x="15610" y="9417"/>
                  </a:lnTo>
                  <a:lnTo>
                    <a:pt x="25570" y="9417"/>
                  </a:lnTo>
                  <a:cubicBezTo>
                    <a:pt x="30591" y="9417"/>
                    <a:pt x="27704" y="7805"/>
                    <a:pt x="25842" y="59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24"/>
            <p:cNvSpPr/>
            <p:nvPr/>
          </p:nvSpPr>
          <p:spPr>
            <a:xfrm>
              <a:off x="3852100" y="2219575"/>
              <a:ext cx="2111725" cy="183100"/>
            </a:xfrm>
            <a:custGeom>
              <a:rect b="b" l="l" r="r" t="t"/>
              <a:pathLst>
                <a:path extrusionOk="0" h="7324" w="84469">
                  <a:moveTo>
                    <a:pt x="0" y="4855"/>
                  </a:moveTo>
                  <a:cubicBezTo>
                    <a:pt x="0" y="6236"/>
                    <a:pt x="1298" y="7324"/>
                    <a:pt x="2679" y="7324"/>
                  </a:cubicBezTo>
                  <a:lnTo>
                    <a:pt x="41659" y="7324"/>
                  </a:lnTo>
                  <a:lnTo>
                    <a:pt x="42998" y="7324"/>
                  </a:lnTo>
                  <a:lnTo>
                    <a:pt x="81979" y="7324"/>
                  </a:lnTo>
                  <a:cubicBezTo>
                    <a:pt x="83360" y="7324"/>
                    <a:pt x="84469" y="6236"/>
                    <a:pt x="84469" y="4855"/>
                  </a:cubicBezTo>
                  <a:lnTo>
                    <a:pt x="84469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274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24"/>
            <p:cNvSpPr/>
            <p:nvPr/>
          </p:nvSpPr>
          <p:spPr>
            <a:xfrm>
              <a:off x="3852100" y="957350"/>
              <a:ext cx="2111725" cy="1262250"/>
            </a:xfrm>
            <a:custGeom>
              <a:rect b="b" l="l" r="r" t="t"/>
              <a:pathLst>
                <a:path extrusionOk="0" h="50490" w="84469">
                  <a:moveTo>
                    <a:pt x="80807" y="3140"/>
                  </a:moveTo>
                  <a:lnTo>
                    <a:pt x="80807" y="46828"/>
                  </a:lnTo>
                  <a:lnTo>
                    <a:pt x="3662" y="46828"/>
                  </a:lnTo>
                  <a:lnTo>
                    <a:pt x="3662" y="3140"/>
                  </a:lnTo>
                  <a:close/>
                  <a:moveTo>
                    <a:pt x="2679" y="1"/>
                  </a:moveTo>
                  <a:cubicBezTo>
                    <a:pt x="1298" y="1"/>
                    <a:pt x="0" y="984"/>
                    <a:pt x="0" y="2386"/>
                  </a:cubicBezTo>
                  <a:lnTo>
                    <a:pt x="0" y="50490"/>
                  </a:lnTo>
                  <a:lnTo>
                    <a:pt x="84469" y="50490"/>
                  </a:lnTo>
                  <a:lnTo>
                    <a:pt x="84469" y="2386"/>
                  </a:lnTo>
                  <a:cubicBezTo>
                    <a:pt x="84469" y="984"/>
                    <a:pt x="83360" y="1"/>
                    <a:pt x="81979" y="1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24"/>
            <p:cNvSpPr/>
            <p:nvPr/>
          </p:nvSpPr>
          <p:spPr>
            <a:xfrm>
              <a:off x="3852100" y="2219575"/>
              <a:ext cx="2111725" cy="183100"/>
            </a:xfrm>
            <a:custGeom>
              <a:rect b="b" l="l" r="r" t="t"/>
              <a:pathLst>
                <a:path extrusionOk="0" h="7324" w="84469">
                  <a:moveTo>
                    <a:pt x="0" y="4562"/>
                  </a:moveTo>
                  <a:cubicBezTo>
                    <a:pt x="0" y="5964"/>
                    <a:pt x="1298" y="7324"/>
                    <a:pt x="2679" y="7324"/>
                  </a:cubicBezTo>
                  <a:lnTo>
                    <a:pt x="41659" y="7324"/>
                  </a:lnTo>
                  <a:lnTo>
                    <a:pt x="42998" y="7324"/>
                  </a:lnTo>
                  <a:lnTo>
                    <a:pt x="81979" y="7324"/>
                  </a:lnTo>
                  <a:cubicBezTo>
                    <a:pt x="83360" y="7324"/>
                    <a:pt x="84469" y="5964"/>
                    <a:pt x="84469" y="4562"/>
                  </a:cubicBezTo>
                  <a:lnTo>
                    <a:pt x="84469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780" name="Google Shape;780;p24"/>
          <p:cNvPicPr preferRelativeResize="0"/>
          <p:nvPr/>
        </p:nvPicPr>
        <p:blipFill rotWithShape="1">
          <a:blip r:embed="rId3">
            <a:alphaModFix/>
          </a:blip>
          <a:srcRect b="1181" l="0" r="0" t="1181"/>
          <a:stretch/>
        </p:blipFill>
        <p:spPr>
          <a:xfrm>
            <a:off x="1106825" y="1729250"/>
            <a:ext cx="3064273" cy="1742651"/>
          </a:xfrm>
          <a:prstGeom prst="rect">
            <a:avLst/>
          </a:pr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781" name="Google Shape;781;p24"/>
          <p:cNvSpPr/>
          <p:nvPr/>
        </p:nvSpPr>
        <p:spPr>
          <a:xfrm>
            <a:off x="1104625" y="1729225"/>
            <a:ext cx="3064200" cy="17427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5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6" name="Google Shape;786;p25"/>
          <p:cNvGrpSpPr/>
          <p:nvPr/>
        </p:nvGrpSpPr>
        <p:grpSpPr>
          <a:xfrm rot="5400000">
            <a:off x="4919712" y="1493540"/>
            <a:ext cx="3163987" cy="2438174"/>
            <a:chOff x="4644625" y="1198925"/>
            <a:chExt cx="3711857" cy="2860364"/>
          </a:xfrm>
        </p:grpSpPr>
        <p:sp>
          <p:nvSpPr>
            <p:cNvPr id="787" name="Google Shape;787;p25"/>
            <p:cNvSpPr/>
            <p:nvPr/>
          </p:nvSpPr>
          <p:spPr>
            <a:xfrm>
              <a:off x="4644625" y="1198925"/>
              <a:ext cx="3711857" cy="2860364"/>
            </a:xfrm>
            <a:custGeom>
              <a:rect b="b" l="l" r="r" t="t"/>
              <a:pathLst>
                <a:path extrusionOk="0" h="37956" w="49255">
                  <a:moveTo>
                    <a:pt x="45070" y="3913"/>
                  </a:moveTo>
                  <a:lnTo>
                    <a:pt x="45070" y="34189"/>
                  </a:lnTo>
                  <a:lnTo>
                    <a:pt x="4310" y="34189"/>
                  </a:lnTo>
                  <a:lnTo>
                    <a:pt x="4310" y="3913"/>
                  </a:lnTo>
                  <a:close/>
                  <a:moveTo>
                    <a:pt x="1988" y="0"/>
                  </a:moveTo>
                  <a:cubicBezTo>
                    <a:pt x="879" y="0"/>
                    <a:pt x="0" y="879"/>
                    <a:pt x="0" y="1988"/>
                  </a:cubicBezTo>
                  <a:lnTo>
                    <a:pt x="0" y="35968"/>
                  </a:lnTo>
                  <a:cubicBezTo>
                    <a:pt x="0" y="37056"/>
                    <a:pt x="879" y="37956"/>
                    <a:pt x="1988" y="37956"/>
                  </a:cubicBezTo>
                  <a:lnTo>
                    <a:pt x="47266" y="37956"/>
                  </a:lnTo>
                  <a:cubicBezTo>
                    <a:pt x="48355" y="37956"/>
                    <a:pt x="49254" y="37056"/>
                    <a:pt x="49254" y="35968"/>
                  </a:cubicBezTo>
                  <a:lnTo>
                    <a:pt x="49254" y="1988"/>
                  </a:lnTo>
                  <a:cubicBezTo>
                    <a:pt x="49254" y="879"/>
                    <a:pt x="48355" y="0"/>
                    <a:pt x="47266" y="0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25"/>
            <p:cNvSpPr/>
            <p:nvPr/>
          </p:nvSpPr>
          <p:spPr>
            <a:xfrm>
              <a:off x="8126014" y="2540313"/>
              <a:ext cx="177600" cy="177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789" name="Google Shape;789;p25"/>
          <p:cNvPicPr preferRelativeResize="0"/>
          <p:nvPr/>
        </p:nvPicPr>
        <p:blipFill rotWithShape="1">
          <a:blip r:embed="rId3">
            <a:alphaModFix/>
          </a:blip>
          <a:srcRect b="0" l="0" r="0" t="675"/>
          <a:stretch/>
        </p:blipFill>
        <p:spPr>
          <a:xfrm>
            <a:off x="5519595" y="1397667"/>
            <a:ext cx="1966377" cy="2633080"/>
          </a:xfrm>
          <a:prstGeom prst="rect">
            <a:avLst/>
          </a:prstGeom>
          <a:noFill/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790" name="Google Shape;790;p25"/>
          <p:cNvSpPr/>
          <p:nvPr/>
        </p:nvSpPr>
        <p:spPr>
          <a:xfrm>
            <a:off x="5519592" y="1397667"/>
            <a:ext cx="1966500" cy="26331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5"/>
          <p:cNvSpPr txBox="1"/>
          <p:nvPr>
            <p:ph type="title"/>
          </p:nvPr>
        </p:nvSpPr>
        <p:spPr>
          <a:xfrm>
            <a:off x="1505625" y="2515675"/>
            <a:ext cx="2375700" cy="666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TABLET APP</a:t>
            </a:r>
            <a:endParaRPr/>
          </a:p>
        </p:txBody>
      </p:sp>
      <p:sp>
        <p:nvSpPr>
          <p:cNvPr id="792" name="Google Shape;792;p25"/>
          <p:cNvSpPr txBox="1"/>
          <p:nvPr>
            <p:ph idx="1" type="body"/>
          </p:nvPr>
        </p:nvSpPr>
        <p:spPr>
          <a:xfrm>
            <a:off x="1505575" y="3088925"/>
            <a:ext cx="2375700" cy="91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200"/>
              <a:buNone/>
            </a:pPr>
            <a:r>
              <a:rPr lang="en"/>
              <a:t>You can replace the image on the screen with your own work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6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p26"/>
          <p:cNvSpPr txBox="1"/>
          <p:nvPr>
            <p:ph idx="1" type="body"/>
          </p:nvPr>
        </p:nvSpPr>
        <p:spPr>
          <a:xfrm>
            <a:off x="5313600" y="3088925"/>
            <a:ext cx="2375700" cy="91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can replace the image on the screen with your own work</a:t>
            </a:r>
            <a:endParaRPr/>
          </a:p>
        </p:txBody>
      </p:sp>
      <p:sp>
        <p:nvSpPr>
          <p:cNvPr id="798" name="Google Shape;798;p26"/>
          <p:cNvSpPr txBox="1"/>
          <p:nvPr>
            <p:ph type="title"/>
          </p:nvPr>
        </p:nvSpPr>
        <p:spPr>
          <a:xfrm>
            <a:off x="5313600" y="2515675"/>
            <a:ext cx="2375700" cy="666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MOBILE WEB</a:t>
            </a:r>
            <a:endParaRPr/>
          </a:p>
        </p:txBody>
      </p:sp>
      <p:grpSp>
        <p:nvGrpSpPr>
          <p:cNvPr id="799" name="Google Shape;799;p26"/>
          <p:cNvGrpSpPr/>
          <p:nvPr/>
        </p:nvGrpSpPr>
        <p:grpSpPr>
          <a:xfrm>
            <a:off x="1795245" y="847775"/>
            <a:ext cx="1675769" cy="3447951"/>
            <a:chOff x="1768642" y="847775"/>
            <a:chExt cx="1728666" cy="3447951"/>
          </a:xfrm>
        </p:grpSpPr>
        <p:sp>
          <p:nvSpPr>
            <p:cNvPr id="800" name="Google Shape;800;p26"/>
            <p:cNvSpPr/>
            <p:nvPr/>
          </p:nvSpPr>
          <p:spPr>
            <a:xfrm>
              <a:off x="1768642" y="847775"/>
              <a:ext cx="1728666" cy="3447951"/>
            </a:xfrm>
            <a:custGeom>
              <a:rect b="b" l="l" r="r" t="t"/>
              <a:pathLst>
                <a:path extrusionOk="0" h="29670" w="14020">
                  <a:moveTo>
                    <a:pt x="8161" y="2281"/>
                  </a:moveTo>
                  <a:cubicBezTo>
                    <a:pt x="8328" y="2281"/>
                    <a:pt x="8474" y="2427"/>
                    <a:pt x="8474" y="2595"/>
                  </a:cubicBezTo>
                  <a:lnTo>
                    <a:pt x="8474" y="2616"/>
                  </a:lnTo>
                  <a:cubicBezTo>
                    <a:pt x="8474" y="2804"/>
                    <a:pt x="8328" y="2929"/>
                    <a:pt x="8161" y="2929"/>
                  </a:cubicBezTo>
                  <a:lnTo>
                    <a:pt x="6026" y="2929"/>
                  </a:lnTo>
                  <a:cubicBezTo>
                    <a:pt x="5838" y="2929"/>
                    <a:pt x="5692" y="2804"/>
                    <a:pt x="5692" y="2616"/>
                  </a:cubicBezTo>
                  <a:lnTo>
                    <a:pt x="5692" y="2595"/>
                  </a:lnTo>
                  <a:cubicBezTo>
                    <a:pt x="5692" y="2427"/>
                    <a:pt x="5838" y="2281"/>
                    <a:pt x="6026" y="2281"/>
                  </a:cubicBezTo>
                  <a:close/>
                  <a:moveTo>
                    <a:pt x="13036" y="4248"/>
                  </a:moveTo>
                  <a:lnTo>
                    <a:pt x="13036" y="25422"/>
                  </a:lnTo>
                  <a:lnTo>
                    <a:pt x="1151" y="25422"/>
                  </a:lnTo>
                  <a:lnTo>
                    <a:pt x="1151" y="4248"/>
                  </a:lnTo>
                  <a:close/>
                  <a:moveTo>
                    <a:pt x="1988" y="0"/>
                  </a:moveTo>
                  <a:cubicBezTo>
                    <a:pt x="900" y="0"/>
                    <a:pt x="0" y="900"/>
                    <a:pt x="0" y="2009"/>
                  </a:cubicBezTo>
                  <a:lnTo>
                    <a:pt x="0" y="27661"/>
                  </a:lnTo>
                  <a:cubicBezTo>
                    <a:pt x="0" y="28770"/>
                    <a:pt x="900" y="29670"/>
                    <a:pt x="1988" y="29670"/>
                  </a:cubicBezTo>
                  <a:lnTo>
                    <a:pt x="12010" y="29670"/>
                  </a:lnTo>
                  <a:cubicBezTo>
                    <a:pt x="13119" y="29670"/>
                    <a:pt x="14019" y="28770"/>
                    <a:pt x="14019" y="27661"/>
                  </a:cubicBezTo>
                  <a:lnTo>
                    <a:pt x="14019" y="2009"/>
                  </a:lnTo>
                  <a:cubicBezTo>
                    <a:pt x="14019" y="900"/>
                    <a:pt x="13119" y="0"/>
                    <a:pt x="12010" y="0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26"/>
            <p:cNvSpPr/>
            <p:nvPr/>
          </p:nvSpPr>
          <p:spPr>
            <a:xfrm>
              <a:off x="2508174" y="3917636"/>
              <a:ext cx="270300" cy="2703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802" name="Google Shape;802;p26"/>
          <p:cNvPicPr preferRelativeResize="0"/>
          <p:nvPr/>
        </p:nvPicPr>
        <p:blipFill rotWithShape="1">
          <a:blip r:embed="rId3">
            <a:alphaModFix/>
          </a:blip>
          <a:srcRect b="11697" l="0" r="0" t="4572"/>
          <a:stretch/>
        </p:blipFill>
        <p:spPr>
          <a:xfrm>
            <a:off x="1945659" y="1333150"/>
            <a:ext cx="1398136" cy="2477200"/>
          </a:xfrm>
          <a:prstGeom prst="rect">
            <a:avLst/>
          </a:pr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803" name="Google Shape;803;p26"/>
          <p:cNvSpPr/>
          <p:nvPr/>
        </p:nvSpPr>
        <p:spPr>
          <a:xfrm>
            <a:off x="1945659" y="1333200"/>
            <a:ext cx="1398000" cy="24771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07" name="Shape 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" name="Google Shape;808;p27"/>
          <p:cNvSpPr/>
          <p:nvPr/>
        </p:nvSpPr>
        <p:spPr>
          <a:xfrm>
            <a:off x="-100" y="0"/>
            <a:ext cx="9144000" cy="51435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9" name="Google Shape;809;p27"/>
          <p:cNvSpPr txBox="1"/>
          <p:nvPr>
            <p:ph type="title"/>
          </p:nvPr>
        </p:nvSpPr>
        <p:spPr>
          <a:xfrm>
            <a:off x="-135075" y="445050"/>
            <a:ext cx="9414000" cy="14313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 PICTURE IS WORTH A THOUSAND WORDS</a:t>
            </a:r>
            <a:endParaRPr/>
          </a:p>
        </p:txBody>
      </p:sp>
      <p:sp>
        <p:nvSpPr>
          <p:cNvPr id="810" name="Google Shape;810;p27"/>
          <p:cNvSpPr/>
          <p:nvPr/>
        </p:nvSpPr>
        <p:spPr>
          <a:xfrm>
            <a:off x="-345300" y="642900"/>
            <a:ext cx="9834600" cy="1035600"/>
          </a:xfrm>
          <a:prstGeom prst="rect">
            <a:avLst/>
          </a:prstGeom>
          <a:noFill/>
          <a:ln cap="flat" cmpd="sng" w="38100">
            <a:solidFill>
              <a:schemeClr val="accent1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4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" name="Google Shape;815;p28"/>
          <p:cNvSpPr txBox="1"/>
          <p:nvPr>
            <p:ph type="title"/>
          </p:nvPr>
        </p:nvSpPr>
        <p:spPr>
          <a:xfrm>
            <a:off x="911100" y="1650025"/>
            <a:ext cx="7321800" cy="1977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</a:pPr>
            <a:r>
              <a:rPr lang="en"/>
              <a:t>5,498,300,000</a:t>
            </a:r>
            <a:endParaRPr/>
          </a:p>
        </p:txBody>
      </p:sp>
      <p:sp>
        <p:nvSpPr>
          <p:cNvPr id="816" name="Google Shape;816;p28"/>
          <p:cNvSpPr txBox="1"/>
          <p:nvPr>
            <p:ph idx="1" type="subTitle"/>
          </p:nvPr>
        </p:nvSpPr>
        <p:spPr>
          <a:xfrm>
            <a:off x="1678600" y="3429263"/>
            <a:ext cx="5786700" cy="37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</a:pPr>
            <a:r>
              <a:rPr lang="en"/>
              <a:t>Big numbers catch your audience’s attention</a:t>
            </a:r>
            <a:endParaRPr/>
          </a:p>
        </p:txBody>
      </p:sp>
      <p:grpSp>
        <p:nvGrpSpPr>
          <p:cNvPr id="817" name="Google Shape;817;p28"/>
          <p:cNvGrpSpPr/>
          <p:nvPr/>
        </p:nvGrpSpPr>
        <p:grpSpPr>
          <a:xfrm>
            <a:off x="4469997" y="911129"/>
            <a:ext cx="875984" cy="951965"/>
            <a:chOff x="4490875" y="896414"/>
            <a:chExt cx="963149" cy="1046690"/>
          </a:xfrm>
        </p:grpSpPr>
        <p:grpSp>
          <p:nvGrpSpPr>
            <p:cNvPr id="818" name="Google Shape;818;p28"/>
            <p:cNvGrpSpPr/>
            <p:nvPr/>
          </p:nvGrpSpPr>
          <p:grpSpPr>
            <a:xfrm>
              <a:off x="4572051" y="896414"/>
              <a:ext cx="881973" cy="1038062"/>
              <a:chOff x="4571950" y="768097"/>
              <a:chExt cx="1004525" cy="1182303"/>
            </a:xfrm>
          </p:grpSpPr>
          <p:sp>
            <p:nvSpPr>
              <p:cNvPr id="819" name="Google Shape;819;p28"/>
              <p:cNvSpPr/>
              <p:nvPr/>
            </p:nvSpPr>
            <p:spPr>
              <a:xfrm rot="5400000">
                <a:off x="4751775" y="588397"/>
                <a:ext cx="645000" cy="1004400"/>
              </a:xfrm>
              <a:prstGeom prst="triangle">
                <a:avLst>
                  <a:gd fmla="val 50000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0" name="Google Shape;820;p28"/>
              <p:cNvSpPr/>
              <p:nvPr/>
            </p:nvSpPr>
            <p:spPr>
              <a:xfrm>
                <a:off x="4571950" y="768100"/>
                <a:ext cx="68100" cy="11823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21" name="Google Shape;821;p28"/>
            <p:cNvSpPr/>
            <p:nvPr/>
          </p:nvSpPr>
          <p:spPr>
            <a:xfrm>
              <a:off x="4490875" y="1889104"/>
              <a:ext cx="219600" cy="54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5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29"/>
          <p:cNvSpPr txBox="1"/>
          <p:nvPr>
            <p:ph type="title"/>
          </p:nvPr>
        </p:nvSpPr>
        <p:spPr>
          <a:xfrm>
            <a:off x="1185325" y="527225"/>
            <a:ext cx="6773400" cy="87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</a:pPr>
            <a:r>
              <a:rPr lang="en"/>
              <a:t>333,000.00</a:t>
            </a:r>
            <a:endParaRPr/>
          </a:p>
        </p:txBody>
      </p:sp>
      <p:sp>
        <p:nvSpPr>
          <p:cNvPr id="827" name="Google Shape;827;p29"/>
          <p:cNvSpPr txBox="1"/>
          <p:nvPr>
            <p:ph idx="1" type="subTitle"/>
          </p:nvPr>
        </p:nvSpPr>
        <p:spPr>
          <a:xfrm>
            <a:off x="1678600" y="1254650"/>
            <a:ext cx="5786700" cy="37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</a:pPr>
            <a:r>
              <a:rPr lang="en"/>
              <a:t>Earths is the Sun’s mass</a:t>
            </a:r>
            <a:endParaRPr/>
          </a:p>
        </p:txBody>
      </p:sp>
      <p:sp>
        <p:nvSpPr>
          <p:cNvPr id="828" name="Google Shape;828;p29"/>
          <p:cNvSpPr txBox="1"/>
          <p:nvPr>
            <p:ph idx="2" type="title"/>
          </p:nvPr>
        </p:nvSpPr>
        <p:spPr>
          <a:xfrm>
            <a:off x="1185325" y="1980180"/>
            <a:ext cx="6773400" cy="87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</a:pPr>
            <a:r>
              <a:rPr lang="en"/>
              <a:t>24h 37m 23s</a:t>
            </a:r>
            <a:endParaRPr/>
          </a:p>
        </p:txBody>
      </p:sp>
      <p:sp>
        <p:nvSpPr>
          <p:cNvPr id="829" name="Google Shape;829;p29"/>
          <p:cNvSpPr txBox="1"/>
          <p:nvPr>
            <p:ph idx="3" type="subTitle"/>
          </p:nvPr>
        </p:nvSpPr>
        <p:spPr>
          <a:xfrm>
            <a:off x="1678600" y="2707600"/>
            <a:ext cx="5786700" cy="37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</a:pPr>
            <a:r>
              <a:rPr lang="en"/>
              <a:t>is Jupiter’s rotation period</a:t>
            </a:r>
            <a:endParaRPr/>
          </a:p>
        </p:txBody>
      </p:sp>
      <p:sp>
        <p:nvSpPr>
          <p:cNvPr id="830" name="Google Shape;830;p29"/>
          <p:cNvSpPr txBox="1"/>
          <p:nvPr>
            <p:ph idx="4" type="title"/>
          </p:nvPr>
        </p:nvSpPr>
        <p:spPr>
          <a:xfrm>
            <a:off x="1185325" y="3448072"/>
            <a:ext cx="6773400" cy="87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</a:pPr>
            <a:r>
              <a:rPr lang="en"/>
              <a:t>386,000 km</a:t>
            </a:r>
            <a:endParaRPr/>
          </a:p>
        </p:txBody>
      </p:sp>
      <p:sp>
        <p:nvSpPr>
          <p:cNvPr id="831" name="Google Shape;831;p29"/>
          <p:cNvSpPr txBox="1"/>
          <p:nvPr>
            <p:ph idx="5" type="subTitle"/>
          </p:nvPr>
        </p:nvSpPr>
        <p:spPr>
          <a:xfrm>
            <a:off x="1678600" y="4175487"/>
            <a:ext cx="5786700" cy="37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</a:pPr>
            <a:r>
              <a:rPr lang="en"/>
              <a:t>the distance between Earth and the Moon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" name="Google Shape;836;p30"/>
          <p:cNvSpPr txBox="1"/>
          <p:nvPr>
            <p:ph type="title"/>
          </p:nvPr>
        </p:nvSpPr>
        <p:spPr>
          <a:xfrm>
            <a:off x="713225" y="49217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TRANSPORTATION FOR YOUR TRIP</a:t>
            </a:r>
            <a:endParaRPr/>
          </a:p>
        </p:txBody>
      </p:sp>
      <p:sp>
        <p:nvSpPr>
          <p:cNvPr id="837" name="Google Shape;837;p30"/>
          <p:cNvSpPr txBox="1"/>
          <p:nvPr>
            <p:ph idx="1" type="subTitle"/>
          </p:nvPr>
        </p:nvSpPr>
        <p:spPr>
          <a:xfrm>
            <a:off x="1037275" y="2570926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838" name="Google Shape;838;p30"/>
          <p:cNvSpPr txBox="1"/>
          <p:nvPr>
            <p:ph idx="2" type="title"/>
          </p:nvPr>
        </p:nvSpPr>
        <p:spPr>
          <a:xfrm>
            <a:off x="844400" y="2161248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839" name="Google Shape;839;p30"/>
          <p:cNvSpPr txBox="1"/>
          <p:nvPr>
            <p:ph idx="3" type="title"/>
          </p:nvPr>
        </p:nvSpPr>
        <p:spPr>
          <a:xfrm>
            <a:off x="3433643" y="2161248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840" name="Google Shape;840;p30"/>
          <p:cNvSpPr txBox="1"/>
          <p:nvPr>
            <p:ph idx="4" type="subTitle"/>
          </p:nvPr>
        </p:nvSpPr>
        <p:spPr>
          <a:xfrm>
            <a:off x="3626549" y="2570926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841" name="Google Shape;841;p30"/>
          <p:cNvSpPr txBox="1"/>
          <p:nvPr>
            <p:ph idx="5" type="title"/>
          </p:nvPr>
        </p:nvSpPr>
        <p:spPr>
          <a:xfrm>
            <a:off x="6022897" y="2161248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842" name="Google Shape;842;p30"/>
          <p:cNvSpPr txBox="1"/>
          <p:nvPr>
            <p:ph idx="6" type="subTitle"/>
          </p:nvPr>
        </p:nvSpPr>
        <p:spPr>
          <a:xfrm>
            <a:off x="6215813" y="2570926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843" name="Google Shape;843;p30"/>
          <p:cNvSpPr txBox="1"/>
          <p:nvPr>
            <p:ph idx="7" type="title"/>
          </p:nvPr>
        </p:nvSpPr>
        <p:spPr>
          <a:xfrm>
            <a:off x="844400" y="3788273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844" name="Google Shape;844;p30"/>
          <p:cNvSpPr txBox="1"/>
          <p:nvPr>
            <p:ph idx="8" type="subTitle"/>
          </p:nvPr>
        </p:nvSpPr>
        <p:spPr>
          <a:xfrm>
            <a:off x="1037275" y="4197951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845" name="Google Shape;845;p30"/>
          <p:cNvSpPr txBox="1"/>
          <p:nvPr>
            <p:ph idx="9" type="title"/>
          </p:nvPr>
        </p:nvSpPr>
        <p:spPr>
          <a:xfrm>
            <a:off x="3433643" y="3788273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846" name="Google Shape;846;p30"/>
          <p:cNvSpPr txBox="1"/>
          <p:nvPr>
            <p:ph idx="13" type="subTitle"/>
          </p:nvPr>
        </p:nvSpPr>
        <p:spPr>
          <a:xfrm>
            <a:off x="3626549" y="4197951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Saturn is a gas giant and has several rings</a:t>
            </a:r>
            <a:endParaRPr/>
          </a:p>
        </p:txBody>
      </p:sp>
      <p:sp>
        <p:nvSpPr>
          <p:cNvPr id="847" name="Google Shape;847;p30"/>
          <p:cNvSpPr txBox="1"/>
          <p:nvPr>
            <p:ph idx="14" type="title"/>
          </p:nvPr>
        </p:nvSpPr>
        <p:spPr>
          <a:xfrm>
            <a:off x="6022897" y="3788273"/>
            <a:ext cx="2276700" cy="42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848" name="Google Shape;848;p30"/>
          <p:cNvSpPr txBox="1"/>
          <p:nvPr>
            <p:ph idx="15" type="subTitle"/>
          </p:nvPr>
        </p:nvSpPr>
        <p:spPr>
          <a:xfrm>
            <a:off x="6215813" y="4197951"/>
            <a:ext cx="1890900" cy="53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Neptune is the farthest planet from the Sun</a:t>
            </a:r>
            <a:endParaRPr/>
          </a:p>
        </p:txBody>
      </p:sp>
      <p:grpSp>
        <p:nvGrpSpPr>
          <p:cNvPr id="849" name="Google Shape;849;p30"/>
          <p:cNvGrpSpPr/>
          <p:nvPr/>
        </p:nvGrpSpPr>
        <p:grpSpPr>
          <a:xfrm>
            <a:off x="4375499" y="3298826"/>
            <a:ext cx="393013" cy="490493"/>
            <a:chOff x="6063324" y="2764845"/>
            <a:chExt cx="319835" cy="399164"/>
          </a:xfrm>
        </p:grpSpPr>
        <p:sp>
          <p:nvSpPr>
            <p:cNvPr id="850" name="Google Shape;850;p30"/>
            <p:cNvSpPr/>
            <p:nvPr/>
          </p:nvSpPr>
          <p:spPr>
            <a:xfrm>
              <a:off x="6118316" y="2998986"/>
              <a:ext cx="209057" cy="165023"/>
            </a:xfrm>
            <a:custGeom>
              <a:rect b="b" l="l" r="r" t="t"/>
              <a:pathLst>
                <a:path extrusionOk="0" h="7473" w="9466">
                  <a:moveTo>
                    <a:pt x="1" y="0"/>
                  </a:moveTo>
                  <a:lnTo>
                    <a:pt x="1922" y="4270"/>
                  </a:lnTo>
                  <a:lnTo>
                    <a:pt x="2812" y="6191"/>
                  </a:lnTo>
                  <a:cubicBezTo>
                    <a:pt x="2812" y="6227"/>
                    <a:pt x="2812" y="6227"/>
                    <a:pt x="2812" y="6263"/>
                  </a:cubicBezTo>
                  <a:lnTo>
                    <a:pt x="2812" y="7472"/>
                  </a:lnTo>
                  <a:lnTo>
                    <a:pt x="6619" y="7472"/>
                  </a:lnTo>
                  <a:lnTo>
                    <a:pt x="6619" y="6298"/>
                  </a:lnTo>
                  <a:lnTo>
                    <a:pt x="7544" y="4270"/>
                  </a:lnTo>
                  <a:lnTo>
                    <a:pt x="9466" y="0"/>
                  </a:lnTo>
                  <a:lnTo>
                    <a:pt x="9466" y="0"/>
                  </a:lnTo>
                  <a:cubicBezTo>
                    <a:pt x="8967" y="499"/>
                    <a:pt x="8398" y="890"/>
                    <a:pt x="7758" y="1210"/>
                  </a:cubicBezTo>
                  <a:lnTo>
                    <a:pt x="6441" y="4092"/>
                  </a:lnTo>
                  <a:lnTo>
                    <a:pt x="5943" y="5195"/>
                  </a:lnTo>
                  <a:lnTo>
                    <a:pt x="3559" y="5195"/>
                  </a:lnTo>
                  <a:lnTo>
                    <a:pt x="3061" y="4092"/>
                  </a:lnTo>
                  <a:lnTo>
                    <a:pt x="1709" y="1210"/>
                  </a:lnTo>
                  <a:cubicBezTo>
                    <a:pt x="1104" y="890"/>
                    <a:pt x="499" y="499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30"/>
            <p:cNvSpPr/>
            <p:nvPr/>
          </p:nvSpPr>
          <p:spPr>
            <a:xfrm>
              <a:off x="6258975" y="2764845"/>
              <a:ext cx="124184" cy="247523"/>
            </a:xfrm>
            <a:custGeom>
              <a:rect b="b" l="l" r="r" t="t"/>
              <a:pathLst>
                <a:path extrusionOk="0" h="11209" w="5623">
                  <a:moveTo>
                    <a:pt x="1" y="0"/>
                  </a:moveTo>
                  <a:cubicBezTo>
                    <a:pt x="321" y="356"/>
                    <a:pt x="606" y="783"/>
                    <a:pt x="819" y="1246"/>
                  </a:cubicBezTo>
                  <a:cubicBezTo>
                    <a:pt x="1958" y="4057"/>
                    <a:pt x="1958" y="7188"/>
                    <a:pt x="819" y="9963"/>
                  </a:cubicBezTo>
                  <a:cubicBezTo>
                    <a:pt x="606" y="10426"/>
                    <a:pt x="321" y="10853"/>
                    <a:pt x="1" y="11208"/>
                  </a:cubicBezTo>
                  <a:cubicBezTo>
                    <a:pt x="5623" y="9572"/>
                    <a:pt x="5623" y="1637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30"/>
            <p:cNvSpPr/>
            <p:nvPr/>
          </p:nvSpPr>
          <p:spPr>
            <a:xfrm>
              <a:off x="6063324" y="2764845"/>
              <a:ext cx="124184" cy="247523"/>
            </a:xfrm>
            <a:custGeom>
              <a:rect b="b" l="l" r="r" t="t"/>
              <a:pathLst>
                <a:path extrusionOk="0" h="11209" w="5623">
                  <a:moveTo>
                    <a:pt x="5622" y="0"/>
                  </a:moveTo>
                  <a:lnTo>
                    <a:pt x="5622" y="0"/>
                  </a:lnTo>
                  <a:cubicBezTo>
                    <a:pt x="0" y="1637"/>
                    <a:pt x="0" y="9572"/>
                    <a:pt x="5622" y="11208"/>
                  </a:cubicBezTo>
                  <a:cubicBezTo>
                    <a:pt x="5266" y="10853"/>
                    <a:pt x="4982" y="10426"/>
                    <a:pt x="4768" y="9963"/>
                  </a:cubicBezTo>
                  <a:cubicBezTo>
                    <a:pt x="4163" y="8575"/>
                    <a:pt x="3879" y="7117"/>
                    <a:pt x="3914" y="5587"/>
                  </a:cubicBezTo>
                  <a:cubicBezTo>
                    <a:pt x="3879" y="4092"/>
                    <a:pt x="4163" y="2633"/>
                    <a:pt x="4768" y="1246"/>
                  </a:cubicBezTo>
                  <a:cubicBezTo>
                    <a:pt x="4982" y="783"/>
                    <a:pt x="5266" y="356"/>
                    <a:pt x="56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30"/>
            <p:cNvSpPr/>
            <p:nvPr/>
          </p:nvSpPr>
          <p:spPr>
            <a:xfrm>
              <a:off x="6173329" y="2771912"/>
              <a:ext cx="99029" cy="234163"/>
            </a:xfrm>
            <a:custGeom>
              <a:rect b="b" l="l" r="r" t="t"/>
              <a:pathLst>
                <a:path extrusionOk="0" h="10604" w="4484">
                  <a:moveTo>
                    <a:pt x="2242" y="1"/>
                  </a:moveTo>
                  <a:cubicBezTo>
                    <a:pt x="1175" y="1"/>
                    <a:pt x="1" y="2171"/>
                    <a:pt x="1" y="5302"/>
                  </a:cubicBezTo>
                  <a:cubicBezTo>
                    <a:pt x="1" y="8398"/>
                    <a:pt x="1175" y="10604"/>
                    <a:pt x="2242" y="10604"/>
                  </a:cubicBezTo>
                  <a:cubicBezTo>
                    <a:pt x="3310" y="10604"/>
                    <a:pt x="4484" y="8398"/>
                    <a:pt x="4484" y="5302"/>
                  </a:cubicBezTo>
                  <a:cubicBezTo>
                    <a:pt x="4484" y="2171"/>
                    <a:pt x="3310" y="1"/>
                    <a:pt x="2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4" name="Google Shape;854;p30"/>
          <p:cNvGrpSpPr/>
          <p:nvPr/>
        </p:nvGrpSpPr>
        <p:grpSpPr>
          <a:xfrm>
            <a:off x="6955090" y="3298296"/>
            <a:ext cx="412336" cy="491550"/>
            <a:chOff x="4748670" y="2155059"/>
            <a:chExt cx="335559" cy="400024"/>
          </a:xfrm>
        </p:grpSpPr>
        <p:sp>
          <p:nvSpPr>
            <p:cNvPr id="855" name="Google Shape;855;p30"/>
            <p:cNvSpPr/>
            <p:nvPr/>
          </p:nvSpPr>
          <p:spPr>
            <a:xfrm>
              <a:off x="4748670" y="2155059"/>
              <a:ext cx="335559" cy="234229"/>
            </a:xfrm>
            <a:custGeom>
              <a:rect b="b" l="l" r="r" t="t"/>
              <a:pathLst>
                <a:path extrusionOk="0" h="10607" w="15194">
                  <a:moveTo>
                    <a:pt x="5093" y="5874"/>
                  </a:moveTo>
                  <a:cubicBezTo>
                    <a:pt x="5515" y="5874"/>
                    <a:pt x="5860" y="6420"/>
                    <a:pt x="5480" y="6800"/>
                  </a:cubicBezTo>
                  <a:lnTo>
                    <a:pt x="4519" y="7796"/>
                  </a:lnTo>
                  <a:cubicBezTo>
                    <a:pt x="4413" y="7867"/>
                    <a:pt x="4270" y="7938"/>
                    <a:pt x="4128" y="7938"/>
                  </a:cubicBezTo>
                  <a:cubicBezTo>
                    <a:pt x="3630" y="7938"/>
                    <a:pt x="3381" y="7369"/>
                    <a:pt x="3737" y="7013"/>
                  </a:cubicBezTo>
                  <a:lnTo>
                    <a:pt x="4697" y="6053"/>
                  </a:lnTo>
                  <a:cubicBezTo>
                    <a:pt x="4824" y="5926"/>
                    <a:pt x="4962" y="5874"/>
                    <a:pt x="5093" y="5874"/>
                  </a:cubicBezTo>
                  <a:close/>
                  <a:moveTo>
                    <a:pt x="8188" y="5874"/>
                  </a:moveTo>
                  <a:cubicBezTo>
                    <a:pt x="8610" y="5874"/>
                    <a:pt x="8956" y="6420"/>
                    <a:pt x="8576" y="6800"/>
                  </a:cubicBezTo>
                  <a:lnTo>
                    <a:pt x="6049" y="9326"/>
                  </a:lnTo>
                  <a:cubicBezTo>
                    <a:pt x="5943" y="9433"/>
                    <a:pt x="5800" y="9468"/>
                    <a:pt x="5658" y="9504"/>
                  </a:cubicBezTo>
                  <a:cubicBezTo>
                    <a:pt x="5516" y="9504"/>
                    <a:pt x="5373" y="9433"/>
                    <a:pt x="5266" y="9326"/>
                  </a:cubicBezTo>
                  <a:cubicBezTo>
                    <a:pt x="5053" y="9113"/>
                    <a:pt x="5053" y="8757"/>
                    <a:pt x="5266" y="8543"/>
                  </a:cubicBezTo>
                  <a:lnTo>
                    <a:pt x="7793" y="6053"/>
                  </a:lnTo>
                  <a:cubicBezTo>
                    <a:pt x="7919" y="5926"/>
                    <a:pt x="8057" y="5874"/>
                    <a:pt x="8188" y="5874"/>
                  </a:cubicBezTo>
                  <a:close/>
                  <a:moveTo>
                    <a:pt x="10205" y="1"/>
                  </a:moveTo>
                  <a:cubicBezTo>
                    <a:pt x="10184" y="1"/>
                    <a:pt x="10163" y="2"/>
                    <a:pt x="10141" y="4"/>
                  </a:cubicBezTo>
                  <a:lnTo>
                    <a:pt x="5089" y="4"/>
                  </a:lnTo>
                  <a:cubicBezTo>
                    <a:pt x="4413" y="75"/>
                    <a:pt x="4413" y="1036"/>
                    <a:pt x="5089" y="1107"/>
                  </a:cubicBezTo>
                  <a:lnTo>
                    <a:pt x="7081" y="1107"/>
                  </a:lnTo>
                  <a:lnTo>
                    <a:pt x="7081" y="4238"/>
                  </a:lnTo>
                  <a:lnTo>
                    <a:pt x="4092" y="4238"/>
                  </a:lnTo>
                  <a:cubicBezTo>
                    <a:pt x="4065" y="4236"/>
                    <a:pt x="4038" y="4235"/>
                    <a:pt x="4011" y="4235"/>
                  </a:cubicBezTo>
                  <a:cubicBezTo>
                    <a:pt x="3509" y="4235"/>
                    <a:pt x="3048" y="4546"/>
                    <a:pt x="2811" y="4985"/>
                  </a:cubicBezTo>
                  <a:lnTo>
                    <a:pt x="285" y="9824"/>
                  </a:lnTo>
                  <a:cubicBezTo>
                    <a:pt x="143" y="10073"/>
                    <a:pt x="36" y="10322"/>
                    <a:pt x="1" y="10607"/>
                  </a:cubicBezTo>
                  <a:lnTo>
                    <a:pt x="15194" y="10607"/>
                  </a:lnTo>
                  <a:cubicBezTo>
                    <a:pt x="15158" y="10322"/>
                    <a:pt x="15051" y="10073"/>
                    <a:pt x="14944" y="9824"/>
                  </a:cubicBezTo>
                  <a:lnTo>
                    <a:pt x="12383" y="4985"/>
                  </a:lnTo>
                  <a:cubicBezTo>
                    <a:pt x="12146" y="4546"/>
                    <a:pt x="11685" y="4235"/>
                    <a:pt x="11183" y="4235"/>
                  </a:cubicBezTo>
                  <a:cubicBezTo>
                    <a:pt x="11156" y="4235"/>
                    <a:pt x="11129" y="4236"/>
                    <a:pt x="11102" y="4238"/>
                  </a:cubicBezTo>
                  <a:lnTo>
                    <a:pt x="8149" y="4238"/>
                  </a:lnTo>
                  <a:lnTo>
                    <a:pt x="8149" y="1107"/>
                  </a:lnTo>
                  <a:lnTo>
                    <a:pt x="10141" y="1107"/>
                  </a:lnTo>
                  <a:cubicBezTo>
                    <a:pt x="10163" y="1109"/>
                    <a:pt x="10184" y="1110"/>
                    <a:pt x="10205" y="1110"/>
                  </a:cubicBezTo>
                  <a:cubicBezTo>
                    <a:pt x="10903" y="1110"/>
                    <a:pt x="10903" y="1"/>
                    <a:pt x="10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30"/>
            <p:cNvSpPr/>
            <p:nvPr/>
          </p:nvSpPr>
          <p:spPr>
            <a:xfrm>
              <a:off x="4748670" y="2413623"/>
              <a:ext cx="335559" cy="141460"/>
            </a:xfrm>
            <a:custGeom>
              <a:rect b="b" l="l" r="r" t="t"/>
              <a:pathLst>
                <a:path extrusionOk="0" h="6406" w="15194">
                  <a:moveTo>
                    <a:pt x="11920" y="1104"/>
                  </a:moveTo>
                  <a:cubicBezTo>
                    <a:pt x="12632" y="1104"/>
                    <a:pt x="12632" y="2171"/>
                    <a:pt x="11920" y="2171"/>
                  </a:cubicBezTo>
                  <a:lnTo>
                    <a:pt x="9714" y="2171"/>
                  </a:lnTo>
                  <a:cubicBezTo>
                    <a:pt x="9002" y="2171"/>
                    <a:pt x="9002" y="1104"/>
                    <a:pt x="9714" y="1104"/>
                  </a:cubicBezTo>
                  <a:close/>
                  <a:moveTo>
                    <a:pt x="1" y="1"/>
                  </a:moveTo>
                  <a:cubicBezTo>
                    <a:pt x="36" y="286"/>
                    <a:pt x="143" y="570"/>
                    <a:pt x="285" y="819"/>
                  </a:cubicBezTo>
                  <a:lnTo>
                    <a:pt x="2811" y="5623"/>
                  </a:lnTo>
                  <a:cubicBezTo>
                    <a:pt x="3060" y="6121"/>
                    <a:pt x="3559" y="6405"/>
                    <a:pt x="4092" y="6405"/>
                  </a:cubicBezTo>
                  <a:lnTo>
                    <a:pt x="11102" y="6405"/>
                  </a:lnTo>
                  <a:cubicBezTo>
                    <a:pt x="11635" y="6405"/>
                    <a:pt x="12134" y="6121"/>
                    <a:pt x="12383" y="5623"/>
                  </a:cubicBezTo>
                  <a:lnTo>
                    <a:pt x="14909" y="819"/>
                  </a:lnTo>
                  <a:cubicBezTo>
                    <a:pt x="15051" y="570"/>
                    <a:pt x="15158" y="286"/>
                    <a:pt x="15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7" name="Google Shape;857;p30"/>
          <p:cNvGrpSpPr/>
          <p:nvPr/>
        </p:nvGrpSpPr>
        <p:grpSpPr>
          <a:xfrm>
            <a:off x="4322873" y="1651293"/>
            <a:ext cx="498254" cy="490599"/>
            <a:chOff x="3408884" y="2764757"/>
            <a:chExt cx="405480" cy="399251"/>
          </a:xfrm>
        </p:grpSpPr>
        <p:sp>
          <p:nvSpPr>
            <p:cNvPr id="858" name="Google Shape;858;p30"/>
            <p:cNvSpPr/>
            <p:nvPr/>
          </p:nvSpPr>
          <p:spPr>
            <a:xfrm>
              <a:off x="3539318" y="3090915"/>
              <a:ext cx="69965" cy="73093"/>
            </a:xfrm>
            <a:custGeom>
              <a:rect b="b" l="l" r="r" t="t"/>
              <a:pathLst>
                <a:path extrusionOk="0" h="3310" w="3168">
                  <a:moveTo>
                    <a:pt x="2278" y="0"/>
                  </a:moveTo>
                  <a:lnTo>
                    <a:pt x="392" y="1459"/>
                  </a:lnTo>
                  <a:lnTo>
                    <a:pt x="356" y="1459"/>
                  </a:lnTo>
                  <a:cubicBezTo>
                    <a:pt x="250" y="1530"/>
                    <a:pt x="107" y="1602"/>
                    <a:pt x="1" y="1673"/>
                  </a:cubicBezTo>
                  <a:lnTo>
                    <a:pt x="1424" y="3096"/>
                  </a:lnTo>
                  <a:cubicBezTo>
                    <a:pt x="1566" y="3238"/>
                    <a:pt x="1753" y="3309"/>
                    <a:pt x="1940" y="3309"/>
                  </a:cubicBezTo>
                  <a:cubicBezTo>
                    <a:pt x="2127" y="3309"/>
                    <a:pt x="2313" y="3238"/>
                    <a:pt x="2456" y="3096"/>
                  </a:cubicBezTo>
                  <a:lnTo>
                    <a:pt x="2883" y="2669"/>
                  </a:lnTo>
                  <a:cubicBezTo>
                    <a:pt x="3096" y="2455"/>
                    <a:pt x="3167" y="2135"/>
                    <a:pt x="3061" y="1851"/>
                  </a:cubicBezTo>
                  <a:lnTo>
                    <a:pt x="227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30"/>
            <p:cNvSpPr/>
            <p:nvPr/>
          </p:nvSpPr>
          <p:spPr>
            <a:xfrm>
              <a:off x="3408884" y="2966480"/>
              <a:ext cx="74669" cy="68677"/>
            </a:xfrm>
            <a:custGeom>
              <a:rect b="b" l="l" r="r" t="t"/>
              <a:pathLst>
                <a:path extrusionOk="0" h="3110" w="3381">
                  <a:moveTo>
                    <a:pt x="1268" y="0"/>
                  </a:moveTo>
                  <a:cubicBezTo>
                    <a:pt x="1076" y="0"/>
                    <a:pt x="895" y="80"/>
                    <a:pt x="747" y="227"/>
                  </a:cubicBezTo>
                  <a:lnTo>
                    <a:pt x="285" y="654"/>
                  </a:lnTo>
                  <a:cubicBezTo>
                    <a:pt x="0" y="939"/>
                    <a:pt x="0" y="1401"/>
                    <a:pt x="285" y="1686"/>
                  </a:cubicBezTo>
                  <a:lnTo>
                    <a:pt x="1708" y="3109"/>
                  </a:lnTo>
                  <a:cubicBezTo>
                    <a:pt x="1779" y="3002"/>
                    <a:pt x="1850" y="2860"/>
                    <a:pt x="1921" y="2753"/>
                  </a:cubicBezTo>
                  <a:lnTo>
                    <a:pt x="1957" y="2718"/>
                  </a:lnTo>
                  <a:lnTo>
                    <a:pt x="3380" y="868"/>
                  </a:lnTo>
                  <a:lnTo>
                    <a:pt x="1530" y="49"/>
                  </a:lnTo>
                  <a:cubicBezTo>
                    <a:pt x="1442" y="16"/>
                    <a:pt x="1354" y="0"/>
                    <a:pt x="1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30"/>
            <p:cNvSpPr/>
            <p:nvPr/>
          </p:nvSpPr>
          <p:spPr>
            <a:xfrm>
              <a:off x="3687044" y="2962064"/>
              <a:ext cx="124184" cy="130441"/>
            </a:xfrm>
            <a:custGeom>
              <a:rect b="b" l="l" r="r" t="t"/>
              <a:pathLst>
                <a:path extrusionOk="0" h="5907" w="5623">
                  <a:moveTo>
                    <a:pt x="3203" y="0"/>
                  </a:moveTo>
                  <a:cubicBezTo>
                    <a:pt x="2812" y="320"/>
                    <a:pt x="2420" y="641"/>
                    <a:pt x="1993" y="961"/>
                  </a:cubicBezTo>
                  <a:lnTo>
                    <a:pt x="1" y="2455"/>
                  </a:lnTo>
                  <a:lnTo>
                    <a:pt x="3239" y="5693"/>
                  </a:lnTo>
                  <a:cubicBezTo>
                    <a:pt x="3381" y="5835"/>
                    <a:pt x="3568" y="5907"/>
                    <a:pt x="3755" y="5907"/>
                  </a:cubicBezTo>
                  <a:cubicBezTo>
                    <a:pt x="3941" y="5907"/>
                    <a:pt x="4128" y="5835"/>
                    <a:pt x="4270" y="5693"/>
                  </a:cubicBezTo>
                  <a:lnTo>
                    <a:pt x="5338" y="4626"/>
                  </a:lnTo>
                  <a:cubicBezTo>
                    <a:pt x="5587" y="4412"/>
                    <a:pt x="5623" y="4021"/>
                    <a:pt x="5445" y="3736"/>
                  </a:cubicBezTo>
                  <a:lnTo>
                    <a:pt x="320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30"/>
            <p:cNvSpPr/>
            <p:nvPr/>
          </p:nvSpPr>
          <p:spPr>
            <a:xfrm>
              <a:off x="3480373" y="2764757"/>
              <a:ext cx="132046" cy="122690"/>
            </a:xfrm>
            <a:custGeom>
              <a:rect b="b" l="l" r="r" t="t"/>
              <a:pathLst>
                <a:path extrusionOk="0" h="5556" w="5979">
                  <a:moveTo>
                    <a:pt x="1852" y="0"/>
                  </a:moveTo>
                  <a:cubicBezTo>
                    <a:pt x="1663" y="0"/>
                    <a:pt x="1478" y="73"/>
                    <a:pt x="1353" y="218"/>
                  </a:cubicBezTo>
                  <a:lnTo>
                    <a:pt x="286" y="1285"/>
                  </a:lnTo>
                  <a:cubicBezTo>
                    <a:pt x="1" y="1570"/>
                    <a:pt x="1" y="2033"/>
                    <a:pt x="286" y="2317"/>
                  </a:cubicBezTo>
                  <a:lnTo>
                    <a:pt x="3523" y="5555"/>
                  </a:lnTo>
                  <a:lnTo>
                    <a:pt x="5018" y="3598"/>
                  </a:lnTo>
                  <a:cubicBezTo>
                    <a:pt x="5303" y="3171"/>
                    <a:pt x="5623" y="2744"/>
                    <a:pt x="5979" y="2353"/>
                  </a:cubicBezTo>
                  <a:lnTo>
                    <a:pt x="2243" y="111"/>
                  </a:lnTo>
                  <a:cubicBezTo>
                    <a:pt x="2124" y="37"/>
                    <a:pt x="1987" y="0"/>
                    <a:pt x="1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30"/>
            <p:cNvSpPr/>
            <p:nvPr/>
          </p:nvSpPr>
          <p:spPr>
            <a:xfrm>
              <a:off x="3465443" y="2765022"/>
              <a:ext cx="348921" cy="342036"/>
            </a:xfrm>
            <a:custGeom>
              <a:rect b="b" l="l" r="r" t="t"/>
              <a:pathLst>
                <a:path extrusionOk="0" h="15489" w="15799">
                  <a:moveTo>
                    <a:pt x="11932" y="1794"/>
                  </a:moveTo>
                  <a:cubicBezTo>
                    <a:pt x="11974" y="1794"/>
                    <a:pt x="12017" y="1798"/>
                    <a:pt x="12063" y="1807"/>
                  </a:cubicBezTo>
                  <a:cubicBezTo>
                    <a:pt x="12881" y="1985"/>
                    <a:pt x="13557" y="2661"/>
                    <a:pt x="13735" y="3479"/>
                  </a:cubicBezTo>
                  <a:cubicBezTo>
                    <a:pt x="13806" y="3800"/>
                    <a:pt x="13628" y="4120"/>
                    <a:pt x="13308" y="4155"/>
                  </a:cubicBezTo>
                  <a:lnTo>
                    <a:pt x="13201" y="4155"/>
                  </a:lnTo>
                  <a:cubicBezTo>
                    <a:pt x="12952" y="4155"/>
                    <a:pt x="12739" y="3977"/>
                    <a:pt x="12703" y="3693"/>
                  </a:cubicBezTo>
                  <a:cubicBezTo>
                    <a:pt x="12597" y="3266"/>
                    <a:pt x="12276" y="2946"/>
                    <a:pt x="11814" y="2839"/>
                  </a:cubicBezTo>
                  <a:cubicBezTo>
                    <a:pt x="11181" y="2706"/>
                    <a:pt x="11327" y="1794"/>
                    <a:pt x="11932" y="1794"/>
                  </a:cubicBezTo>
                  <a:close/>
                  <a:moveTo>
                    <a:pt x="4284" y="10751"/>
                  </a:moveTo>
                  <a:cubicBezTo>
                    <a:pt x="4693" y="10751"/>
                    <a:pt x="5044" y="11281"/>
                    <a:pt x="4662" y="11663"/>
                  </a:cubicBezTo>
                  <a:lnTo>
                    <a:pt x="3132" y="13193"/>
                  </a:lnTo>
                  <a:cubicBezTo>
                    <a:pt x="3025" y="13300"/>
                    <a:pt x="2919" y="13335"/>
                    <a:pt x="2776" y="13335"/>
                  </a:cubicBezTo>
                  <a:cubicBezTo>
                    <a:pt x="2314" y="13335"/>
                    <a:pt x="2065" y="12801"/>
                    <a:pt x="2385" y="12446"/>
                  </a:cubicBezTo>
                  <a:lnTo>
                    <a:pt x="3915" y="10916"/>
                  </a:lnTo>
                  <a:cubicBezTo>
                    <a:pt x="4031" y="10800"/>
                    <a:pt x="4160" y="10751"/>
                    <a:pt x="4284" y="10751"/>
                  </a:cubicBezTo>
                  <a:close/>
                  <a:moveTo>
                    <a:pt x="12928" y="0"/>
                  </a:moveTo>
                  <a:cubicBezTo>
                    <a:pt x="11952" y="0"/>
                    <a:pt x="10991" y="261"/>
                    <a:pt x="10142" y="775"/>
                  </a:cubicBezTo>
                  <a:cubicBezTo>
                    <a:pt x="8718" y="1629"/>
                    <a:pt x="7473" y="2803"/>
                    <a:pt x="6548" y="4191"/>
                  </a:cubicBezTo>
                  <a:lnTo>
                    <a:pt x="214" y="12481"/>
                  </a:lnTo>
                  <a:cubicBezTo>
                    <a:pt x="1" y="12766"/>
                    <a:pt x="37" y="13157"/>
                    <a:pt x="321" y="13406"/>
                  </a:cubicBezTo>
                  <a:lnTo>
                    <a:pt x="2171" y="15292"/>
                  </a:lnTo>
                  <a:cubicBezTo>
                    <a:pt x="2306" y="15427"/>
                    <a:pt x="2483" y="15489"/>
                    <a:pt x="2662" y="15489"/>
                  </a:cubicBezTo>
                  <a:cubicBezTo>
                    <a:pt x="2813" y="15489"/>
                    <a:pt x="2966" y="15445"/>
                    <a:pt x="3096" y="15363"/>
                  </a:cubicBezTo>
                  <a:lnTo>
                    <a:pt x="11387" y="9030"/>
                  </a:lnTo>
                  <a:cubicBezTo>
                    <a:pt x="12774" y="8105"/>
                    <a:pt x="13949" y="6860"/>
                    <a:pt x="14803" y="5436"/>
                  </a:cubicBezTo>
                  <a:cubicBezTo>
                    <a:pt x="15621" y="4084"/>
                    <a:pt x="15799" y="2412"/>
                    <a:pt x="15301" y="918"/>
                  </a:cubicBezTo>
                  <a:cubicBezTo>
                    <a:pt x="15194" y="597"/>
                    <a:pt x="14981" y="348"/>
                    <a:pt x="14660" y="277"/>
                  </a:cubicBezTo>
                  <a:cubicBezTo>
                    <a:pt x="14091" y="92"/>
                    <a:pt x="13507" y="0"/>
                    <a:pt x="129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3" name="Google Shape;863;p30"/>
          <p:cNvGrpSpPr/>
          <p:nvPr/>
        </p:nvGrpSpPr>
        <p:grpSpPr>
          <a:xfrm>
            <a:off x="1762089" y="1651076"/>
            <a:ext cx="441319" cy="490492"/>
            <a:chOff x="1435721" y="2764845"/>
            <a:chExt cx="359146" cy="399163"/>
          </a:xfrm>
        </p:grpSpPr>
        <p:sp>
          <p:nvSpPr>
            <p:cNvPr id="864" name="Google Shape;864;p30"/>
            <p:cNvSpPr/>
            <p:nvPr/>
          </p:nvSpPr>
          <p:spPr>
            <a:xfrm>
              <a:off x="1464012" y="2833985"/>
              <a:ext cx="301769" cy="196446"/>
            </a:xfrm>
            <a:custGeom>
              <a:rect b="b" l="l" r="r" t="t"/>
              <a:pathLst>
                <a:path extrusionOk="0" h="8896" w="13664">
                  <a:moveTo>
                    <a:pt x="9287" y="1566"/>
                  </a:moveTo>
                  <a:cubicBezTo>
                    <a:pt x="9928" y="1602"/>
                    <a:pt x="9928" y="2562"/>
                    <a:pt x="9287" y="2634"/>
                  </a:cubicBezTo>
                  <a:lnTo>
                    <a:pt x="4412" y="2634"/>
                  </a:lnTo>
                  <a:cubicBezTo>
                    <a:pt x="3736" y="2562"/>
                    <a:pt x="3736" y="1602"/>
                    <a:pt x="4412" y="1566"/>
                  </a:cubicBezTo>
                  <a:close/>
                  <a:moveTo>
                    <a:pt x="3345" y="1"/>
                  </a:moveTo>
                  <a:cubicBezTo>
                    <a:pt x="2776" y="1"/>
                    <a:pt x="2313" y="463"/>
                    <a:pt x="2313" y="1032"/>
                  </a:cubicBezTo>
                  <a:lnTo>
                    <a:pt x="2313" y="2776"/>
                  </a:lnTo>
                  <a:cubicBezTo>
                    <a:pt x="2313" y="2954"/>
                    <a:pt x="2135" y="3132"/>
                    <a:pt x="1957" y="3132"/>
                  </a:cubicBezTo>
                  <a:lnTo>
                    <a:pt x="1744" y="3132"/>
                  </a:lnTo>
                  <a:cubicBezTo>
                    <a:pt x="1210" y="3132"/>
                    <a:pt x="783" y="3487"/>
                    <a:pt x="712" y="4021"/>
                  </a:cubicBezTo>
                  <a:lnTo>
                    <a:pt x="0" y="8896"/>
                  </a:lnTo>
                  <a:lnTo>
                    <a:pt x="6263" y="5693"/>
                  </a:lnTo>
                  <a:cubicBezTo>
                    <a:pt x="6458" y="5604"/>
                    <a:pt x="6663" y="5560"/>
                    <a:pt x="6863" y="5560"/>
                  </a:cubicBezTo>
                  <a:cubicBezTo>
                    <a:pt x="7063" y="5560"/>
                    <a:pt x="7259" y="5604"/>
                    <a:pt x="7437" y="5693"/>
                  </a:cubicBezTo>
                  <a:lnTo>
                    <a:pt x="13664" y="8896"/>
                  </a:lnTo>
                  <a:lnTo>
                    <a:pt x="12987" y="4021"/>
                  </a:lnTo>
                  <a:cubicBezTo>
                    <a:pt x="12881" y="3487"/>
                    <a:pt x="12454" y="3132"/>
                    <a:pt x="11920" y="3132"/>
                  </a:cubicBezTo>
                  <a:lnTo>
                    <a:pt x="11778" y="3132"/>
                  </a:lnTo>
                  <a:cubicBezTo>
                    <a:pt x="11564" y="3132"/>
                    <a:pt x="11422" y="2954"/>
                    <a:pt x="11422" y="2776"/>
                  </a:cubicBezTo>
                  <a:lnTo>
                    <a:pt x="11422" y="1032"/>
                  </a:lnTo>
                  <a:cubicBezTo>
                    <a:pt x="11422" y="463"/>
                    <a:pt x="10924" y="1"/>
                    <a:pt x="103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30"/>
            <p:cNvSpPr/>
            <p:nvPr/>
          </p:nvSpPr>
          <p:spPr>
            <a:xfrm>
              <a:off x="1626668" y="2985626"/>
              <a:ext cx="168199" cy="178382"/>
            </a:xfrm>
            <a:custGeom>
              <a:rect b="b" l="l" r="r" t="t"/>
              <a:pathLst>
                <a:path extrusionOk="0" h="8078" w="7616">
                  <a:moveTo>
                    <a:pt x="1775" y="2486"/>
                  </a:moveTo>
                  <a:cubicBezTo>
                    <a:pt x="2137" y="2486"/>
                    <a:pt x="2491" y="2772"/>
                    <a:pt x="2491" y="3203"/>
                  </a:cubicBezTo>
                  <a:cubicBezTo>
                    <a:pt x="2456" y="3594"/>
                    <a:pt x="2171" y="3914"/>
                    <a:pt x="1780" y="3914"/>
                  </a:cubicBezTo>
                  <a:cubicBezTo>
                    <a:pt x="1139" y="3914"/>
                    <a:pt x="819" y="3132"/>
                    <a:pt x="1282" y="2705"/>
                  </a:cubicBezTo>
                  <a:cubicBezTo>
                    <a:pt x="1421" y="2553"/>
                    <a:pt x="1599" y="2486"/>
                    <a:pt x="1775" y="2486"/>
                  </a:cubicBezTo>
                  <a:close/>
                  <a:moveTo>
                    <a:pt x="1" y="1"/>
                  </a:moveTo>
                  <a:lnTo>
                    <a:pt x="1" y="8077"/>
                  </a:lnTo>
                  <a:lnTo>
                    <a:pt x="5409" y="8077"/>
                  </a:lnTo>
                  <a:cubicBezTo>
                    <a:pt x="5516" y="8077"/>
                    <a:pt x="5587" y="8042"/>
                    <a:pt x="5622" y="7971"/>
                  </a:cubicBezTo>
                  <a:lnTo>
                    <a:pt x="7579" y="4128"/>
                  </a:lnTo>
                  <a:cubicBezTo>
                    <a:pt x="7615" y="4092"/>
                    <a:pt x="7615" y="4021"/>
                    <a:pt x="7615" y="3950"/>
                  </a:cubicBezTo>
                  <a:cubicBezTo>
                    <a:pt x="7579" y="3914"/>
                    <a:pt x="7544" y="3879"/>
                    <a:pt x="7508" y="38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30"/>
            <p:cNvSpPr/>
            <p:nvPr/>
          </p:nvSpPr>
          <p:spPr>
            <a:xfrm>
              <a:off x="1435721" y="2985626"/>
              <a:ext cx="168177" cy="178382"/>
            </a:xfrm>
            <a:custGeom>
              <a:rect b="b" l="l" r="r" t="t"/>
              <a:pathLst>
                <a:path extrusionOk="0" h="8078" w="7615">
                  <a:moveTo>
                    <a:pt x="5818" y="2491"/>
                  </a:moveTo>
                  <a:cubicBezTo>
                    <a:pt x="6446" y="2505"/>
                    <a:pt x="6757" y="3278"/>
                    <a:pt x="6298" y="3701"/>
                  </a:cubicBezTo>
                  <a:cubicBezTo>
                    <a:pt x="6159" y="3852"/>
                    <a:pt x="5981" y="3920"/>
                    <a:pt x="5805" y="3920"/>
                  </a:cubicBezTo>
                  <a:cubicBezTo>
                    <a:pt x="5443" y="3920"/>
                    <a:pt x="5089" y="3634"/>
                    <a:pt x="5089" y="3203"/>
                  </a:cubicBezTo>
                  <a:cubicBezTo>
                    <a:pt x="5089" y="2817"/>
                    <a:pt x="5400" y="2500"/>
                    <a:pt x="5818" y="2491"/>
                  </a:cubicBezTo>
                  <a:close/>
                  <a:moveTo>
                    <a:pt x="7615" y="1"/>
                  </a:moveTo>
                  <a:lnTo>
                    <a:pt x="143" y="3843"/>
                  </a:lnTo>
                  <a:cubicBezTo>
                    <a:pt x="72" y="3879"/>
                    <a:pt x="36" y="3914"/>
                    <a:pt x="36" y="3950"/>
                  </a:cubicBezTo>
                  <a:cubicBezTo>
                    <a:pt x="1" y="4021"/>
                    <a:pt x="1" y="4092"/>
                    <a:pt x="36" y="4128"/>
                  </a:cubicBezTo>
                  <a:lnTo>
                    <a:pt x="1993" y="7971"/>
                  </a:lnTo>
                  <a:cubicBezTo>
                    <a:pt x="2029" y="8042"/>
                    <a:pt x="2100" y="8077"/>
                    <a:pt x="2207" y="8077"/>
                  </a:cubicBezTo>
                  <a:lnTo>
                    <a:pt x="7615" y="8077"/>
                  </a:lnTo>
                  <a:lnTo>
                    <a:pt x="76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30"/>
            <p:cNvSpPr/>
            <p:nvPr/>
          </p:nvSpPr>
          <p:spPr>
            <a:xfrm>
              <a:off x="1567745" y="2764845"/>
              <a:ext cx="94303" cy="44805"/>
            </a:xfrm>
            <a:custGeom>
              <a:rect b="b" l="l" r="r" t="t"/>
              <a:pathLst>
                <a:path extrusionOk="0" h="2029" w="4270">
                  <a:moveTo>
                    <a:pt x="712" y="0"/>
                  </a:moveTo>
                  <a:cubicBezTo>
                    <a:pt x="320" y="0"/>
                    <a:pt x="36" y="321"/>
                    <a:pt x="0" y="712"/>
                  </a:cubicBezTo>
                  <a:lnTo>
                    <a:pt x="0" y="2029"/>
                  </a:lnTo>
                  <a:lnTo>
                    <a:pt x="4270" y="2029"/>
                  </a:lnTo>
                  <a:lnTo>
                    <a:pt x="4270" y="712"/>
                  </a:lnTo>
                  <a:cubicBezTo>
                    <a:pt x="4270" y="321"/>
                    <a:pt x="3950" y="0"/>
                    <a:pt x="35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30"/>
            <p:cNvSpPr/>
            <p:nvPr/>
          </p:nvSpPr>
          <p:spPr>
            <a:xfrm>
              <a:off x="1568518" y="2764845"/>
              <a:ext cx="93530" cy="44805"/>
            </a:xfrm>
            <a:custGeom>
              <a:rect b="b" l="l" r="r" t="t"/>
              <a:pathLst>
                <a:path extrusionOk="0" h="2029" w="4235">
                  <a:moveTo>
                    <a:pt x="677" y="0"/>
                  </a:moveTo>
                  <a:cubicBezTo>
                    <a:pt x="285" y="0"/>
                    <a:pt x="1" y="321"/>
                    <a:pt x="1" y="712"/>
                  </a:cubicBezTo>
                  <a:lnTo>
                    <a:pt x="1" y="2029"/>
                  </a:lnTo>
                  <a:lnTo>
                    <a:pt x="4235" y="2029"/>
                  </a:lnTo>
                  <a:lnTo>
                    <a:pt x="4235" y="712"/>
                  </a:lnTo>
                  <a:cubicBezTo>
                    <a:pt x="4235" y="321"/>
                    <a:pt x="3915" y="0"/>
                    <a:pt x="35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9" name="Google Shape;869;p30"/>
          <p:cNvGrpSpPr/>
          <p:nvPr/>
        </p:nvGrpSpPr>
        <p:grpSpPr>
          <a:xfrm>
            <a:off x="1735745" y="3314205"/>
            <a:ext cx="493994" cy="459748"/>
            <a:chOff x="2102291" y="2777300"/>
            <a:chExt cx="402013" cy="374144"/>
          </a:xfrm>
        </p:grpSpPr>
        <p:sp>
          <p:nvSpPr>
            <p:cNvPr id="870" name="Google Shape;870;p30"/>
            <p:cNvSpPr/>
            <p:nvPr/>
          </p:nvSpPr>
          <p:spPr>
            <a:xfrm>
              <a:off x="2373980" y="2950272"/>
              <a:ext cx="120231" cy="67595"/>
            </a:xfrm>
            <a:custGeom>
              <a:rect b="b" l="l" r="r" t="t"/>
              <a:pathLst>
                <a:path extrusionOk="0" h="3061" w="5444">
                  <a:moveTo>
                    <a:pt x="0" y="0"/>
                  </a:moveTo>
                  <a:lnTo>
                    <a:pt x="0" y="3060"/>
                  </a:lnTo>
                  <a:lnTo>
                    <a:pt x="5053" y="3060"/>
                  </a:lnTo>
                  <a:cubicBezTo>
                    <a:pt x="5159" y="3060"/>
                    <a:pt x="5302" y="3025"/>
                    <a:pt x="5373" y="2918"/>
                  </a:cubicBezTo>
                  <a:cubicBezTo>
                    <a:pt x="5444" y="2811"/>
                    <a:pt x="5444" y="2669"/>
                    <a:pt x="5373" y="2562"/>
                  </a:cubicBezTo>
                  <a:lnTo>
                    <a:pt x="384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30"/>
            <p:cNvSpPr/>
            <p:nvPr/>
          </p:nvSpPr>
          <p:spPr>
            <a:xfrm>
              <a:off x="2373980" y="2808833"/>
              <a:ext cx="70738" cy="117898"/>
            </a:xfrm>
            <a:custGeom>
              <a:rect b="b" l="l" r="r" t="t"/>
              <a:pathLst>
                <a:path extrusionOk="0" h="5339" w="3203">
                  <a:moveTo>
                    <a:pt x="0" y="1"/>
                  </a:moveTo>
                  <a:lnTo>
                    <a:pt x="0" y="5338"/>
                  </a:lnTo>
                  <a:lnTo>
                    <a:pt x="3202" y="53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30"/>
            <p:cNvSpPr/>
            <p:nvPr/>
          </p:nvSpPr>
          <p:spPr>
            <a:xfrm>
              <a:off x="2102291" y="2777300"/>
              <a:ext cx="402013" cy="374144"/>
            </a:xfrm>
            <a:custGeom>
              <a:rect b="b" l="l" r="r" t="t"/>
              <a:pathLst>
                <a:path extrusionOk="0" h="16943" w="18203">
                  <a:moveTo>
                    <a:pt x="10908" y="0"/>
                  </a:moveTo>
                  <a:cubicBezTo>
                    <a:pt x="10887" y="0"/>
                    <a:pt x="10865" y="2"/>
                    <a:pt x="10843" y="6"/>
                  </a:cubicBezTo>
                  <a:cubicBezTo>
                    <a:pt x="8602" y="148"/>
                    <a:pt x="6467" y="1251"/>
                    <a:pt x="5044" y="2995"/>
                  </a:cubicBezTo>
                  <a:lnTo>
                    <a:pt x="10167" y="2995"/>
                  </a:lnTo>
                  <a:lnTo>
                    <a:pt x="10167" y="4062"/>
                  </a:lnTo>
                  <a:lnTo>
                    <a:pt x="4225" y="4062"/>
                  </a:lnTo>
                  <a:cubicBezTo>
                    <a:pt x="3620" y="4916"/>
                    <a:pt x="3122" y="5805"/>
                    <a:pt x="2766" y="6766"/>
                  </a:cubicBezTo>
                  <a:lnTo>
                    <a:pt x="10167" y="6766"/>
                  </a:lnTo>
                  <a:lnTo>
                    <a:pt x="10167" y="7833"/>
                  </a:lnTo>
                  <a:lnTo>
                    <a:pt x="2375" y="7833"/>
                  </a:lnTo>
                  <a:cubicBezTo>
                    <a:pt x="2090" y="8723"/>
                    <a:pt x="1913" y="9613"/>
                    <a:pt x="1841" y="10538"/>
                  </a:cubicBezTo>
                  <a:cubicBezTo>
                    <a:pt x="1841" y="10751"/>
                    <a:pt x="2019" y="10929"/>
                    <a:pt x="2197" y="10929"/>
                  </a:cubicBezTo>
                  <a:lnTo>
                    <a:pt x="10167" y="10929"/>
                  </a:lnTo>
                  <a:lnTo>
                    <a:pt x="10167" y="13242"/>
                  </a:lnTo>
                  <a:lnTo>
                    <a:pt x="454" y="13242"/>
                  </a:lnTo>
                  <a:cubicBezTo>
                    <a:pt x="441" y="13240"/>
                    <a:pt x="429" y="13239"/>
                    <a:pt x="418" y="13239"/>
                  </a:cubicBezTo>
                  <a:cubicBezTo>
                    <a:pt x="154" y="13239"/>
                    <a:pt x="0" y="13607"/>
                    <a:pt x="205" y="13811"/>
                  </a:cubicBezTo>
                  <a:lnTo>
                    <a:pt x="3193" y="16835"/>
                  </a:lnTo>
                  <a:cubicBezTo>
                    <a:pt x="3265" y="16907"/>
                    <a:pt x="3336" y="16942"/>
                    <a:pt x="3442" y="16942"/>
                  </a:cubicBezTo>
                  <a:lnTo>
                    <a:pt x="16287" y="16942"/>
                  </a:lnTo>
                  <a:cubicBezTo>
                    <a:pt x="16429" y="16942"/>
                    <a:pt x="16572" y="16871"/>
                    <a:pt x="16607" y="16764"/>
                  </a:cubicBezTo>
                  <a:lnTo>
                    <a:pt x="18102" y="13740"/>
                  </a:lnTo>
                  <a:cubicBezTo>
                    <a:pt x="18202" y="13505"/>
                    <a:pt x="18050" y="13239"/>
                    <a:pt x="17824" y="13239"/>
                  </a:cubicBezTo>
                  <a:cubicBezTo>
                    <a:pt x="17810" y="13239"/>
                    <a:pt x="17796" y="13240"/>
                    <a:pt x="17782" y="13242"/>
                  </a:cubicBezTo>
                  <a:lnTo>
                    <a:pt x="11235" y="13242"/>
                  </a:lnTo>
                  <a:lnTo>
                    <a:pt x="11235" y="326"/>
                  </a:lnTo>
                  <a:cubicBezTo>
                    <a:pt x="11235" y="135"/>
                    <a:pt x="11092" y="0"/>
                    <a:pt x="109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3" name="Google Shape;873;p30"/>
          <p:cNvGrpSpPr/>
          <p:nvPr/>
        </p:nvGrpSpPr>
        <p:grpSpPr>
          <a:xfrm>
            <a:off x="6915495" y="1758852"/>
            <a:ext cx="491524" cy="382957"/>
            <a:chOff x="4028876" y="2808833"/>
            <a:chExt cx="400004" cy="311651"/>
          </a:xfrm>
        </p:grpSpPr>
        <p:sp>
          <p:nvSpPr>
            <p:cNvPr id="874" name="Google Shape;874;p30"/>
            <p:cNvSpPr/>
            <p:nvPr/>
          </p:nvSpPr>
          <p:spPr>
            <a:xfrm>
              <a:off x="4142039" y="2808833"/>
              <a:ext cx="246756" cy="170521"/>
            </a:xfrm>
            <a:custGeom>
              <a:rect b="b" l="l" r="r" t="t"/>
              <a:pathLst>
                <a:path extrusionOk="0" h="7722" w="11173">
                  <a:moveTo>
                    <a:pt x="2171" y="1"/>
                  </a:moveTo>
                  <a:cubicBezTo>
                    <a:pt x="1459" y="1"/>
                    <a:pt x="1459" y="1068"/>
                    <a:pt x="2171" y="1068"/>
                  </a:cubicBezTo>
                  <a:lnTo>
                    <a:pt x="3060" y="1068"/>
                  </a:lnTo>
                  <a:lnTo>
                    <a:pt x="3060" y="2670"/>
                  </a:lnTo>
                  <a:lnTo>
                    <a:pt x="2491" y="2670"/>
                  </a:lnTo>
                  <a:cubicBezTo>
                    <a:pt x="1921" y="2670"/>
                    <a:pt x="1423" y="2990"/>
                    <a:pt x="1174" y="3523"/>
                  </a:cubicBezTo>
                  <a:lnTo>
                    <a:pt x="0" y="6299"/>
                  </a:lnTo>
                  <a:lnTo>
                    <a:pt x="747" y="7366"/>
                  </a:lnTo>
                  <a:cubicBezTo>
                    <a:pt x="925" y="7580"/>
                    <a:pt x="1174" y="7722"/>
                    <a:pt x="1459" y="7722"/>
                  </a:cubicBezTo>
                  <a:lnTo>
                    <a:pt x="7152" y="7722"/>
                  </a:lnTo>
                  <a:lnTo>
                    <a:pt x="7152" y="2670"/>
                  </a:lnTo>
                  <a:lnTo>
                    <a:pt x="4092" y="2670"/>
                  </a:lnTo>
                  <a:lnTo>
                    <a:pt x="4092" y="1068"/>
                  </a:lnTo>
                  <a:lnTo>
                    <a:pt x="8184" y="1068"/>
                  </a:lnTo>
                  <a:lnTo>
                    <a:pt x="8184" y="7722"/>
                  </a:lnTo>
                  <a:lnTo>
                    <a:pt x="9963" y="7722"/>
                  </a:lnTo>
                  <a:cubicBezTo>
                    <a:pt x="10176" y="7722"/>
                    <a:pt x="10354" y="7651"/>
                    <a:pt x="10532" y="7544"/>
                  </a:cubicBezTo>
                  <a:lnTo>
                    <a:pt x="11101" y="7082"/>
                  </a:lnTo>
                  <a:cubicBezTo>
                    <a:pt x="11101" y="7082"/>
                    <a:pt x="11137" y="7046"/>
                    <a:pt x="11172" y="7046"/>
                  </a:cubicBezTo>
                  <a:lnTo>
                    <a:pt x="10674" y="3844"/>
                  </a:lnTo>
                  <a:cubicBezTo>
                    <a:pt x="10568" y="3168"/>
                    <a:pt x="9963" y="2670"/>
                    <a:pt x="9287" y="2670"/>
                  </a:cubicBezTo>
                  <a:lnTo>
                    <a:pt x="9251" y="2670"/>
                  </a:lnTo>
                  <a:lnTo>
                    <a:pt x="9251" y="1068"/>
                  </a:lnTo>
                  <a:lnTo>
                    <a:pt x="10105" y="1068"/>
                  </a:lnTo>
                  <a:cubicBezTo>
                    <a:pt x="10817" y="1068"/>
                    <a:pt x="10817" y="1"/>
                    <a:pt x="10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30"/>
            <p:cNvSpPr/>
            <p:nvPr/>
          </p:nvSpPr>
          <p:spPr>
            <a:xfrm>
              <a:off x="4028876" y="2962837"/>
              <a:ext cx="400004" cy="125738"/>
            </a:xfrm>
            <a:custGeom>
              <a:rect b="b" l="l" r="r" t="t"/>
              <a:pathLst>
                <a:path extrusionOk="0" h="5694" w="18112">
                  <a:moveTo>
                    <a:pt x="4270" y="1"/>
                  </a:moveTo>
                  <a:lnTo>
                    <a:pt x="890" y="1317"/>
                  </a:lnTo>
                  <a:cubicBezTo>
                    <a:pt x="356" y="1531"/>
                    <a:pt x="0" y="2029"/>
                    <a:pt x="0" y="2598"/>
                  </a:cubicBezTo>
                  <a:lnTo>
                    <a:pt x="0" y="4306"/>
                  </a:lnTo>
                  <a:cubicBezTo>
                    <a:pt x="0" y="5089"/>
                    <a:pt x="641" y="5694"/>
                    <a:pt x="1388" y="5694"/>
                  </a:cubicBezTo>
                  <a:lnTo>
                    <a:pt x="1922" y="5694"/>
                  </a:lnTo>
                  <a:cubicBezTo>
                    <a:pt x="1922" y="4342"/>
                    <a:pt x="3025" y="3239"/>
                    <a:pt x="4377" y="3239"/>
                  </a:cubicBezTo>
                  <a:cubicBezTo>
                    <a:pt x="5765" y="3239"/>
                    <a:pt x="6868" y="4342"/>
                    <a:pt x="6868" y="5694"/>
                  </a:cubicBezTo>
                  <a:lnTo>
                    <a:pt x="11422" y="5694"/>
                  </a:lnTo>
                  <a:cubicBezTo>
                    <a:pt x="11351" y="4306"/>
                    <a:pt x="12489" y="3132"/>
                    <a:pt x="13913" y="3132"/>
                  </a:cubicBezTo>
                  <a:cubicBezTo>
                    <a:pt x="15300" y="3132"/>
                    <a:pt x="16439" y="4306"/>
                    <a:pt x="16368" y="5694"/>
                  </a:cubicBezTo>
                  <a:lnTo>
                    <a:pt x="17399" y="5694"/>
                  </a:lnTo>
                  <a:cubicBezTo>
                    <a:pt x="17791" y="5694"/>
                    <a:pt x="18111" y="5373"/>
                    <a:pt x="18111" y="4982"/>
                  </a:cubicBezTo>
                  <a:lnTo>
                    <a:pt x="18111" y="2314"/>
                  </a:lnTo>
                  <a:cubicBezTo>
                    <a:pt x="18111" y="2136"/>
                    <a:pt x="18004" y="1922"/>
                    <a:pt x="17862" y="1780"/>
                  </a:cubicBezTo>
                  <a:lnTo>
                    <a:pt x="16901" y="926"/>
                  </a:lnTo>
                  <a:lnTo>
                    <a:pt x="16332" y="1388"/>
                  </a:lnTo>
                  <a:cubicBezTo>
                    <a:pt x="16012" y="1673"/>
                    <a:pt x="15585" y="1815"/>
                    <a:pt x="15122" y="1815"/>
                  </a:cubicBezTo>
                  <a:lnTo>
                    <a:pt x="6583" y="1815"/>
                  </a:lnTo>
                  <a:cubicBezTo>
                    <a:pt x="5942" y="1815"/>
                    <a:pt x="5338" y="1531"/>
                    <a:pt x="4982" y="997"/>
                  </a:cubicBezTo>
                  <a:lnTo>
                    <a:pt x="4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30"/>
            <p:cNvSpPr/>
            <p:nvPr/>
          </p:nvSpPr>
          <p:spPr>
            <a:xfrm>
              <a:off x="4083890" y="3057924"/>
              <a:ext cx="73101" cy="62317"/>
            </a:xfrm>
            <a:custGeom>
              <a:rect b="b" l="l" r="r" t="t"/>
              <a:pathLst>
                <a:path extrusionOk="0" h="2822" w="3310">
                  <a:moveTo>
                    <a:pt x="1921" y="0"/>
                  </a:moveTo>
                  <a:cubicBezTo>
                    <a:pt x="641" y="0"/>
                    <a:pt x="0" y="1494"/>
                    <a:pt x="890" y="2384"/>
                  </a:cubicBezTo>
                  <a:cubicBezTo>
                    <a:pt x="1181" y="2686"/>
                    <a:pt x="1540" y="2822"/>
                    <a:pt x="1892" y="2822"/>
                  </a:cubicBezTo>
                  <a:cubicBezTo>
                    <a:pt x="2616" y="2822"/>
                    <a:pt x="3309" y="2250"/>
                    <a:pt x="3309" y="1388"/>
                  </a:cubicBezTo>
                  <a:cubicBezTo>
                    <a:pt x="3309" y="605"/>
                    <a:pt x="2669" y="0"/>
                    <a:pt x="19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30"/>
            <p:cNvSpPr/>
            <p:nvPr/>
          </p:nvSpPr>
          <p:spPr>
            <a:xfrm>
              <a:off x="4293697" y="3057924"/>
              <a:ext cx="73101" cy="62560"/>
            </a:xfrm>
            <a:custGeom>
              <a:rect b="b" l="l" r="r" t="t"/>
              <a:pathLst>
                <a:path extrusionOk="0" h="2833" w="3310">
                  <a:moveTo>
                    <a:pt x="1922" y="0"/>
                  </a:moveTo>
                  <a:cubicBezTo>
                    <a:pt x="641" y="0"/>
                    <a:pt x="0" y="1530"/>
                    <a:pt x="890" y="2420"/>
                  </a:cubicBezTo>
                  <a:cubicBezTo>
                    <a:pt x="1186" y="2705"/>
                    <a:pt x="1541" y="2833"/>
                    <a:pt x="1887" y="2833"/>
                  </a:cubicBezTo>
                  <a:cubicBezTo>
                    <a:pt x="2619" y="2833"/>
                    <a:pt x="3309" y="2258"/>
                    <a:pt x="3309" y="1388"/>
                  </a:cubicBezTo>
                  <a:cubicBezTo>
                    <a:pt x="3309" y="605"/>
                    <a:pt x="2669" y="0"/>
                    <a:pt x="19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1" name="Shape 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Google Shape;882;p31"/>
          <p:cNvSpPr txBox="1"/>
          <p:nvPr>
            <p:ph type="title"/>
          </p:nvPr>
        </p:nvSpPr>
        <p:spPr>
          <a:xfrm>
            <a:off x="583850" y="595505"/>
            <a:ext cx="3503100" cy="10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883" name="Google Shape;883;p31"/>
          <p:cNvSpPr txBox="1"/>
          <p:nvPr>
            <p:ph idx="1" type="subTitle"/>
          </p:nvPr>
        </p:nvSpPr>
        <p:spPr>
          <a:xfrm>
            <a:off x="587276" y="1697800"/>
            <a:ext cx="2946900" cy="10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+91 620 421 838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884" name="Google Shape;884;p31"/>
          <p:cNvSpPr txBox="1"/>
          <p:nvPr/>
        </p:nvSpPr>
        <p:spPr>
          <a:xfrm>
            <a:off x="587277" y="4339984"/>
            <a:ext cx="3000000" cy="35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1" i="0" lang="en" sz="1000" u="none" cap="none" strike="noStrike">
                <a:solidFill>
                  <a:schemeClr val="accent1"/>
                </a:solidFill>
                <a:latin typeface="Open Sans"/>
                <a:ea typeface="Open Sans"/>
                <a:cs typeface="Open Sans"/>
                <a:sym typeface="Open Sans"/>
              </a:rPr>
              <a:t>Please keep this slide for attribution.</a:t>
            </a:r>
            <a:endParaRPr b="1" i="0" sz="1000" u="none" cap="none" strike="noStrike">
              <a:solidFill>
                <a:schemeClr val="accen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885" name="Google Shape;885;p3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675075" y="0"/>
            <a:ext cx="4468928" cy="50020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6" name="Google Shape;886;p31"/>
          <p:cNvGrpSpPr/>
          <p:nvPr/>
        </p:nvGrpSpPr>
        <p:grpSpPr>
          <a:xfrm>
            <a:off x="1927966" y="2983842"/>
            <a:ext cx="443365" cy="443365"/>
            <a:chOff x="1379798" y="1723250"/>
            <a:chExt cx="397887" cy="397887"/>
          </a:xfrm>
        </p:grpSpPr>
        <p:sp>
          <p:nvSpPr>
            <p:cNvPr id="887" name="Google Shape;887;p31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31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31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31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1" name="Google Shape;891;p31"/>
          <p:cNvGrpSpPr/>
          <p:nvPr/>
        </p:nvGrpSpPr>
        <p:grpSpPr>
          <a:xfrm>
            <a:off x="713226" y="2983842"/>
            <a:ext cx="443388" cy="443365"/>
            <a:chOff x="266768" y="1721375"/>
            <a:chExt cx="397907" cy="397887"/>
          </a:xfrm>
        </p:grpSpPr>
        <p:sp>
          <p:nvSpPr>
            <p:cNvPr id="892" name="Google Shape;892;p31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31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4" name="Google Shape;894;p31"/>
          <p:cNvGrpSpPr/>
          <p:nvPr/>
        </p:nvGrpSpPr>
        <p:grpSpPr>
          <a:xfrm>
            <a:off x="1320620" y="2983842"/>
            <a:ext cx="443342" cy="443365"/>
            <a:chOff x="864491" y="1723250"/>
            <a:chExt cx="397866" cy="397887"/>
          </a:xfrm>
        </p:grpSpPr>
        <p:sp>
          <p:nvSpPr>
            <p:cNvPr id="895" name="Google Shape;895;p31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31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31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8" name="Google Shape;898;p31"/>
          <p:cNvSpPr/>
          <p:nvPr/>
        </p:nvSpPr>
        <p:spPr>
          <a:xfrm>
            <a:off x="2535328" y="3024188"/>
            <a:ext cx="444730" cy="362724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9" name="Google Shape;899;p31"/>
          <p:cNvGrpSpPr/>
          <p:nvPr/>
        </p:nvGrpSpPr>
        <p:grpSpPr>
          <a:xfrm>
            <a:off x="3144061" y="2984284"/>
            <a:ext cx="443225" cy="442481"/>
            <a:chOff x="2408992" y="1722875"/>
            <a:chExt cx="397761" cy="397093"/>
          </a:xfrm>
        </p:grpSpPr>
        <p:sp>
          <p:nvSpPr>
            <p:cNvPr id="900" name="Google Shape;900;p31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31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02" name="Google Shape;902;p31"/>
          <p:cNvSpPr/>
          <p:nvPr/>
        </p:nvSpPr>
        <p:spPr>
          <a:xfrm>
            <a:off x="4572000" y="0"/>
            <a:ext cx="4571700" cy="5143500"/>
          </a:xfrm>
          <a:prstGeom prst="rect">
            <a:avLst/>
          </a:prstGeom>
          <a:solidFill>
            <a:schemeClr val="accent3">
              <a:alpha val="26274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6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" name="Google Shape;907;p32"/>
          <p:cNvSpPr txBox="1"/>
          <p:nvPr>
            <p:ph type="title"/>
          </p:nvPr>
        </p:nvSpPr>
        <p:spPr>
          <a:xfrm>
            <a:off x="713225" y="48435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TRAVEL ICON PACK BY FLATICON</a:t>
            </a:r>
            <a:endParaRPr/>
          </a:p>
        </p:txBody>
      </p:sp>
      <p:grpSp>
        <p:nvGrpSpPr>
          <p:cNvPr id="908" name="Google Shape;908;p32"/>
          <p:cNvGrpSpPr/>
          <p:nvPr/>
        </p:nvGrpSpPr>
        <p:grpSpPr>
          <a:xfrm>
            <a:off x="1427859" y="2155125"/>
            <a:ext cx="396073" cy="399959"/>
            <a:chOff x="1427859" y="2155125"/>
            <a:chExt cx="396073" cy="399959"/>
          </a:xfrm>
        </p:grpSpPr>
        <p:sp>
          <p:nvSpPr>
            <p:cNvPr id="909" name="Google Shape;909;p32"/>
            <p:cNvSpPr/>
            <p:nvPr/>
          </p:nvSpPr>
          <p:spPr>
            <a:xfrm>
              <a:off x="1525298" y="2155125"/>
              <a:ext cx="199626" cy="57392"/>
            </a:xfrm>
            <a:custGeom>
              <a:rect b="b" l="l" r="r" t="t"/>
              <a:pathLst>
                <a:path extrusionOk="0" h="2599" w="9039">
                  <a:moveTo>
                    <a:pt x="1780" y="1"/>
                  </a:moveTo>
                  <a:cubicBezTo>
                    <a:pt x="819" y="1"/>
                    <a:pt x="1" y="819"/>
                    <a:pt x="1" y="1780"/>
                  </a:cubicBezTo>
                  <a:lnTo>
                    <a:pt x="1" y="2598"/>
                  </a:lnTo>
                  <a:lnTo>
                    <a:pt x="1780" y="2598"/>
                  </a:lnTo>
                  <a:lnTo>
                    <a:pt x="1780" y="1780"/>
                  </a:lnTo>
                  <a:lnTo>
                    <a:pt x="7259" y="1780"/>
                  </a:lnTo>
                  <a:lnTo>
                    <a:pt x="7259" y="2598"/>
                  </a:lnTo>
                  <a:lnTo>
                    <a:pt x="9038" y="2598"/>
                  </a:lnTo>
                  <a:lnTo>
                    <a:pt x="9038" y="1780"/>
                  </a:lnTo>
                  <a:cubicBezTo>
                    <a:pt x="9038" y="819"/>
                    <a:pt x="8256" y="1"/>
                    <a:pt x="7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32"/>
            <p:cNvSpPr/>
            <p:nvPr/>
          </p:nvSpPr>
          <p:spPr>
            <a:xfrm>
              <a:off x="1475011" y="2357070"/>
              <a:ext cx="300996" cy="198014"/>
            </a:xfrm>
            <a:custGeom>
              <a:rect b="b" l="l" r="r" t="t"/>
              <a:pathLst>
                <a:path extrusionOk="0" h="8967" w="13629">
                  <a:moveTo>
                    <a:pt x="1" y="0"/>
                  </a:moveTo>
                  <a:lnTo>
                    <a:pt x="1" y="8077"/>
                  </a:lnTo>
                  <a:cubicBezTo>
                    <a:pt x="1" y="8575"/>
                    <a:pt x="392" y="8966"/>
                    <a:pt x="890" y="8966"/>
                  </a:cubicBezTo>
                  <a:lnTo>
                    <a:pt x="12739" y="8966"/>
                  </a:lnTo>
                  <a:cubicBezTo>
                    <a:pt x="13237" y="8966"/>
                    <a:pt x="13628" y="8575"/>
                    <a:pt x="13628" y="8077"/>
                  </a:cubicBezTo>
                  <a:lnTo>
                    <a:pt x="13628" y="0"/>
                  </a:lnTo>
                  <a:lnTo>
                    <a:pt x="12561" y="0"/>
                  </a:lnTo>
                  <a:lnTo>
                    <a:pt x="12561" y="747"/>
                  </a:lnTo>
                  <a:cubicBezTo>
                    <a:pt x="12845" y="747"/>
                    <a:pt x="13094" y="961"/>
                    <a:pt x="13094" y="1245"/>
                  </a:cubicBezTo>
                  <a:lnTo>
                    <a:pt x="13094" y="3380"/>
                  </a:lnTo>
                  <a:cubicBezTo>
                    <a:pt x="13094" y="3665"/>
                    <a:pt x="12845" y="3914"/>
                    <a:pt x="12561" y="3914"/>
                  </a:cubicBezTo>
                  <a:lnTo>
                    <a:pt x="12561" y="4270"/>
                  </a:lnTo>
                  <a:cubicBezTo>
                    <a:pt x="12507" y="5266"/>
                    <a:pt x="11742" y="5764"/>
                    <a:pt x="10977" y="5764"/>
                  </a:cubicBezTo>
                  <a:cubicBezTo>
                    <a:pt x="10212" y="5764"/>
                    <a:pt x="9447" y="5266"/>
                    <a:pt x="9394" y="4270"/>
                  </a:cubicBezTo>
                  <a:lnTo>
                    <a:pt x="9394" y="3914"/>
                  </a:lnTo>
                  <a:cubicBezTo>
                    <a:pt x="9109" y="3914"/>
                    <a:pt x="8860" y="3665"/>
                    <a:pt x="8860" y="3380"/>
                  </a:cubicBezTo>
                  <a:lnTo>
                    <a:pt x="8860" y="1245"/>
                  </a:lnTo>
                  <a:cubicBezTo>
                    <a:pt x="8860" y="979"/>
                    <a:pt x="9047" y="744"/>
                    <a:pt x="9334" y="744"/>
                  </a:cubicBezTo>
                  <a:cubicBezTo>
                    <a:pt x="9353" y="744"/>
                    <a:pt x="9373" y="745"/>
                    <a:pt x="9394" y="747"/>
                  </a:cubicBezTo>
                  <a:lnTo>
                    <a:pt x="9394" y="0"/>
                  </a:lnTo>
                  <a:lnTo>
                    <a:pt x="4235" y="0"/>
                  </a:lnTo>
                  <a:lnTo>
                    <a:pt x="4235" y="712"/>
                  </a:lnTo>
                  <a:cubicBezTo>
                    <a:pt x="4519" y="712"/>
                    <a:pt x="4768" y="961"/>
                    <a:pt x="4768" y="1245"/>
                  </a:cubicBezTo>
                  <a:lnTo>
                    <a:pt x="4768" y="3380"/>
                  </a:lnTo>
                  <a:cubicBezTo>
                    <a:pt x="4768" y="3665"/>
                    <a:pt x="4519" y="3914"/>
                    <a:pt x="4235" y="3914"/>
                  </a:cubicBezTo>
                  <a:lnTo>
                    <a:pt x="4235" y="4270"/>
                  </a:lnTo>
                  <a:cubicBezTo>
                    <a:pt x="4235" y="5319"/>
                    <a:pt x="3443" y="5844"/>
                    <a:pt x="2651" y="5844"/>
                  </a:cubicBezTo>
                  <a:cubicBezTo>
                    <a:pt x="1860" y="5844"/>
                    <a:pt x="1068" y="5319"/>
                    <a:pt x="1068" y="4270"/>
                  </a:cubicBezTo>
                  <a:lnTo>
                    <a:pt x="1032" y="3878"/>
                  </a:lnTo>
                  <a:cubicBezTo>
                    <a:pt x="748" y="3878"/>
                    <a:pt x="534" y="3665"/>
                    <a:pt x="534" y="3380"/>
                  </a:cubicBezTo>
                  <a:lnTo>
                    <a:pt x="534" y="1245"/>
                  </a:lnTo>
                  <a:cubicBezTo>
                    <a:pt x="499" y="961"/>
                    <a:pt x="748" y="712"/>
                    <a:pt x="1032" y="712"/>
                  </a:cubicBezTo>
                  <a:lnTo>
                    <a:pt x="10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32"/>
            <p:cNvSpPr/>
            <p:nvPr/>
          </p:nvSpPr>
          <p:spPr>
            <a:xfrm>
              <a:off x="1431017" y="2233695"/>
              <a:ext cx="66807" cy="99813"/>
            </a:xfrm>
            <a:custGeom>
              <a:rect b="b" l="l" r="r" t="t"/>
              <a:pathLst>
                <a:path extrusionOk="0" h="4520" w="3025">
                  <a:moveTo>
                    <a:pt x="2242" y="1"/>
                  </a:moveTo>
                  <a:cubicBezTo>
                    <a:pt x="996" y="37"/>
                    <a:pt x="36" y="997"/>
                    <a:pt x="0" y="2243"/>
                  </a:cubicBezTo>
                  <a:lnTo>
                    <a:pt x="0" y="2278"/>
                  </a:lnTo>
                  <a:cubicBezTo>
                    <a:pt x="36" y="3523"/>
                    <a:pt x="996" y="4484"/>
                    <a:pt x="2242" y="4520"/>
                  </a:cubicBezTo>
                  <a:lnTo>
                    <a:pt x="3024" y="4520"/>
                  </a:lnTo>
                  <a:lnTo>
                    <a:pt x="302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32"/>
            <p:cNvSpPr/>
            <p:nvPr/>
          </p:nvSpPr>
          <p:spPr>
            <a:xfrm>
              <a:off x="1752398" y="2234490"/>
              <a:ext cx="69170" cy="99018"/>
            </a:xfrm>
            <a:custGeom>
              <a:rect b="b" l="l" r="r" t="t"/>
              <a:pathLst>
                <a:path extrusionOk="0" h="4484" w="3132">
                  <a:moveTo>
                    <a:pt x="1" y="1"/>
                  </a:moveTo>
                  <a:lnTo>
                    <a:pt x="1" y="4484"/>
                  </a:lnTo>
                  <a:lnTo>
                    <a:pt x="890" y="4484"/>
                  </a:lnTo>
                  <a:cubicBezTo>
                    <a:pt x="2100" y="4448"/>
                    <a:pt x="3096" y="3487"/>
                    <a:pt x="3132" y="2242"/>
                  </a:cubicBezTo>
                  <a:cubicBezTo>
                    <a:pt x="3096" y="997"/>
                    <a:pt x="2100" y="36"/>
                    <a:pt x="8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32"/>
            <p:cNvSpPr/>
            <p:nvPr/>
          </p:nvSpPr>
          <p:spPr>
            <a:xfrm>
              <a:off x="1568518" y="2233695"/>
              <a:ext cx="113959" cy="99813"/>
            </a:xfrm>
            <a:custGeom>
              <a:rect b="b" l="l" r="r" t="t"/>
              <a:pathLst>
                <a:path extrusionOk="0" h="4520" w="5160">
                  <a:moveTo>
                    <a:pt x="1" y="1"/>
                  </a:moveTo>
                  <a:lnTo>
                    <a:pt x="1" y="4520"/>
                  </a:lnTo>
                  <a:lnTo>
                    <a:pt x="5160" y="4520"/>
                  </a:lnTo>
                  <a:lnTo>
                    <a:pt x="516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32"/>
            <p:cNvSpPr/>
            <p:nvPr/>
          </p:nvSpPr>
          <p:spPr>
            <a:xfrm>
              <a:off x="1521367" y="2442706"/>
              <a:ext cx="23609" cy="20448"/>
            </a:xfrm>
            <a:custGeom>
              <a:rect b="b" l="l" r="r" t="t"/>
              <a:pathLst>
                <a:path extrusionOk="0" h="926" w="1069">
                  <a:moveTo>
                    <a:pt x="1" y="0"/>
                  </a:moveTo>
                  <a:lnTo>
                    <a:pt x="1" y="392"/>
                  </a:lnTo>
                  <a:cubicBezTo>
                    <a:pt x="1" y="676"/>
                    <a:pt x="250" y="925"/>
                    <a:pt x="535" y="925"/>
                  </a:cubicBezTo>
                  <a:cubicBezTo>
                    <a:pt x="819" y="925"/>
                    <a:pt x="1068" y="676"/>
                    <a:pt x="1068" y="392"/>
                  </a:cubicBezTo>
                  <a:lnTo>
                    <a:pt x="10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32"/>
            <p:cNvSpPr/>
            <p:nvPr/>
          </p:nvSpPr>
          <p:spPr>
            <a:xfrm>
              <a:off x="1521367" y="2233695"/>
              <a:ext cx="22814" cy="139098"/>
            </a:xfrm>
            <a:custGeom>
              <a:rect b="b" l="l" r="r" t="t"/>
              <a:pathLst>
                <a:path extrusionOk="0" h="6299" w="1033">
                  <a:moveTo>
                    <a:pt x="1" y="1"/>
                  </a:moveTo>
                  <a:lnTo>
                    <a:pt x="1" y="6299"/>
                  </a:lnTo>
                  <a:lnTo>
                    <a:pt x="1033" y="629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32"/>
            <p:cNvSpPr/>
            <p:nvPr/>
          </p:nvSpPr>
          <p:spPr>
            <a:xfrm>
              <a:off x="1706042" y="2443479"/>
              <a:ext cx="23587" cy="19676"/>
            </a:xfrm>
            <a:custGeom>
              <a:rect b="b" l="l" r="r" t="t"/>
              <a:pathLst>
                <a:path extrusionOk="0" h="891" w="1068">
                  <a:moveTo>
                    <a:pt x="0" y="1"/>
                  </a:moveTo>
                  <a:lnTo>
                    <a:pt x="0" y="357"/>
                  </a:lnTo>
                  <a:cubicBezTo>
                    <a:pt x="0" y="641"/>
                    <a:pt x="214" y="890"/>
                    <a:pt x="534" y="890"/>
                  </a:cubicBezTo>
                  <a:cubicBezTo>
                    <a:pt x="819" y="890"/>
                    <a:pt x="1068" y="641"/>
                    <a:pt x="1068" y="357"/>
                  </a:cubicBezTo>
                  <a:lnTo>
                    <a:pt x="10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32"/>
            <p:cNvSpPr/>
            <p:nvPr/>
          </p:nvSpPr>
          <p:spPr>
            <a:xfrm>
              <a:off x="1705247" y="2233695"/>
              <a:ext cx="23609" cy="139893"/>
            </a:xfrm>
            <a:custGeom>
              <a:rect b="b" l="l" r="r" t="t"/>
              <a:pathLst>
                <a:path extrusionOk="0" h="6335" w="1069">
                  <a:moveTo>
                    <a:pt x="1" y="1"/>
                  </a:moveTo>
                  <a:lnTo>
                    <a:pt x="1" y="6334"/>
                  </a:lnTo>
                  <a:lnTo>
                    <a:pt x="1068" y="6334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32"/>
            <p:cNvSpPr/>
            <p:nvPr/>
          </p:nvSpPr>
          <p:spPr>
            <a:xfrm>
              <a:off x="1509596" y="2396354"/>
              <a:ext cx="47174" cy="22789"/>
            </a:xfrm>
            <a:custGeom>
              <a:rect b="b" l="l" r="r" t="t"/>
              <a:pathLst>
                <a:path extrusionOk="0" h="1032" w="2136">
                  <a:moveTo>
                    <a:pt x="0" y="0"/>
                  </a:moveTo>
                  <a:lnTo>
                    <a:pt x="0" y="1032"/>
                  </a:lnTo>
                  <a:lnTo>
                    <a:pt x="2135" y="1032"/>
                  </a:lnTo>
                  <a:lnTo>
                    <a:pt x="21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32"/>
            <p:cNvSpPr/>
            <p:nvPr/>
          </p:nvSpPr>
          <p:spPr>
            <a:xfrm>
              <a:off x="1427859" y="2397922"/>
              <a:ext cx="23609" cy="118649"/>
            </a:xfrm>
            <a:custGeom>
              <a:rect b="b" l="l" r="r" t="t"/>
              <a:pathLst>
                <a:path extrusionOk="0" h="5373" w="1069">
                  <a:moveTo>
                    <a:pt x="534" y="0"/>
                  </a:moveTo>
                  <a:cubicBezTo>
                    <a:pt x="250" y="0"/>
                    <a:pt x="1" y="249"/>
                    <a:pt x="1" y="534"/>
                  </a:cubicBezTo>
                  <a:lnTo>
                    <a:pt x="1" y="4839"/>
                  </a:lnTo>
                  <a:cubicBezTo>
                    <a:pt x="1" y="5124"/>
                    <a:pt x="250" y="5373"/>
                    <a:pt x="534" y="5373"/>
                  </a:cubicBezTo>
                  <a:lnTo>
                    <a:pt x="1068" y="5373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32"/>
            <p:cNvSpPr/>
            <p:nvPr/>
          </p:nvSpPr>
          <p:spPr>
            <a:xfrm>
              <a:off x="1800345" y="2397922"/>
              <a:ext cx="23587" cy="118649"/>
            </a:xfrm>
            <a:custGeom>
              <a:rect b="b" l="l" r="r" t="t"/>
              <a:pathLst>
                <a:path extrusionOk="0" h="5373" w="1068">
                  <a:moveTo>
                    <a:pt x="0" y="0"/>
                  </a:moveTo>
                  <a:lnTo>
                    <a:pt x="0" y="5373"/>
                  </a:lnTo>
                  <a:lnTo>
                    <a:pt x="534" y="5373"/>
                  </a:lnTo>
                  <a:cubicBezTo>
                    <a:pt x="818" y="5373"/>
                    <a:pt x="1068" y="5124"/>
                    <a:pt x="1068" y="4839"/>
                  </a:cubicBezTo>
                  <a:lnTo>
                    <a:pt x="1068" y="534"/>
                  </a:lnTo>
                  <a:cubicBezTo>
                    <a:pt x="1068" y="249"/>
                    <a:pt x="818" y="0"/>
                    <a:pt x="5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32"/>
            <p:cNvSpPr/>
            <p:nvPr/>
          </p:nvSpPr>
          <p:spPr>
            <a:xfrm>
              <a:off x="1693475" y="2396354"/>
              <a:ext cx="47151" cy="23584"/>
            </a:xfrm>
            <a:custGeom>
              <a:rect b="b" l="l" r="r" t="t"/>
              <a:pathLst>
                <a:path extrusionOk="0" h="1068" w="2135">
                  <a:moveTo>
                    <a:pt x="0" y="0"/>
                  </a:moveTo>
                  <a:lnTo>
                    <a:pt x="0" y="1068"/>
                  </a:lnTo>
                  <a:lnTo>
                    <a:pt x="2135" y="1068"/>
                  </a:lnTo>
                  <a:lnTo>
                    <a:pt x="21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2" name="Google Shape;922;p32"/>
          <p:cNvGrpSpPr/>
          <p:nvPr/>
        </p:nvGrpSpPr>
        <p:grpSpPr>
          <a:xfrm>
            <a:off x="2740945" y="2781319"/>
            <a:ext cx="407071" cy="365796"/>
            <a:chOff x="2740945" y="2781319"/>
            <a:chExt cx="407071" cy="365796"/>
          </a:xfrm>
        </p:grpSpPr>
        <p:sp>
          <p:nvSpPr>
            <p:cNvPr id="923" name="Google Shape;923;p32"/>
            <p:cNvSpPr/>
            <p:nvPr/>
          </p:nvSpPr>
          <p:spPr>
            <a:xfrm>
              <a:off x="2761020" y="2781319"/>
              <a:ext cx="334875" cy="76251"/>
            </a:xfrm>
            <a:custGeom>
              <a:rect b="b" l="l" r="r" t="t"/>
              <a:pathLst>
                <a:path extrusionOk="0" h="3453" w="15163">
                  <a:moveTo>
                    <a:pt x="1417" y="1"/>
                  </a:moveTo>
                  <a:cubicBezTo>
                    <a:pt x="1115" y="1"/>
                    <a:pt x="818" y="265"/>
                    <a:pt x="870" y="607"/>
                  </a:cubicBezTo>
                  <a:lnTo>
                    <a:pt x="1013" y="1710"/>
                  </a:lnTo>
                  <a:lnTo>
                    <a:pt x="693" y="1781"/>
                  </a:lnTo>
                  <a:cubicBezTo>
                    <a:pt x="1" y="1879"/>
                    <a:pt x="163" y="2832"/>
                    <a:pt x="755" y="2832"/>
                  </a:cubicBezTo>
                  <a:cubicBezTo>
                    <a:pt x="803" y="2832"/>
                    <a:pt x="853" y="2826"/>
                    <a:pt x="906" y="2813"/>
                  </a:cubicBezTo>
                  <a:lnTo>
                    <a:pt x="906" y="2813"/>
                  </a:lnTo>
                  <a:lnTo>
                    <a:pt x="870" y="2848"/>
                  </a:lnTo>
                  <a:cubicBezTo>
                    <a:pt x="1867" y="2635"/>
                    <a:pt x="2934" y="2492"/>
                    <a:pt x="3966" y="2386"/>
                  </a:cubicBezTo>
                  <a:lnTo>
                    <a:pt x="3966" y="3453"/>
                  </a:lnTo>
                  <a:lnTo>
                    <a:pt x="5033" y="3453"/>
                  </a:lnTo>
                  <a:lnTo>
                    <a:pt x="5033" y="2386"/>
                  </a:lnTo>
                  <a:cubicBezTo>
                    <a:pt x="5033" y="2350"/>
                    <a:pt x="5033" y="2314"/>
                    <a:pt x="5033" y="2279"/>
                  </a:cubicBezTo>
                  <a:cubicBezTo>
                    <a:pt x="5852" y="2208"/>
                    <a:pt x="6706" y="2172"/>
                    <a:pt x="7560" y="2172"/>
                  </a:cubicBezTo>
                  <a:cubicBezTo>
                    <a:pt x="8414" y="2172"/>
                    <a:pt x="9303" y="2208"/>
                    <a:pt x="10193" y="2279"/>
                  </a:cubicBezTo>
                  <a:cubicBezTo>
                    <a:pt x="10193" y="2314"/>
                    <a:pt x="10193" y="2350"/>
                    <a:pt x="10193" y="2386"/>
                  </a:cubicBezTo>
                  <a:lnTo>
                    <a:pt x="10193" y="3453"/>
                  </a:lnTo>
                  <a:lnTo>
                    <a:pt x="11224" y="3453"/>
                  </a:lnTo>
                  <a:lnTo>
                    <a:pt x="11224" y="2350"/>
                  </a:lnTo>
                  <a:cubicBezTo>
                    <a:pt x="12292" y="2457"/>
                    <a:pt x="13324" y="2635"/>
                    <a:pt x="14320" y="2813"/>
                  </a:cubicBezTo>
                  <a:lnTo>
                    <a:pt x="14427" y="2813"/>
                  </a:lnTo>
                  <a:cubicBezTo>
                    <a:pt x="14438" y="2813"/>
                    <a:pt x="14450" y="2813"/>
                    <a:pt x="14461" y="2813"/>
                  </a:cubicBezTo>
                  <a:cubicBezTo>
                    <a:pt x="15071" y="2813"/>
                    <a:pt x="15162" y="1885"/>
                    <a:pt x="14533" y="1781"/>
                  </a:cubicBezTo>
                  <a:cubicBezTo>
                    <a:pt x="12256" y="1318"/>
                    <a:pt x="9944" y="1105"/>
                    <a:pt x="7631" y="1069"/>
                  </a:cubicBezTo>
                  <a:lnTo>
                    <a:pt x="7560" y="1069"/>
                  </a:lnTo>
                  <a:cubicBezTo>
                    <a:pt x="6136" y="1105"/>
                    <a:pt x="4749" y="1176"/>
                    <a:pt x="3326" y="1354"/>
                  </a:cubicBezTo>
                  <a:lnTo>
                    <a:pt x="1724" y="108"/>
                  </a:lnTo>
                  <a:cubicBezTo>
                    <a:pt x="1631" y="34"/>
                    <a:pt x="1524" y="1"/>
                    <a:pt x="1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32"/>
            <p:cNvSpPr/>
            <p:nvPr/>
          </p:nvSpPr>
          <p:spPr>
            <a:xfrm>
              <a:off x="2829749" y="2881132"/>
              <a:ext cx="121026" cy="77024"/>
            </a:xfrm>
            <a:custGeom>
              <a:rect b="b" l="l" r="r" t="t"/>
              <a:pathLst>
                <a:path extrusionOk="0" h="3488" w="5480">
                  <a:moveTo>
                    <a:pt x="854" y="0"/>
                  </a:moveTo>
                  <a:lnTo>
                    <a:pt x="0" y="3487"/>
                  </a:lnTo>
                  <a:lnTo>
                    <a:pt x="5479" y="3487"/>
                  </a:lnTo>
                  <a:lnTo>
                    <a:pt x="547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32"/>
            <p:cNvSpPr/>
            <p:nvPr/>
          </p:nvSpPr>
          <p:spPr>
            <a:xfrm>
              <a:off x="3019127" y="2881132"/>
              <a:ext cx="91167" cy="77024"/>
            </a:xfrm>
            <a:custGeom>
              <a:rect b="b" l="l" r="r" t="t"/>
              <a:pathLst>
                <a:path extrusionOk="0" h="3488" w="4128">
                  <a:moveTo>
                    <a:pt x="0" y="0"/>
                  </a:moveTo>
                  <a:lnTo>
                    <a:pt x="0" y="3487"/>
                  </a:lnTo>
                  <a:lnTo>
                    <a:pt x="4127" y="3487"/>
                  </a:lnTo>
                  <a:lnTo>
                    <a:pt x="2704" y="748"/>
                  </a:lnTo>
                  <a:cubicBezTo>
                    <a:pt x="2455" y="285"/>
                    <a:pt x="1993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32"/>
            <p:cNvSpPr/>
            <p:nvPr/>
          </p:nvSpPr>
          <p:spPr>
            <a:xfrm>
              <a:off x="2757442" y="2881132"/>
              <a:ext cx="332423" cy="121012"/>
            </a:xfrm>
            <a:custGeom>
              <a:rect b="b" l="l" r="r" t="t"/>
              <a:pathLst>
                <a:path extrusionOk="0" h="5480" w="15052">
                  <a:moveTo>
                    <a:pt x="2135" y="0"/>
                  </a:moveTo>
                  <a:cubicBezTo>
                    <a:pt x="1495" y="0"/>
                    <a:pt x="961" y="427"/>
                    <a:pt x="783" y="1032"/>
                  </a:cubicBezTo>
                  <a:lnTo>
                    <a:pt x="36" y="3772"/>
                  </a:lnTo>
                  <a:cubicBezTo>
                    <a:pt x="1" y="3914"/>
                    <a:pt x="1" y="4021"/>
                    <a:pt x="1" y="4163"/>
                  </a:cubicBezTo>
                  <a:lnTo>
                    <a:pt x="1" y="5480"/>
                  </a:lnTo>
                  <a:lnTo>
                    <a:pt x="14518" y="5480"/>
                  </a:lnTo>
                  <a:cubicBezTo>
                    <a:pt x="14589" y="5195"/>
                    <a:pt x="14731" y="4911"/>
                    <a:pt x="14909" y="4697"/>
                  </a:cubicBezTo>
                  <a:cubicBezTo>
                    <a:pt x="14945" y="4661"/>
                    <a:pt x="15016" y="4590"/>
                    <a:pt x="15051" y="4555"/>
                  </a:cubicBezTo>
                  <a:lnTo>
                    <a:pt x="11315" y="4555"/>
                  </a:lnTo>
                  <a:cubicBezTo>
                    <a:pt x="11031" y="4555"/>
                    <a:pt x="10782" y="4306"/>
                    <a:pt x="10782" y="4021"/>
                  </a:cubicBezTo>
                  <a:lnTo>
                    <a:pt x="10782" y="0"/>
                  </a:lnTo>
                  <a:lnTo>
                    <a:pt x="9785" y="0"/>
                  </a:lnTo>
                  <a:lnTo>
                    <a:pt x="9785" y="4021"/>
                  </a:lnTo>
                  <a:cubicBezTo>
                    <a:pt x="9785" y="4306"/>
                    <a:pt x="9572" y="4555"/>
                    <a:pt x="9287" y="4555"/>
                  </a:cubicBezTo>
                  <a:lnTo>
                    <a:pt x="2598" y="4555"/>
                  </a:lnTo>
                  <a:cubicBezTo>
                    <a:pt x="2242" y="4555"/>
                    <a:pt x="1993" y="4234"/>
                    <a:pt x="2100" y="3879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32"/>
            <p:cNvSpPr/>
            <p:nvPr/>
          </p:nvSpPr>
          <p:spPr>
            <a:xfrm>
              <a:off x="2757442" y="3025706"/>
              <a:ext cx="344990" cy="82522"/>
            </a:xfrm>
            <a:custGeom>
              <a:rect b="b" l="l" r="r" t="t"/>
              <a:pathLst>
                <a:path extrusionOk="0" h="3737" w="15621">
                  <a:moveTo>
                    <a:pt x="1" y="0"/>
                  </a:moveTo>
                  <a:lnTo>
                    <a:pt x="1" y="1352"/>
                  </a:lnTo>
                  <a:lnTo>
                    <a:pt x="1" y="1423"/>
                  </a:lnTo>
                  <a:cubicBezTo>
                    <a:pt x="214" y="1352"/>
                    <a:pt x="428" y="1317"/>
                    <a:pt x="641" y="1317"/>
                  </a:cubicBezTo>
                  <a:lnTo>
                    <a:pt x="2207" y="1317"/>
                  </a:lnTo>
                  <a:cubicBezTo>
                    <a:pt x="2634" y="1032"/>
                    <a:pt x="3167" y="890"/>
                    <a:pt x="3701" y="890"/>
                  </a:cubicBezTo>
                  <a:cubicBezTo>
                    <a:pt x="5231" y="890"/>
                    <a:pt x="6512" y="2135"/>
                    <a:pt x="6512" y="3701"/>
                  </a:cubicBezTo>
                  <a:lnTo>
                    <a:pt x="6512" y="3736"/>
                  </a:lnTo>
                  <a:lnTo>
                    <a:pt x="9750" y="3736"/>
                  </a:lnTo>
                  <a:lnTo>
                    <a:pt x="9750" y="3701"/>
                  </a:lnTo>
                  <a:cubicBezTo>
                    <a:pt x="9750" y="2047"/>
                    <a:pt x="11124" y="878"/>
                    <a:pt x="12602" y="878"/>
                  </a:cubicBezTo>
                  <a:cubicBezTo>
                    <a:pt x="13128" y="878"/>
                    <a:pt x="13667" y="1026"/>
                    <a:pt x="14162" y="1352"/>
                  </a:cubicBezTo>
                  <a:cubicBezTo>
                    <a:pt x="14233" y="1317"/>
                    <a:pt x="14340" y="1281"/>
                    <a:pt x="14446" y="1281"/>
                  </a:cubicBezTo>
                  <a:lnTo>
                    <a:pt x="15621" y="1281"/>
                  </a:lnTo>
                  <a:cubicBezTo>
                    <a:pt x="15336" y="1174"/>
                    <a:pt x="15122" y="996"/>
                    <a:pt x="14909" y="783"/>
                  </a:cubicBezTo>
                  <a:cubicBezTo>
                    <a:pt x="14731" y="570"/>
                    <a:pt x="14589" y="285"/>
                    <a:pt x="145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32"/>
            <p:cNvSpPr/>
            <p:nvPr/>
          </p:nvSpPr>
          <p:spPr>
            <a:xfrm>
              <a:off x="3093775" y="2990352"/>
              <a:ext cx="54241" cy="46373"/>
            </a:xfrm>
            <a:custGeom>
              <a:rect b="b" l="l" r="r" t="t"/>
              <a:pathLst>
                <a:path extrusionOk="0" h="2100" w="2456">
                  <a:moveTo>
                    <a:pt x="1637" y="0"/>
                  </a:moveTo>
                  <a:lnTo>
                    <a:pt x="1068" y="107"/>
                  </a:lnTo>
                  <a:cubicBezTo>
                    <a:pt x="0" y="285"/>
                    <a:pt x="0" y="1850"/>
                    <a:pt x="1068" y="2028"/>
                  </a:cubicBezTo>
                  <a:lnTo>
                    <a:pt x="1637" y="2099"/>
                  </a:lnTo>
                  <a:lnTo>
                    <a:pt x="1744" y="2099"/>
                  </a:lnTo>
                  <a:cubicBezTo>
                    <a:pt x="2135" y="2099"/>
                    <a:pt x="2420" y="1779"/>
                    <a:pt x="2455" y="1423"/>
                  </a:cubicBezTo>
                  <a:lnTo>
                    <a:pt x="2455" y="676"/>
                  </a:lnTo>
                  <a:cubicBezTo>
                    <a:pt x="2420" y="320"/>
                    <a:pt x="2099" y="0"/>
                    <a:pt x="17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32"/>
            <p:cNvSpPr/>
            <p:nvPr/>
          </p:nvSpPr>
          <p:spPr>
            <a:xfrm>
              <a:off x="3090617" y="3078350"/>
              <a:ext cx="45606" cy="46373"/>
            </a:xfrm>
            <a:custGeom>
              <a:rect b="b" l="l" r="r" t="t"/>
              <a:pathLst>
                <a:path extrusionOk="0" h="2100" w="2065">
                  <a:moveTo>
                    <a:pt x="1" y="0"/>
                  </a:moveTo>
                  <a:cubicBezTo>
                    <a:pt x="357" y="641"/>
                    <a:pt x="428" y="1388"/>
                    <a:pt x="214" y="2099"/>
                  </a:cubicBezTo>
                  <a:lnTo>
                    <a:pt x="677" y="2099"/>
                  </a:lnTo>
                  <a:cubicBezTo>
                    <a:pt x="2065" y="2099"/>
                    <a:pt x="2065" y="0"/>
                    <a:pt x="6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32"/>
            <p:cNvSpPr/>
            <p:nvPr/>
          </p:nvSpPr>
          <p:spPr>
            <a:xfrm>
              <a:off x="2740945" y="3078350"/>
              <a:ext cx="43242" cy="46373"/>
            </a:xfrm>
            <a:custGeom>
              <a:rect b="b" l="l" r="r" t="t"/>
              <a:pathLst>
                <a:path extrusionOk="0" h="2100" w="1958">
                  <a:moveTo>
                    <a:pt x="1388" y="0"/>
                  </a:moveTo>
                  <a:cubicBezTo>
                    <a:pt x="0" y="0"/>
                    <a:pt x="0" y="2099"/>
                    <a:pt x="1388" y="2099"/>
                  </a:cubicBezTo>
                  <a:lnTo>
                    <a:pt x="1708" y="2099"/>
                  </a:lnTo>
                  <a:cubicBezTo>
                    <a:pt x="1637" y="1850"/>
                    <a:pt x="1602" y="1601"/>
                    <a:pt x="1602" y="1352"/>
                  </a:cubicBezTo>
                  <a:cubicBezTo>
                    <a:pt x="1602" y="854"/>
                    <a:pt x="1744" y="392"/>
                    <a:pt x="19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32"/>
            <p:cNvSpPr/>
            <p:nvPr/>
          </p:nvSpPr>
          <p:spPr>
            <a:xfrm>
              <a:off x="2982974" y="3068921"/>
              <a:ext cx="91167" cy="78194"/>
            </a:xfrm>
            <a:custGeom>
              <a:rect b="b" l="l" r="r" t="t"/>
              <a:pathLst>
                <a:path extrusionOk="0" h="3541" w="4128">
                  <a:moveTo>
                    <a:pt x="2349" y="0"/>
                  </a:moveTo>
                  <a:cubicBezTo>
                    <a:pt x="783" y="0"/>
                    <a:pt x="0" y="1886"/>
                    <a:pt x="1103" y="3024"/>
                  </a:cubicBezTo>
                  <a:cubicBezTo>
                    <a:pt x="1471" y="3381"/>
                    <a:pt x="1917" y="3540"/>
                    <a:pt x="2352" y="3540"/>
                  </a:cubicBezTo>
                  <a:cubicBezTo>
                    <a:pt x="3263" y="3540"/>
                    <a:pt x="4128" y="2839"/>
                    <a:pt x="4128" y="1779"/>
                  </a:cubicBezTo>
                  <a:cubicBezTo>
                    <a:pt x="4128" y="783"/>
                    <a:pt x="3345" y="0"/>
                    <a:pt x="2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32"/>
            <p:cNvSpPr/>
            <p:nvPr/>
          </p:nvSpPr>
          <p:spPr>
            <a:xfrm>
              <a:off x="2786528" y="3068921"/>
              <a:ext cx="91167" cy="78194"/>
            </a:xfrm>
            <a:custGeom>
              <a:rect b="b" l="l" r="r" t="t"/>
              <a:pathLst>
                <a:path extrusionOk="0" h="3541" w="4128">
                  <a:moveTo>
                    <a:pt x="2348" y="0"/>
                  </a:moveTo>
                  <a:cubicBezTo>
                    <a:pt x="783" y="0"/>
                    <a:pt x="0" y="1886"/>
                    <a:pt x="1103" y="3024"/>
                  </a:cubicBezTo>
                  <a:cubicBezTo>
                    <a:pt x="1471" y="3381"/>
                    <a:pt x="1916" y="3540"/>
                    <a:pt x="2351" y="3540"/>
                  </a:cubicBezTo>
                  <a:cubicBezTo>
                    <a:pt x="3263" y="3540"/>
                    <a:pt x="4127" y="2839"/>
                    <a:pt x="4127" y="1779"/>
                  </a:cubicBezTo>
                  <a:cubicBezTo>
                    <a:pt x="4127" y="783"/>
                    <a:pt x="3345" y="0"/>
                    <a:pt x="23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3" name="Google Shape;933;p32"/>
          <p:cNvGrpSpPr/>
          <p:nvPr/>
        </p:nvGrpSpPr>
        <p:grpSpPr>
          <a:xfrm>
            <a:off x="3415156" y="2155920"/>
            <a:ext cx="389778" cy="399163"/>
            <a:chOff x="3415156" y="2155920"/>
            <a:chExt cx="389778" cy="399163"/>
          </a:xfrm>
        </p:grpSpPr>
        <p:sp>
          <p:nvSpPr>
            <p:cNvPr id="934" name="Google Shape;934;p32"/>
            <p:cNvSpPr/>
            <p:nvPr/>
          </p:nvSpPr>
          <p:spPr>
            <a:xfrm>
              <a:off x="3657185" y="2307561"/>
              <a:ext cx="147749" cy="94314"/>
            </a:xfrm>
            <a:custGeom>
              <a:rect b="b" l="l" r="r" t="t"/>
              <a:pathLst>
                <a:path extrusionOk="0" h="4271" w="6690">
                  <a:moveTo>
                    <a:pt x="1" y="1"/>
                  </a:moveTo>
                  <a:lnTo>
                    <a:pt x="1" y="4270"/>
                  </a:lnTo>
                  <a:lnTo>
                    <a:pt x="4626" y="4270"/>
                  </a:lnTo>
                  <a:cubicBezTo>
                    <a:pt x="4804" y="4235"/>
                    <a:pt x="4982" y="4163"/>
                    <a:pt x="5124" y="4057"/>
                  </a:cubicBezTo>
                  <a:lnTo>
                    <a:pt x="6441" y="2669"/>
                  </a:lnTo>
                  <a:cubicBezTo>
                    <a:pt x="6690" y="2420"/>
                    <a:pt x="6690" y="1993"/>
                    <a:pt x="6441" y="1708"/>
                  </a:cubicBezTo>
                  <a:lnTo>
                    <a:pt x="5124" y="250"/>
                  </a:lnTo>
                  <a:cubicBezTo>
                    <a:pt x="4982" y="107"/>
                    <a:pt x="4804" y="1"/>
                    <a:pt x="45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32"/>
            <p:cNvSpPr/>
            <p:nvPr/>
          </p:nvSpPr>
          <p:spPr>
            <a:xfrm>
              <a:off x="3415156" y="2214063"/>
              <a:ext cx="147749" cy="93519"/>
            </a:xfrm>
            <a:custGeom>
              <a:rect b="b" l="l" r="r" t="t"/>
              <a:pathLst>
                <a:path extrusionOk="0" h="4235" w="6690">
                  <a:moveTo>
                    <a:pt x="2100" y="0"/>
                  </a:moveTo>
                  <a:cubicBezTo>
                    <a:pt x="1887" y="0"/>
                    <a:pt x="1709" y="107"/>
                    <a:pt x="1602" y="214"/>
                  </a:cubicBezTo>
                  <a:lnTo>
                    <a:pt x="250" y="1566"/>
                  </a:lnTo>
                  <a:cubicBezTo>
                    <a:pt x="1" y="1851"/>
                    <a:pt x="1" y="2278"/>
                    <a:pt x="250" y="2527"/>
                  </a:cubicBezTo>
                  <a:lnTo>
                    <a:pt x="1602" y="3985"/>
                  </a:lnTo>
                  <a:cubicBezTo>
                    <a:pt x="1709" y="4128"/>
                    <a:pt x="1922" y="4235"/>
                    <a:pt x="2100" y="4235"/>
                  </a:cubicBezTo>
                  <a:lnTo>
                    <a:pt x="6690" y="4235"/>
                  </a:lnTo>
                  <a:lnTo>
                    <a:pt x="669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32"/>
            <p:cNvSpPr/>
            <p:nvPr/>
          </p:nvSpPr>
          <p:spPr>
            <a:xfrm>
              <a:off x="3587242" y="2155920"/>
              <a:ext cx="46401" cy="399163"/>
            </a:xfrm>
            <a:custGeom>
              <a:rect b="b" l="l" r="r" t="t"/>
              <a:pathLst>
                <a:path extrusionOk="0" h="18076" w="2101">
                  <a:moveTo>
                    <a:pt x="713" y="0"/>
                  </a:moveTo>
                  <a:cubicBezTo>
                    <a:pt x="321" y="0"/>
                    <a:pt x="1" y="321"/>
                    <a:pt x="1" y="712"/>
                  </a:cubicBezTo>
                  <a:lnTo>
                    <a:pt x="1" y="17364"/>
                  </a:lnTo>
                  <a:cubicBezTo>
                    <a:pt x="1" y="17755"/>
                    <a:pt x="321" y="18075"/>
                    <a:pt x="713" y="18075"/>
                  </a:cubicBezTo>
                  <a:lnTo>
                    <a:pt x="1424" y="18075"/>
                  </a:lnTo>
                  <a:cubicBezTo>
                    <a:pt x="1780" y="18075"/>
                    <a:pt x="2100" y="17755"/>
                    <a:pt x="2100" y="17364"/>
                  </a:cubicBezTo>
                  <a:lnTo>
                    <a:pt x="2100" y="712"/>
                  </a:lnTo>
                  <a:cubicBezTo>
                    <a:pt x="2100" y="321"/>
                    <a:pt x="1780" y="0"/>
                    <a:pt x="14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7" name="Google Shape;937;p32"/>
          <p:cNvGrpSpPr/>
          <p:nvPr/>
        </p:nvGrpSpPr>
        <p:grpSpPr>
          <a:xfrm>
            <a:off x="6671523" y="1616864"/>
            <a:ext cx="399208" cy="299439"/>
            <a:chOff x="6671523" y="1616864"/>
            <a:chExt cx="399208" cy="299439"/>
          </a:xfrm>
        </p:grpSpPr>
        <p:sp>
          <p:nvSpPr>
            <p:cNvPr id="938" name="Google Shape;938;p32"/>
            <p:cNvSpPr/>
            <p:nvPr/>
          </p:nvSpPr>
          <p:spPr>
            <a:xfrm>
              <a:off x="6671523" y="1616864"/>
              <a:ext cx="399208" cy="209077"/>
            </a:xfrm>
            <a:custGeom>
              <a:rect b="b" l="l" r="r" t="t"/>
              <a:pathLst>
                <a:path extrusionOk="0" h="9468" w="18076">
                  <a:moveTo>
                    <a:pt x="15977" y="4344"/>
                  </a:moveTo>
                  <a:cubicBezTo>
                    <a:pt x="16688" y="4380"/>
                    <a:pt x="16688" y="5411"/>
                    <a:pt x="15977" y="5411"/>
                  </a:cubicBezTo>
                  <a:lnTo>
                    <a:pt x="15052" y="5411"/>
                  </a:lnTo>
                  <a:cubicBezTo>
                    <a:pt x="14340" y="5411"/>
                    <a:pt x="14340" y="4344"/>
                    <a:pt x="15052" y="4344"/>
                  </a:cubicBezTo>
                  <a:close/>
                  <a:moveTo>
                    <a:pt x="7179" y="0"/>
                  </a:moveTo>
                  <a:cubicBezTo>
                    <a:pt x="6676" y="0"/>
                    <a:pt x="6215" y="313"/>
                    <a:pt x="5979" y="786"/>
                  </a:cubicBezTo>
                  <a:lnTo>
                    <a:pt x="5196" y="2458"/>
                  </a:lnTo>
                  <a:lnTo>
                    <a:pt x="1389" y="2458"/>
                  </a:lnTo>
                  <a:cubicBezTo>
                    <a:pt x="641" y="2458"/>
                    <a:pt x="1" y="3099"/>
                    <a:pt x="1" y="3846"/>
                  </a:cubicBezTo>
                  <a:lnTo>
                    <a:pt x="1" y="9468"/>
                  </a:lnTo>
                  <a:lnTo>
                    <a:pt x="4093" y="9468"/>
                  </a:lnTo>
                  <a:cubicBezTo>
                    <a:pt x="4022" y="9147"/>
                    <a:pt x="3986" y="8827"/>
                    <a:pt x="3986" y="8507"/>
                  </a:cubicBezTo>
                  <a:cubicBezTo>
                    <a:pt x="3986" y="5611"/>
                    <a:pt x="6344" y="3289"/>
                    <a:pt x="9190" y="3289"/>
                  </a:cubicBezTo>
                  <a:cubicBezTo>
                    <a:pt x="9351" y="3289"/>
                    <a:pt x="9514" y="3297"/>
                    <a:pt x="9679" y="3312"/>
                  </a:cubicBezTo>
                  <a:cubicBezTo>
                    <a:pt x="12703" y="3597"/>
                    <a:pt x="14838" y="6479"/>
                    <a:pt x="14269" y="9468"/>
                  </a:cubicBezTo>
                  <a:lnTo>
                    <a:pt x="18076" y="9468"/>
                  </a:lnTo>
                  <a:lnTo>
                    <a:pt x="18076" y="3846"/>
                  </a:lnTo>
                  <a:cubicBezTo>
                    <a:pt x="18076" y="3099"/>
                    <a:pt x="17471" y="2458"/>
                    <a:pt x="16688" y="2458"/>
                  </a:cubicBezTo>
                  <a:lnTo>
                    <a:pt x="13024" y="2458"/>
                  </a:lnTo>
                  <a:lnTo>
                    <a:pt x="12205" y="786"/>
                  </a:lnTo>
                  <a:cubicBezTo>
                    <a:pt x="11969" y="313"/>
                    <a:pt x="11508" y="0"/>
                    <a:pt x="11005" y="0"/>
                  </a:cubicBezTo>
                  <a:cubicBezTo>
                    <a:pt x="10978" y="0"/>
                    <a:pt x="10951" y="1"/>
                    <a:pt x="10924" y="3"/>
                  </a:cubicBezTo>
                  <a:lnTo>
                    <a:pt x="7259" y="3"/>
                  </a:lnTo>
                  <a:cubicBezTo>
                    <a:pt x="7232" y="1"/>
                    <a:pt x="7205" y="0"/>
                    <a:pt x="7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32"/>
            <p:cNvSpPr/>
            <p:nvPr/>
          </p:nvSpPr>
          <p:spPr>
            <a:xfrm>
              <a:off x="6671523" y="1849503"/>
              <a:ext cx="176062" cy="66800"/>
            </a:xfrm>
            <a:custGeom>
              <a:rect b="b" l="l" r="r" t="t"/>
              <a:pathLst>
                <a:path extrusionOk="0" h="3025" w="7972">
                  <a:moveTo>
                    <a:pt x="1" y="0"/>
                  </a:moveTo>
                  <a:lnTo>
                    <a:pt x="1" y="1601"/>
                  </a:lnTo>
                  <a:cubicBezTo>
                    <a:pt x="1" y="2384"/>
                    <a:pt x="641" y="3024"/>
                    <a:pt x="1389" y="3024"/>
                  </a:cubicBezTo>
                  <a:lnTo>
                    <a:pt x="7971" y="3024"/>
                  </a:lnTo>
                  <a:cubicBezTo>
                    <a:pt x="6370" y="2633"/>
                    <a:pt x="5053" y="1494"/>
                    <a:pt x="4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32"/>
            <p:cNvSpPr/>
            <p:nvPr/>
          </p:nvSpPr>
          <p:spPr>
            <a:xfrm>
              <a:off x="6900191" y="1849503"/>
              <a:ext cx="170540" cy="66800"/>
            </a:xfrm>
            <a:custGeom>
              <a:rect b="b" l="l" r="r" t="t"/>
              <a:pathLst>
                <a:path extrusionOk="0" h="3025" w="7722">
                  <a:moveTo>
                    <a:pt x="3559" y="0"/>
                  </a:moveTo>
                  <a:cubicBezTo>
                    <a:pt x="2919" y="1494"/>
                    <a:pt x="1602" y="2633"/>
                    <a:pt x="1" y="3024"/>
                  </a:cubicBezTo>
                  <a:lnTo>
                    <a:pt x="6334" y="3024"/>
                  </a:lnTo>
                  <a:cubicBezTo>
                    <a:pt x="7082" y="2989"/>
                    <a:pt x="7722" y="2384"/>
                    <a:pt x="7722" y="1601"/>
                  </a:cubicBezTo>
                  <a:lnTo>
                    <a:pt x="772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32"/>
            <p:cNvSpPr/>
            <p:nvPr/>
          </p:nvSpPr>
          <p:spPr>
            <a:xfrm>
              <a:off x="6752464" y="1712769"/>
              <a:ext cx="212988" cy="183196"/>
            </a:xfrm>
            <a:custGeom>
              <a:rect b="b" l="l" r="r" t="t"/>
              <a:pathLst>
                <a:path extrusionOk="0" h="8296" w="9644">
                  <a:moveTo>
                    <a:pt x="5484" y="1393"/>
                  </a:moveTo>
                  <a:cubicBezTo>
                    <a:pt x="6901" y="1393"/>
                    <a:pt x="8256" y="2501"/>
                    <a:pt x="8256" y="4164"/>
                  </a:cubicBezTo>
                  <a:cubicBezTo>
                    <a:pt x="8256" y="5658"/>
                    <a:pt x="7046" y="6904"/>
                    <a:pt x="5516" y="6904"/>
                  </a:cubicBezTo>
                  <a:cubicBezTo>
                    <a:pt x="3061" y="6904"/>
                    <a:pt x="1851" y="3950"/>
                    <a:pt x="3559" y="2207"/>
                  </a:cubicBezTo>
                  <a:cubicBezTo>
                    <a:pt x="4121" y="1644"/>
                    <a:pt x="4810" y="1393"/>
                    <a:pt x="5484" y="1393"/>
                  </a:cubicBezTo>
                  <a:close/>
                  <a:moveTo>
                    <a:pt x="5516" y="1"/>
                  </a:moveTo>
                  <a:cubicBezTo>
                    <a:pt x="1851" y="1"/>
                    <a:pt x="1" y="4449"/>
                    <a:pt x="2598" y="7082"/>
                  </a:cubicBezTo>
                  <a:cubicBezTo>
                    <a:pt x="3437" y="7920"/>
                    <a:pt x="4468" y="8295"/>
                    <a:pt x="5481" y="8295"/>
                  </a:cubicBezTo>
                  <a:cubicBezTo>
                    <a:pt x="7604" y="8295"/>
                    <a:pt x="9643" y="6646"/>
                    <a:pt x="9643" y="4164"/>
                  </a:cubicBezTo>
                  <a:cubicBezTo>
                    <a:pt x="9643" y="1887"/>
                    <a:pt x="7793" y="37"/>
                    <a:pt x="55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32"/>
            <p:cNvSpPr/>
            <p:nvPr/>
          </p:nvSpPr>
          <p:spPr>
            <a:xfrm>
              <a:off x="6836542" y="1766208"/>
              <a:ext cx="88826" cy="76648"/>
            </a:xfrm>
            <a:custGeom>
              <a:rect b="b" l="l" r="r" t="t"/>
              <a:pathLst>
                <a:path extrusionOk="0" h="3471" w="4022">
                  <a:moveTo>
                    <a:pt x="1709" y="0"/>
                  </a:moveTo>
                  <a:cubicBezTo>
                    <a:pt x="748" y="0"/>
                    <a:pt x="1" y="783"/>
                    <a:pt x="1" y="1744"/>
                  </a:cubicBezTo>
                  <a:cubicBezTo>
                    <a:pt x="1" y="2778"/>
                    <a:pt x="846" y="3471"/>
                    <a:pt x="1734" y="3471"/>
                  </a:cubicBezTo>
                  <a:cubicBezTo>
                    <a:pt x="2160" y="3471"/>
                    <a:pt x="2597" y="3311"/>
                    <a:pt x="2954" y="2954"/>
                  </a:cubicBezTo>
                  <a:cubicBezTo>
                    <a:pt x="4022" y="1851"/>
                    <a:pt x="3239" y="0"/>
                    <a:pt x="17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3" name="Google Shape;943;p32"/>
          <p:cNvGrpSpPr/>
          <p:nvPr/>
        </p:nvGrpSpPr>
        <p:grpSpPr>
          <a:xfrm>
            <a:off x="7319828" y="4106843"/>
            <a:ext cx="399209" cy="249091"/>
            <a:chOff x="7319828" y="4106843"/>
            <a:chExt cx="399209" cy="249091"/>
          </a:xfrm>
        </p:grpSpPr>
        <p:sp>
          <p:nvSpPr>
            <p:cNvPr id="944" name="Google Shape;944;p32"/>
            <p:cNvSpPr/>
            <p:nvPr/>
          </p:nvSpPr>
          <p:spPr>
            <a:xfrm>
              <a:off x="7319828" y="4106843"/>
              <a:ext cx="264821" cy="249091"/>
            </a:xfrm>
            <a:custGeom>
              <a:rect b="b" l="l" r="r" t="t"/>
              <a:pathLst>
                <a:path extrusionOk="0" h="11280" w="11991">
                  <a:moveTo>
                    <a:pt x="9316" y="2239"/>
                  </a:moveTo>
                  <a:cubicBezTo>
                    <a:pt x="10012" y="2239"/>
                    <a:pt x="10012" y="3312"/>
                    <a:pt x="9316" y="3312"/>
                  </a:cubicBezTo>
                  <a:cubicBezTo>
                    <a:pt x="9295" y="3312"/>
                    <a:pt x="9274" y="3311"/>
                    <a:pt x="9251" y="3309"/>
                  </a:cubicBezTo>
                  <a:lnTo>
                    <a:pt x="2669" y="3309"/>
                  </a:lnTo>
                  <a:cubicBezTo>
                    <a:pt x="2646" y="3311"/>
                    <a:pt x="2625" y="3312"/>
                    <a:pt x="2603" y="3312"/>
                  </a:cubicBezTo>
                  <a:cubicBezTo>
                    <a:pt x="1908" y="3312"/>
                    <a:pt x="1908" y="2239"/>
                    <a:pt x="2603" y="2239"/>
                  </a:cubicBezTo>
                  <a:cubicBezTo>
                    <a:pt x="2625" y="2239"/>
                    <a:pt x="2646" y="2240"/>
                    <a:pt x="2669" y="2242"/>
                  </a:cubicBezTo>
                  <a:lnTo>
                    <a:pt x="9251" y="2242"/>
                  </a:lnTo>
                  <a:cubicBezTo>
                    <a:pt x="9274" y="2240"/>
                    <a:pt x="9295" y="2239"/>
                    <a:pt x="9316" y="2239"/>
                  </a:cubicBezTo>
                  <a:close/>
                  <a:moveTo>
                    <a:pt x="3478" y="5832"/>
                  </a:moveTo>
                  <a:cubicBezTo>
                    <a:pt x="4142" y="5832"/>
                    <a:pt x="4142" y="6906"/>
                    <a:pt x="3478" y="6906"/>
                  </a:cubicBezTo>
                  <a:cubicBezTo>
                    <a:pt x="3458" y="6906"/>
                    <a:pt x="3437" y="6905"/>
                    <a:pt x="3416" y="6903"/>
                  </a:cubicBezTo>
                  <a:lnTo>
                    <a:pt x="2633" y="6903"/>
                  </a:lnTo>
                  <a:cubicBezTo>
                    <a:pt x="2611" y="6905"/>
                    <a:pt x="2589" y="6906"/>
                    <a:pt x="2568" y="6906"/>
                  </a:cubicBezTo>
                  <a:cubicBezTo>
                    <a:pt x="1872" y="6906"/>
                    <a:pt x="1872" y="5832"/>
                    <a:pt x="2568" y="5832"/>
                  </a:cubicBezTo>
                  <a:cubicBezTo>
                    <a:pt x="2589" y="5832"/>
                    <a:pt x="2611" y="5833"/>
                    <a:pt x="2633" y="5835"/>
                  </a:cubicBezTo>
                  <a:lnTo>
                    <a:pt x="3416" y="5835"/>
                  </a:lnTo>
                  <a:cubicBezTo>
                    <a:pt x="3437" y="5833"/>
                    <a:pt x="3458" y="5832"/>
                    <a:pt x="3478" y="5832"/>
                  </a:cubicBezTo>
                  <a:close/>
                  <a:moveTo>
                    <a:pt x="7374" y="5832"/>
                  </a:moveTo>
                  <a:cubicBezTo>
                    <a:pt x="7394" y="5832"/>
                    <a:pt x="7415" y="5833"/>
                    <a:pt x="7437" y="5835"/>
                  </a:cubicBezTo>
                  <a:lnTo>
                    <a:pt x="8219" y="5835"/>
                  </a:lnTo>
                  <a:cubicBezTo>
                    <a:pt x="8504" y="5871"/>
                    <a:pt x="8753" y="6084"/>
                    <a:pt x="8753" y="6369"/>
                  </a:cubicBezTo>
                  <a:cubicBezTo>
                    <a:pt x="8753" y="6654"/>
                    <a:pt x="8504" y="6903"/>
                    <a:pt x="8219" y="6903"/>
                  </a:cubicBezTo>
                  <a:lnTo>
                    <a:pt x="7437" y="6903"/>
                  </a:lnTo>
                  <a:cubicBezTo>
                    <a:pt x="7415" y="6905"/>
                    <a:pt x="7394" y="6906"/>
                    <a:pt x="7374" y="6906"/>
                  </a:cubicBezTo>
                  <a:cubicBezTo>
                    <a:pt x="6710" y="6906"/>
                    <a:pt x="6710" y="5832"/>
                    <a:pt x="7374" y="5832"/>
                  </a:cubicBezTo>
                  <a:close/>
                  <a:moveTo>
                    <a:pt x="4547" y="7967"/>
                  </a:moveTo>
                  <a:cubicBezTo>
                    <a:pt x="5209" y="7967"/>
                    <a:pt x="5209" y="9005"/>
                    <a:pt x="4547" y="9005"/>
                  </a:cubicBezTo>
                  <a:cubicBezTo>
                    <a:pt x="4527" y="9005"/>
                    <a:pt x="4505" y="9004"/>
                    <a:pt x="4483" y="9002"/>
                  </a:cubicBezTo>
                  <a:lnTo>
                    <a:pt x="2633" y="9002"/>
                  </a:lnTo>
                  <a:cubicBezTo>
                    <a:pt x="2610" y="9004"/>
                    <a:pt x="2588" y="9005"/>
                    <a:pt x="2566" y="9005"/>
                  </a:cubicBezTo>
                  <a:cubicBezTo>
                    <a:pt x="1873" y="9005"/>
                    <a:pt x="1873" y="7967"/>
                    <a:pt x="2566" y="7967"/>
                  </a:cubicBezTo>
                  <a:cubicBezTo>
                    <a:pt x="2588" y="7967"/>
                    <a:pt x="2610" y="7968"/>
                    <a:pt x="2633" y="7970"/>
                  </a:cubicBezTo>
                  <a:lnTo>
                    <a:pt x="4483" y="7970"/>
                  </a:lnTo>
                  <a:cubicBezTo>
                    <a:pt x="4505" y="7968"/>
                    <a:pt x="4527" y="7967"/>
                    <a:pt x="4547" y="7967"/>
                  </a:cubicBezTo>
                  <a:close/>
                  <a:moveTo>
                    <a:pt x="10065" y="7967"/>
                  </a:moveTo>
                  <a:cubicBezTo>
                    <a:pt x="10759" y="7967"/>
                    <a:pt x="10759" y="9005"/>
                    <a:pt x="10065" y="9005"/>
                  </a:cubicBezTo>
                  <a:cubicBezTo>
                    <a:pt x="10044" y="9005"/>
                    <a:pt x="10021" y="9004"/>
                    <a:pt x="9998" y="9002"/>
                  </a:cubicBezTo>
                  <a:lnTo>
                    <a:pt x="7437" y="9002"/>
                  </a:lnTo>
                  <a:cubicBezTo>
                    <a:pt x="7415" y="9004"/>
                    <a:pt x="7393" y="9005"/>
                    <a:pt x="7373" y="9005"/>
                  </a:cubicBezTo>
                  <a:cubicBezTo>
                    <a:pt x="6711" y="9005"/>
                    <a:pt x="6711" y="7967"/>
                    <a:pt x="7373" y="7967"/>
                  </a:cubicBezTo>
                  <a:cubicBezTo>
                    <a:pt x="7393" y="7967"/>
                    <a:pt x="7415" y="7968"/>
                    <a:pt x="7437" y="7970"/>
                  </a:cubicBezTo>
                  <a:lnTo>
                    <a:pt x="9998" y="7970"/>
                  </a:lnTo>
                  <a:cubicBezTo>
                    <a:pt x="10021" y="7968"/>
                    <a:pt x="10044" y="7967"/>
                    <a:pt x="10065" y="7967"/>
                  </a:cubicBezTo>
                  <a:close/>
                  <a:moveTo>
                    <a:pt x="1495" y="0"/>
                  </a:moveTo>
                  <a:cubicBezTo>
                    <a:pt x="676" y="0"/>
                    <a:pt x="0" y="641"/>
                    <a:pt x="0" y="1495"/>
                  </a:cubicBezTo>
                  <a:lnTo>
                    <a:pt x="0" y="9785"/>
                  </a:lnTo>
                  <a:cubicBezTo>
                    <a:pt x="0" y="10603"/>
                    <a:pt x="676" y="11279"/>
                    <a:pt x="1495" y="11279"/>
                  </a:cubicBezTo>
                  <a:lnTo>
                    <a:pt x="11066" y="11279"/>
                  </a:lnTo>
                  <a:cubicBezTo>
                    <a:pt x="11208" y="11279"/>
                    <a:pt x="11350" y="11172"/>
                    <a:pt x="11386" y="11030"/>
                  </a:cubicBezTo>
                  <a:cubicBezTo>
                    <a:pt x="11493" y="10710"/>
                    <a:pt x="11671" y="10425"/>
                    <a:pt x="11991" y="10283"/>
                  </a:cubicBezTo>
                  <a:lnTo>
                    <a:pt x="11991" y="996"/>
                  </a:lnTo>
                  <a:cubicBezTo>
                    <a:pt x="11671" y="819"/>
                    <a:pt x="11457" y="569"/>
                    <a:pt x="11386" y="249"/>
                  </a:cubicBezTo>
                  <a:cubicBezTo>
                    <a:pt x="11350" y="107"/>
                    <a:pt x="11208" y="0"/>
                    <a:pt x="110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32"/>
            <p:cNvSpPr/>
            <p:nvPr/>
          </p:nvSpPr>
          <p:spPr>
            <a:xfrm>
              <a:off x="7607419" y="4106843"/>
              <a:ext cx="111618" cy="249091"/>
            </a:xfrm>
            <a:custGeom>
              <a:rect b="b" l="l" r="r" t="t"/>
              <a:pathLst>
                <a:path extrusionOk="0" h="11280" w="5054">
                  <a:moveTo>
                    <a:pt x="2634" y="1922"/>
                  </a:moveTo>
                  <a:cubicBezTo>
                    <a:pt x="3345" y="1922"/>
                    <a:pt x="3345" y="2953"/>
                    <a:pt x="2634" y="2989"/>
                  </a:cubicBezTo>
                  <a:lnTo>
                    <a:pt x="1602" y="2989"/>
                  </a:lnTo>
                  <a:cubicBezTo>
                    <a:pt x="926" y="2989"/>
                    <a:pt x="926" y="1922"/>
                    <a:pt x="1602" y="1922"/>
                  </a:cubicBezTo>
                  <a:close/>
                  <a:moveTo>
                    <a:pt x="2634" y="4021"/>
                  </a:moveTo>
                  <a:cubicBezTo>
                    <a:pt x="3345" y="4021"/>
                    <a:pt x="3345" y="5088"/>
                    <a:pt x="2634" y="5088"/>
                  </a:cubicBezTo>
                  <a:lnTo>
                    <a:pt x="1602" y="5088"/>
                  </a:lnTo>
                  <a:cubicBezTo>
                    <a:pt x="926" y="5088"/>
                    <a:pt x="926" y="4021"/>
                    <a:pt x="1602" y="4021"/>
                  </a:cubicBezTo>
                  <a:close/>
                  <a:moveTo>
                    <a:pt x="2634" y="6156"/>
                  </a:moveTo>
                  <a:cubicBezTo>
                    <a:pt x="3345" y="6156"/>
                    <a:pt x="3345" y="7187"/>
                    <a:pt x="2634" y="7223"/>
                  </a:cubicBezTo>
                  <a:lnTo>
                    <a:pt x="1602" y="7223"/>
                  </a:lnTo>
                  <a:cubicBezTo>
                    <a:pt x="926" y="7223"/>
                    <a:pt x="926" y="6156"/>
                    <a:pt x="1602" y="6156"/>
                  </a:cubicBezTo>
                  <a:close/>
                  <a:moveTo>
                    <a:pt x="2634" y="8255"/>
                  </a:moveTo>
                  <a:cubicBezTo>
                    <a:pt x="3274" y="8326"/>
                    <a:pt x="3274" y="9251"/>
                    <a:pt x="2634" y="9322"/>
                  </a:cubicBezTo>
                  <a:lnTo>
                    <a:pt x="1602" y="9322"/>
                  </a:lnTo>
                  <a:cubicBezTo>
                    <a:pt x="961" y="9251"/>
                    <a:pt x="961" y="8326"/>
                    <a:pt x="1602" y="8255"/>
                  </a:cubicBezTo>
                  <a:close/>
                  <a:moveTo>
                    <a:pt x="890" y="0"/>
                  </a:moveTo>
                  <a:cubicBezTo>
                    <a:pt x="712" y="0"/>
                    <a:pt x="606" y="107"/>
                    <a:pt x="534" y="249"/>
                  </a:cubicBezTo>
                  <a:cubicBezTo>
                    <a:pt x="463" y="569"/>
                    <a:pt x="285" y="819"/>
                    <a:pt x="1" y="961"/>
                  </a:cubicBezTo>
                  <a:lnTo>
                    <a:pt x="1" y="10319"/>
                  </a:lnTo>
                  <a:cubicBezTo>
                    <a:pt x="285" y="10461"/>
                    <a:pt x="463" y="10710"/>
                    <a:pt x="534" y="11030"/>
                  </a:cubicBezTo>
                  <a:cubicBezTo>
                    <a:pt x="606" y="11172"/>
                    <a:pt x="712" y="11279"/>
                    <a:pt x="890" y="11279"/>
                  </a:cubicBezTo>
                  <a:lnTo>
                    <a:pt x="3559" y="11279"/>
                  </a:lnTo>
                  <a:cubicBezTo>
                    <a:pt x="4377" y="11279"/>
                    <a:pt x="5053" y="10639"/>
                    <a:pt x="5053" y="9785"/>
                  </a:cubicBezTo>
                  <a:lnTo>
                    <a:pt x="5053" y="1495"/>
                  </a:lnTo>
                  <a:cubicBezTo>
                    <a:pt x="5053" y="641"/>
                    <a:pt x="4377" y="0"/>
                    <a:pt x="3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6" name="Google Shape;946;p32"/>
          <p:cNvGrpSpPr/>
          <p:nvPr/>
        </p:nvGrpSpPr>
        <p:grpSpPr>
          <a:xfrm>
            <a:off x="2102092" y="2199909"/>
            <a:ext cx="403912" cy="311165"/>
            <a:chOff x="2102092" y="2199909"/>
            <a:chExt cx="403912" cy="311165"/>
          </a:xfrm>
        </p:grpSpPr>
        <p:sp>
          <p:nvSpPr>
            <p:cNvPr id="947" name="Google Shape;947;p32"/>
            <p:cNvSpPr/>
            <p:nvPr/>
          </p:nvSpPr>
          <p:spPr>
            <a:xfrm>
              <a:off x="2245887" y="2199909"/>
              <a:ext cx="260117" cy="311165"/>
            </a:xfrm>
            <a:custGeom>
              <a:rect b="b" l="l" r="r" t="t"/>
              <a:pathLst>
                <a:path extrusionOk="0" h="14091" w="11778">
                  <a:moveTo>
                    <a:pt x="0" y="1"/>
                  </a:moveTo>
                  <a:cubicBezTo>
                    <a:pt x="641" y="2634"/>
                    <a:pt x="1566" y="5196"/>
                    <a:pt x="2776" y="7615"/>
                  </a:cubicBezTo>
                  <a:cubicBezTo>
                    <a:pt x="3879" y="9928"/>
                    <a:pt x="5266" y="12098"/>
                    <a:pt x="6832" y="14091"/>
                  </a:cubicBezTo>
                  <a:lnTo>
                    <a:pt x="11280" y="14091"/>
                  </a:lnTo>
                  <a:cubicBezTo>
                    <a:pt x="11600" y="14091"/>
                    <a:pt x="11778" y="13735"/>
                    <a:pt x="11600" y="13486"/>
                  </a:cubicBezTo>
                  <a:cubicBezTo>
                    <a:pt x="8967" y="9501"/>
                    <a:pt x="6939" y="5160"/>
                    <a:pt x="5622" y="570"/>
                  </a:cubicBezTo>
                  <a:cubicBezTo>
                    <a:pt x="5515" y="214"/>
                    <a:pt x="5195" y="1"/>
                    <a:pt x="48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32"/>
            <p:cNvSpPr/>
            <p:nvPr/>
          </p:nvSpPr>
          <p:spPr>
            <a:xfrm>
              <a:off x="2171240" y="2426210"/>
              <a:ext cx="45583" cy="84863"/>
            </a:xfrm>
            <a:custGeom>
              <a:rect b="b" l="l" r="r" t="t"/>
              <a:pathLst>
                <a:path extrusionOk="0" h="3843" w="2064">
                  <a:moveTo>
                    <a:pt x="2064" y="0"/>
                  </a:moveTo>
                  <a:cubicBezTo>
                    <a:pt x="1850" y="427"/>
                    <a:pt x="1673" y="854"/>
                    <a:pt x="1459" y="1281"/>
                  </a:cubicBezTo>
                  <a:cubicBezTo>
                    <a:pt x="1032" y="2171"/>
                    <a:pt x="534" y="3025"/>
                    <a:pt x="0" y="3843"/>
                  </a:cubicBezTo>
                  <a:lnTo>
                    <a:pt x="2064" y="3843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32"/>
            <p:cNvSpPr/>
            <p:nvPr/>
          </p:nvSpPr>
          <p:spPr>
            <a:xfrm>
              <a:off x="2102092" y="2282409"/>
              <a:ext cx="113959" cy="228664"/>
            </a:xfrm>
            <a:custGeom>
              <a:rect b="b" l="l" r="r" t="t"/>
              <a:pathLst>
                <a:path extrusionOk="0" h="10355" w="5160">
                  <a:moveTo>
                    <a:pt x="5159" y="1"/>
                  </a:moveTo>
                  <a:cubicBezTo>
                    <a:pt x="4697" y="1389"/>
                    <a:pt x="4163" y="2741"/>
                    <a:pt x="3523" y="4093"/>
                  </a:cubicBezTo>
                  <a:cubicBezTo>
                    <a:pt x="2598" y="6085"/>
                    <a:pt x="1459" y="7971"/>
                    <a:pt x="178" y="9750"/>
                  </a:cubicBezTo>
                  <a:cubicBezTo>
                    <a:pt x="0" y="9999"/>
                    <a:pt x="178" y="10355"/>
                    <a:pt x="498" y="10355"/>
                  </a:cubicBezTo>
                  <a:lnTo>
                    <a:pt x="1708" y="10355"/>
                  </a:lnTo>
                  <a:cubicBezTo>
                    <a:pt x="2384" y="9359"/>
                    <a:pt x="2989" y="8327"/>
                    <a:pt x="3523" y="7259"/>
                  </a:cubicBezTo>
                  <a:cubicBezTo>
                    <a:pt x="4163" y="5943"/>
                    <a:pt x="4732" y="4591"/>
                    <a:pt x="5159" y="3203"/>
                  </a:cubicBezTo>
                  <a:lnTo>
                    <a:pt x="51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32"/>
            <p:cNvSpPr/>
            <p:nvPr/>
          </p:nvSpPr>
          <p:spPr>
            <a:xfrm>
              <a:off x="2242751" y="2281636"/>
              <a:ext cx="121026" cy="229437"/>
            </a:xfrm>
            <a:custGeom>
              <a:rect b="b" l="l" r="r" t="t"/>
              <a:pathLst>
                <a:path extrusionOk="0" h="10390" w="5480">
                  <a:moveTo>
                    <a:pt x="0" y="0"/>
                  </a:moveTo>
                  <a:lnTo>
                    <a:pt x="0" y="10390"/>
                  </a:lnTo>
                  <a:lnTo>
                    <a:pt x="5480" y="10390"/>
                  </a:lnTo>
                  <a:cubicBezTo>
                    <a:pt x="4056" y="8540"/>
                    <a:pt x="2847" y="6547"/>
                    <a:pt x="1815" y="4448"/>
                  </a:cubicBezTo>
                  <a:cubicBezTo>
                    <a:pt x="1139" y="2989"/>
                    <a:pt x="498" y="1495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1" name="Google Shape;951;p32"/>
          <p:cNvGrpSpPr/>
          <p:nvPr/>
        </p:nvGrpSpPr>
        <p:grpSpPr>
          <a:xfrm>
            <a:off x="3438742" y="1576807"/>
            <a:ext cx="343422" cy="399207"/>
            <a:chOff x="3438742" y="1576807"/>
            <a:chExt cx="343422" cy="399207"/>
          </a:xfrm>
        </p:grpSpPr>
        <p:sp>
          <p:nvSpPr>
            <p:cNvPr id="952" name="Google Shape;952;p32"/>
            <p:cNvSpPr/>
            <p:nvPr/>
          </p:nvSpPr>
          <p:spPr>
            <a:xfrm>
              <a:off x="3745989" y="1576807"/>
              <a:ext cx="36175" cy="399207"/>
            </a:xfrm>
            <a:custGeom>
              <a:rect b="b" l="l" r="r" t="t"/>
              <a:pathLst>
                <a:path extrusionOk="0" h="18078" w="1638">
                  <a:moveTo>
                    <a:pt x="802" y="0"/>
                  </a:moveTo>
                  <a:cubicBezTo>
                    <a:pt x="784" y="0"/>
                    <a:pt x="766" y="1"/>
                    <a:pt x="748" y="3"/>
                  </a:cubicBezTo>
                  <a:lnTo>
                    <a:pt x="0" y="3"/>
                  </a:lnTo>
                  <a:cubicBezTo>
                    <a:pt x="143" y="252"/>
                    <a:pt x="214" y="572"/>
                    <a:pt x="214" y="892"/>
                  </a:cubicBezTo>
                  <a:lnTo>
                    <a:pt x="214" y="17188"/>
                  </a:lnTo>
                  <a:cubicBezTo>
                    <a:pt x="214" y="17508"/>
                    <a:pt x="143" y="17793"/>
                    <a:pt x="0" y="18078"/>
                  </a:cubicBezTo>
                  <a:lnTo>
                    <a:pt x="748" y="18078"/>
                  </a:lnTo>
                  <a:cubicBezTo>
                    <a:pt x="1210" y="18078"/>
                    <a:pt x="1637" y="17686"/>
                    <a:pt x="1637" y="17188"/>
                  </a:cubicBezTo>
                  <a:lnTo>
                    <a:pt x="1637" y="856"/>
                  </a:lnTo>
                  <a:cubicBezTo>
                    <a:pt x="1603" y="412"/>
                    <a:pt x="1240" y="0"/>
                    <a:pt x="8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32"/>
            <p:cNvSpPr/>
            <p:nvPr/>
          </p:nvSpPr>
          <p:spPr>
            <a:xfrm>
              <a:off x="3566813" y="1725356"/>
              <a:ext cx="32244" cy="51938"/>
            </a:xfrm>
            <a:custGeom>
              <a:rect b="b" l="l" r="r" t="t"/>
              <a:pathLst>
                <a:path extrusionOk="0" h="2352" w="1460">
                  <a:moveTo>
                    <a:pt x="1" y="0"/>
                  </a:moveTo>
                  <a:cubicBezTo>
                    <a:pt x="36" y="534"/>
                    <a:pt x="108" y="1068"/>
                    <a:pt x="286" y="1601"/>
                  </a:cubicBezTo>
                  <a:cubicBezTo>
                    <a:pt x="463" y="2135"/>
                    <a:pt x="677" y="2313"/>
                    <a:pt x="713" y="2349"/>
                  </a:cubicBezTo>
                  <a:cubicBezTo>
                    <a:pt x="717" y="2351"/>
                    <a:pt x="722" y="2352"/>
                    <a:pt x="727" y="2352"/>
                  </a:cubicBezTo>
                  <a:cubicBezTo>
                    <a:pt x="810" y="2352"/>
                    <a:pt x="1008" y="2102"/>
                    <a:pt x="1175" y="1601"/>
                  </a:cubicBezTo>
                  <a:cubicBezTo>
                    <a:pt x="1317" y="1068"/>
                    <a:pt x="1424" y="534"/>
                    <a:pt x="14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32"/>
            <p:cNvSpPr/>
            <p:nvPr/>
          </p:nvSpPr>
          <p:spPr>
            <a:xfrm>
              <a:off x="3614760" y="1657783"/>
              <a:ext cx="30654" cy="44010"/>
            </a:xfrm>
            <a:custGeom>
              <a:rect b="b" l="l" r="r" t="t"/>
              <a:pathLst>
                <a:path extrusionOk="0" h="1993" w="1388">
                  <a:moveTo>
                    <a:pt x="0" y="0"/>
                  </a:moveTo>
                  <a:lnTo>
                    <a:pt x="0" y="0"/>
                  </a:lnTo>
                  <a:cubicBezTo>
                    <a:pt x="178" y="641"/>
                    <a:pt x="321" y="1317"/>
                    <a:pt x="356" y="1993"/>
                  </a:cubicBezTo>
                  <a:lnTo>
                    <a:pt x="1388" y="1993"/>
                  </a:lnTo>
                  <a:cubicBezTo>
                    <a:pt x="1246" y="1175"/>
                    <a:pt x="712" y="427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32"/>
            <p:cNvSpPr/>
            <p:nvPr/>
          </p:nvSpPr>
          <p:spPr>
            <a:xfrm>
              <a:off x="3519684" y="1657783"/>
              <a:ext cx="31449" cy="44010"/>
            </a:xfrm>
            <a:custGeom>
              <a:rect b="b" l="l" r="r" t="t"/>
              <a:pathLst>
                <a:path extrusionOk="0" h="1993" w="1424">
                  <a:moveTo>
                    <a:pt x="1423" y="0"/>
                  </a:moveTo>
                  <a:cubicBezTo>
                    <a:pt x="676" y="427"/>
                    <a:pt x="178" y="1175"/>
                    <a:pt x="0" y="1993"/>
                  </a:cubicBezTo>
                  <a:lnTo>
                    <a:pt x="1067" y="1993"/>
                  </a:lnTo>
                  <a:cubicBezTo>
                    <a:pt x="1103" y="1317"/>
                    <a:pt x="1210" y="641"/>
                    <a:pt x="14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32"/>
            <p:cNvSpPr/>
            <p:nvPr/>
          </p:nvSpPr>
          <p:spPr>
            <a:xfrm>
              <a:off x="3614760" y="1725356"/>
              <a:ext cx="30654" cy="44010"/>
            </a:xfrm>
            <a:custGeom>
              <a:rect b="b" l="l" r="r" t="t"/>
              <a:pathLst>
                <a:path extrusionOk="0" h="1993" w="1388">
                  <a:moveTo>
                    <a:pt x="356" y="0"/>
                  </a:moveTo>
                  <a:cubicBezTo>
                    <a:pt x="321" y="676"/>
                    <a:pt x="178" y="1352"/>
                    <a:pt x="0" y="1993"/>
                  </a:cubicBezTo>
                  <a:cubicBezTo>
                    <a:pt x="712" y="1566"/>
                    <a:pt x="1246" y="854"/>
                    <a:pt x="13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32"/>
            <p:cNvSpPr/>
            <p:nvPr/>
          </p:nvSpPr>
          <p:spPr>
            <a:xfrm>
              <a:off x="3438742" y="1576807"/>
              <a:ext cx="288408" cy="399207"/>
            </a:xfrm>
            <a:custGeom>
              <a:rect b="b" l="l" r="r" t="t"/>
              <a:pathLst>
                <a:path extrusionOk="0" h="18078" w="13059">
                  <a:moveTo>
                    <a:pt x="6518" y="2247"/>
                  </a:moveTo>
                  <a:cubicBezTo>
                    <a:pt x="8549" y="2247"/>
                    <a:pt x="10497" y="3815"/>
                    <a:pt x="10497" y="6194"/>
                  </a:cubicBezTo>
                  <a:cubicBezTo>
                    <a:pt x="10461" y="8364"/>
                    <a:pt x="8718" y="10143"/>
                    <a:pt x="6512" y="10143"/>
                  </a:cubicBezTo>
                  <a:cubicBezTo>
                    <a:pt x="2989" y="10143"/>
                    <a:pt x="1246" y="5909"/>
                    <a:pt x="3736" y="3418"/>
                  </a:cubicBezTo>
                  <a:cubicBezTo>
                    <a:pt x="4545" y="2610"/>
                    <a:pt x="5541" y="2247"/>
                    <a:pt x="6518" y="2247"/>
                  </a:cubicBezTo>
                  <a:close/>
                  <a:moveTo>
                    <a:pt x="9109" y="11993"/>
                  </a:moveTo>
                  <a:cubicBezTo>
                    <a:pt x="9821" y="11993"/>
                    <a:pt x="9821" y="13061"/>
                    <a:pt x="9109" y="13061"/>
                  </a:cubicBezTo>
                  <a:lnTo>
                    <a:pt x="3950" y="13061"/>
                  </a:lnTo>
                  <a:cubicBezTo>
                    <a:pt x="3238" y="13061"/>
                    <a:pt x="3238" y="11993"/>
                    <a:pt x="3950" y="11993"/>
                  </a:cubicBezTo>
                  <a:close/>
                  <a:moveTo>
                    <a:pt x="8255" y="14092"/>
                  </a:moveTo>
                  <a:cubicBezTo>
                    <a:pt x="8967" y="14092"/>
                    <a:pt x="8967" y="15160"/>
                    <a:pt x="8255" y="15160"/>
                  </a:cubicBezTo>
                  <a:lnTo>
                    <a:pt x="4875" y="15160"/>
                  </a:lnTo>
                  <a:cubicBezTo>
                    <a:pt x="4163" y="15160"/>
                    <a:pt x="4163" y="14092"/>
                    <a:pt x="4875" y="14092"/>
                  </a:cubicBezTo>
                  <a:close/>
                  <a:moveTo>
                    <a:pt x="12227" y="0"/>
                  </a:moveTo>
                  <a:cubicBezTo>
                    <a:pt x="12208" y="0"/>
                    <a:pt x="12188" y="1"/>
                    <a:pt x="12169" y="3"/>
                  </a:cubicBezTo>
                  <a:lnTo>
                    <a:pt x="890" y="3"/>
                  </a:lnTo>
                  <a:cubicBezTo>
                    <a:pt x="392" y="3"/>
                    <a:pt x="0" y="394"/>
                    <a:pt x="0" y="892"/>
                  </a:cubicBezTo>
                  <a:lnTo>
                    <a:pt x="0" y="17188"/>
                  </a:lnTo>
                  <a:cubicBezTo>
                    <a:pt x="0" y="17686"/>
                    <a:pt x="392" y="18078"/>
                    <a:pt x="890" y="18078"/>
                  </a:cubicBezTo>
                  <a:lnTo>
                    <a:pt x="12169" y="18078"/>
                  </a:lnTo>
                  <a:cubicBezTo>
                    <a:pt x="12667" y="18078"/>
                    <a:pt x="13058" y="17686"/>
                    <a:pt x="13058" y="17188"/>
                  </a:cubicBezTo>
                  <a:lnTo>
                    <a:pt x="13058" y="856"/>
                  </a:lnTo>
                  <a:cubicBezTo>
                    <a:pt x="13058" y="412"/>
                    <a:pt x="12697" y="0"/>
                    <a:pt x="122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32"/>
            <p:cNvSpPr/>
            <p:nvPr/>
          </p:nvSpPr>
          <p:spPr>
            <a:xfrm>
              <a:off x="3519684" y="1725356"/>
              <a:ext cx="31449" cy="44010"/>
            </a:xfrm>
            <a:custGeom>
              <a:rect b="b" l="l" r="r" t="t"/>
              <a:pathLst>
                <a:path extrusionOk="0" h="1993" w="1424">
                  <a:moveTo>
                    <a:pt x="0" y="0"/>
                  </a:moveTo>
                  <a:cubicBezTo>
                    <a:pt x="178" y="854"/>
                    <a:pt x="676" y="1566"/>
                    <a:pt x="1423" y="1993"/>
                  </a:cubicBezTo>
                  <a:cubicBezTo>
                    <a:pt x="1210" y="1352"/>
                    <a:pt x="1103" y="676"/>
                    <a:pt x="10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32"/>
            <p:cNvSpPr/>
            <p:nvPr/>
          </p:nvSpPr>
          <p:spPr>
            <a:xfrm>
              <a:off x="3566813" y="1649922"/>
              <a:ext cx="32244" cy="51872"/>
            </a:xfrm>
            <a:custGeom>
              <a:rect b="b" l="l" r="r" t="t"/>
              <a:pathLst>
                <a:path extrusionOk="0" h="2349" w="1460">
                  <a:moveTo>
                    <a:pt x="713" y="1"/>
                  </a:moveTo>
                  <a:cubicBezTo>
                    <a:pt x="677" y="36"/>
                    <a:pt x="463" y="214"/>
                    <a:pt x="286" y="748"/>
                  </a:cubicBezTo>
                  <a:cubicBezTo>
                    <a:pt x="108" y="1281"/>
                    <a:pt x="36" y="1815"/>
                    <a:pt x="1" y="2349"/>
                  </a:cubicBezTo>
                  <a:lnTo>
                    <a:pt x="1460" y="2349"/>
                  </a:lnTo>
                  <a:cubicBezTo>
                    <a:pt x="1424" y="1815"/>
                    <a:pt x="1317" y="1281"/>
                    <a:pt x="1175" y="748"/>
                  </a:cubicBezTo>
                  <a:cubicBezTo>
                    <a:pt x="997" y="214"/>
                    <a:pt x="784" y="36"/>
                    <a:pt x="7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0" name="Google Shape;960;p32"/>
          <p:cNvGrpSpPr/>
          <p:nvPr/>
        </p:nvGrpSpPr>
        <p:grpSpPr>
          <a:xfrm>
            <a:off x="6063324" y="2764845"/>
            <a:ext cx="319835" cy="399164"/>
            <a:chOff x="6063324" y="2764845"/>
            <a:chExt cx="319835" cy="399164"/>
          </a:xfrm>
        </p:grpSpPr>
        <p:sp>
          <p:nvSpPr>
            <p:cNvPr id="961" name="Google Shape;961;p32"/>
            <p:cNvSpPr/>
            <p:nvPr/>
          </p:nvSpPr>
          <p:spPr>
            <a:xfrm>
              <a:off x="6118316" y="2998986"/>
              <a:ext cx="209057" cy="165023"/>
            </a:xfrm>
            <a:custGeom>
              <a:rect b="b" l="l" r="r" t="t"/>
              <a:pathLst>
                <a:path extrusionOk="0" h="7473" w="9466">
                  <a:moveTo>
                    <a:pt x="1" y="0"/>
                  </a:moveTo>
                  <a:lnTo>
                    <a:pt x="1922" y="4270"/>
                  </a:lnTo>
                  <a:lnTo>
                    <a:pt x="2812" y="6191"/>
                  </a:lnTo>
                  <a:cubicBezTo>
                    <a:pt x="2812" y="6227"/>
                    <a:pt x="2812" y="6227"/>
                    <a:pt x="2812" y="6263"/>
                  </a:cubicBezTo>
                  <a:lnTo>
                    <a:pt x="2812" y="7472"/>
                  </a:lnTo>
                  <a:lnTo>
                    <a:pt x="6619" y="7472"/>
                  </a:lnTo>
                  <a:lnTo>
                    <a:pt x="6619" y="6298"/>
                  </a:lnTo>
                  <a:lnTo>
                    <a:pt x="7544" y="4270"/>
                  </a:lnTo>
                  <a:lnTo>
                    <a:pt x="9466" y="0"/>
                  </a:lnTo>
                  <a:lnTo>
                    <a:pt x="9466" y="0"/>
                  </a:lnTo>
                  <a:cubicBezTo>
                    <a:pt x="8967" y="499"/>
                    <a:pt x="8398" y="890"/>
                    <a:pt x="7758" y="1210"/>
                  </a:cubicBezTo>
                  <a:lnTo>
                    <a:pt x="6441" y="4092"/>
                  </a:lnTo>
                  <a:lnTo>
                    <a:pt x="5943" y="5195"/>
                  </a:lnTo>
                  <a:lnTo>
                    <a:pt x="3559" y="5195"/>
                  </a:lnTo>
                  <a:lnTo>
                    <a:pt x="3061" y="4092"/>
                  </a:lnTo>
                  <a:lnTo>
                    <a:pt x="1709" y="1210"/>
                  </a:lnTo>
                  <a:cubicBezTo>
                    <a:pt x="1104" y="890"/>
                    <a:pt x="499" y="499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32"/>
            <p:cNvSpPr/>
            <p:nvPr/>
          </p:nvSpPr>
          <p:spPr>
            <a:xfrm>
              <a:off x="6258975" y="2764845"/>
              <a:ext cx="124184" cy="247523"/>
            </a:xfrm>
            <a:custGeom>
              <a:rect b="b" l="l" r="r" t="t"/>
              <a:pathLst>
                <a:path extrusionOk="0" h="11209" w="5623">
                  <a:moveTo>
                    <a:pt x="1" y="0"/>
                  </a:moveTo>
                  <a:cubicBezTo>
                    <a:pt x="321" y="356"/>
                    <a:pt x="606" y="783"/>
                    <a:pt x="819" y="1246"/>
                  </a:cubicBezTo>
                  <a:cubicBezTo>
                    <a:pt x="1958" y="4057"/>
                    <a:pt x="1958" y="7188"/>
                    <a:pt x="819" y="9963"/>
                  </a:cubicBezTo>
                  <a:cubicBezTo>
                    <a:pt x="606" y="10426"/>
                    <a:pt x="321" y="10853"/>
                    <a:pt x="1" y="11208"/>
                  </a:cubicBezTo>
                  <a:cubicBezTo>
                    <a:pt x="5623" y="9572"/>
                    <a:pt x="5623" y="1637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32"/>
            <p:cNvSpPr/>
            <p:nvPr/>
          </p:nvSpPr>
          <p:spPr>
            <a:xfrm>
              <a:off x="6063324" y="2764845"/>
              <a:ext cx="124184" cy="247523"/>
            </a:xfrm>
            <a:custGeom>
              <a:rect b="b" l="l" r="r" t="t"/>
              <a:pathLst>
                <a:path extrusionOk="0" h="11209" w="5623">
                  <a:moveTo>
                    <a:pt x="5622" y="0"/>
                  </a:moveTo>
                  <a:lnTo>
                    <a:pt x="5622" y="0"/>
                  </a:lnTo>
                  <a:cubicBezTo>
                    <a:pt x="0" y="1637"/>
                    <a:pt x="0" y="9572"/>
                    <a:pt x="5622" y="11208"/>
                  </a:cubicBezTo>
                  <a:cubicBezTo>
                    <a:pt x="5266" y="10853"/>
                    <a:pt x="4982" y="10426"/>
                    <a:pt x="4768" y="9963"/>
                  </a:cubicBezTo>
                  <a:cubicBezTo>
                    <a:pt x="4163" y="8575"/>
                    <a:pt x="3879" y="7117"/>
                    <a:pt x="3914" y="5587"/>
                  </a:cubicBezTo>
                  <a:cubicBezTo>
                    <a:pt x="3879" y="4092"/>
                    <a:pt x="4163" y="2633"/>
                    <a:pt x="4768" y="1246"/>
                  </a:cubicBezTo>
                  <a:cubicBezTo>
                    <a:pt x="4982" y="783"/>
                    <a:pt x="5266" y="356"/>
                    <a:pt x="56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32"/>
            <p:cNvSpPr/>
            <p:nvPr/>
          </p:nvSpPr>
          <p:spPr>
            <a:xfrm>
              <a:off x="6173329" y="2771912"/>
              <a:ext cx="99029" cy="234163"/>
            </a:xfrm>
            <a:custGeom>
              <a:rect b="b" l="l" r="r" t="t"/>
              <a:pathLst>
                <a:path extrusionOk="0" h="10604" w="4484">
                  <a:moveTo>
                    <a:pt x="2242" y="1"/>
                  </a:moveTo>
                  <a:cubicBezTo>
                    <a:pt x="1175" y="1"/>
                    <a:pt x="1" y="2171"/>
                    <a:pt x="1" y="5302"/>
                  </a:cubicBezTo>
                  <a:cubicBezTo>
                    <a:pt x="1" y="8398"/>
                    <a:pt x="1175" y="10604"/>
                    <a:pt x="2242" y="10604"/>
                  </a:cubicBezTo>
                  <a:cubicBezTo>
                    <a:pt x="3310" y="10604"/>
                    <a:pt x="4484" y="8398"/>
                    <a:pt x="4484" y="5302"/>
                  </a:cubicBezTo>
                  <a:cubicBezTo>
                    <a:pt x="4484" y="2171"/>
                    <a:pt x="3310" y="1"/>
                    <a:pt x="2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5" name="Google Shape;965;p32"/>
          <p:cNvGrpSpPr/>
          <p:nvPr/>
        </p:nvGrpSpPr>
        <p:grpSpPr>
          <a:xfrm>
            <a:off x="1425518" y="1566649"/>
            <a:ext cx="399209" cy="399141"/>
            <a:chOff x="1425518" y="1566649"/>
            <a:chExt cx="399209" cy="399141"/>
          </a:xfrm>
        </p:grpSpPr>
        <p:sp>
          <p:nvSpPr>
            <p:cNvPr id="966" name="Google Shape;966;p32"/>
            <p:cNvSpPr/>
            <p:nvPr/>
          </p:nvSpPr>
          <p:spPr>
            <a:xfrm>
              <a:off x="1511937" y="1566649"/>
              <a:ext cx="226349" cy="71503"/>
            </a:xfrm>
            <a:custGeom>
              <a:rect b="b" l="l" r="r" t="t"/>
              <a:pathLst>
                <a:path extrusionOk="0" h="3238" w="10249">
                  <a:moveTo>
                    <a:pt x="1424" y="0"/>
                  </a:moveTo>
                  <a:cubicBezTo>
                    <a:pt x="641" y="0"/>
                    <a:pt x="1" y="640"/>
                    <a:pt x="1" y="1423"/>
                  </a:cubicBezTo>
                  <a:lnTo>
                    <a:pt x="1" y="3238"/>
                  </a:lnTo>
                  <a:lnTo>
                    <a:pt x="2136" y="3238"/>
                  </a:lnTo>
                  <a:lnTo>
                    <a:pt x="2136" y="2099"/>
                  </a:lnTo>
                  <a:lnTo>
                    <a:pt x="8149" y="2099"/>
                  </a:lnTo>
                  <a:lnTo>
                    <a:pt x="8149" y="3238"/>
                  </a:lnTo>
                  <a:lnTo>
                    <a:pt x="10248" y="3238"/>
                  </a:lnTo>
                  <a:lnTo>
                    <a:pt x="10248" y="1423"/>
                  </a:lnTo>
                  <a:cubicBezTo>
                    <a:pt x="10248" y="640"/>
                    <a:pt x="9608" y="0"/>
                    <a:pt x="88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32"/>
            <p:cNvSpPr/>
            <p:nvPr/>
          </p:nvSpPr>
          <p:spPr>
            <a:xfrm>
              <a:off x="1744536" y="1870703"/>
              <a:ext cx="80191" cy="26742"/>
            </a:xfrm>
            <a:custGeom>
              <a:rect b="b" l="l" r="r" t="t"/>
              <a:pathLst>
                <a:path extrusionOk="0" h="1211" w="3631">
                  <a:moveTo>
                    <a:pt x="1" y="1"/>
                  </a:moveTo>
                  <a:lnTo>
                    <a:pt x="1" y="1210"/>
                  </a:lnTo>
                  <a:lnTo>
                    <a:pt x="3630" y="1210"/>
                  </a:lnTo>
                  <a:lnTo>
                    <a:pt x="363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32"/>
            <p:cNvSpPr/>
            <p:nvPr/>
          </p:nvSpPr>
          <p:spPr>
            <a:xfrm>
              <a:off x="1425518" y="1661714"/>
              <a:ext cx="399208" cy="304076"/>
            </a:xfrm>
            <a:custGeom>
              <a:rect b="b" l="l" r="r" t="t"/>
              <a:pathLst>
                <a:path extrusionOk="0" h="13770" w="18076">
                  <a:moveTo>
                    <a:pt x="13656" y="2448"/>
                  </a:moveTo>
                  <a:cubicBezTo>
                    <a:pt x="14855" y="2448"/>
                    <a:pt x="16011" y="3372"/>
                    <a:pt x="16011" y="4768"/>
                  </a:cubicBezTo>
                  <a:cubicBezTo>
                    <a:pt x="15976" y="6062"/>
                    <a:pt x="14978" y="7082"/>
                    <a:pt x="13693" y="7082"/>
                  </a:cubicBezTo>
                  <a:cubicBezTo>
                    <a:pt x="13672" y="7082"/>
                    <a:pt x="13650" y="7081"/>
                    <a:pt x="13627" y="7081"/>
                  </a:cubicBezTo>
                  <a:lnTo>
                    <a:pt x="13627" y="7081"/>
                  </a:lnTo>
                  <a:lnTo>
                    <a:pt x="13663" y="7116"/>
                  </a:lnTo>
                  <a:cubicBezTo>
                    <a:pt x="11599" y="7116"/>
                    <a:pt x="10568" y="4590"/>
                    <a:pt x="12026" y="3131"/>
                  </a:cubicBezTo>
                  <a:cubicBezTo>
                    <a:pt x="12498" y="2659"/>
                    <a:pt x="13082" y="2448"/>
                    <a:pt x="13656" y="2448"/>
                  </a:cubicBezTo>
                  <a:close/>
                  <a:moveTo>
                    <a:pt x="6080" y="2544"/>
                  </a:moveTo>
                  <a:cubicBezTo>
                    <a:pt x="6218" y="2544"/>
                    <a:pt x="6351" y="2598"/>
                    <a:pt x="6440" y="2704"/>
                  </a:cubicBezTo>
                  <a:lnTo>
                    <a:pt x="10105" y="6369"/>
                  </a:lnTo>
                  <a:cubicBezTo>
                    <a:pt x="10318" y="6583"/>
                    <a:pt x="10318" y="6903"/>
                    <a:pt x="10105" y="7116"/>
                  </a:cubicBezTo>
                  <a:lnTo>
                    <a:pt x="8290" y="8931"/>
                  </a:lnTo>
                  <a:cubicBezTo>
                    <a:pt x="8203" y="9019"/>
                    <a:pt x="8091" y="9083"/>
                    <a:pt x="7974" y="9083"/>
                  </a:cubicBezTo>
                  <a:cubicBezTo>
                    <a:pt x="7949" y="9083"/>
                    <a:pt x="7924" y="9080"/>
                    <a:pt x="7899" y="9073"/>
                  </a:cubicBezTo>
                  <a:cubicBezTo>
                    <a:pt x="7874" y="9080"/>
                    <a:pt x="7849" y="9083"/>
                    <a:pt x="7824" y="9083"/>
                  </a:cubicBezTo>
                  <a:cubicBezTo>
                    <a:pt x="7708" y="9083"/>
                    <a:pt x="7602" y="9019"/>
                    <a:pt x="7543" y="8931"/>
                  </a:cubicBezTo>
                  <a:lnTo>
                    <a:pt x="3878" y="5302"/>
                  </a:lnTo>
                  <a:cubicBezTo>
                    <a:pt x="3772" y="5195"/>
                    <a:pt x="3736" y="5053"/>
                    <a:pt x="3736" y="4910"/>
                  </a:cubicBezTo>
                  <a:cubicBezTo>
                    <a:pt x="3736" y="4768"/>
                    <a:pt x="3772" y="4626"/>
                    <a:pt x="3878" y="4519"/>
                  </a:cubicBezTo>
                  <a:lnTo>
                    <a:pt x="5693" y="2704"/>
                  </a:lnTo>
                  <a:cubicBezTo>
                    <a:pt x="5800" y="2598"/>
                    <a:pt x="5942" y="2544"/>
                    <a:pt x="6080" y="2544"/>
                  </a:cubicBezTo>
                  <a:close/>
                  <a:moveTo>
                    <a:pt x="1494" y="0"/>
                  </a:moveTo>
                  <a:cubicBezTo>
                    <a:pt x="676" y="0"/>
                    <a:pt x="0" y="676"/>
                    <a:pt x="0" y="1495"/>
                  </a:cubicBezTo>
                  <a:lnTo>
                    <a:pt x="0" y="5835"/>
                  </a:lnTo>
                  <a:lnTo>
                    <a:pt x="712" y="5124"/>
                  </a:lnTo>
                  <a:cubicBezTo>
                    <a:pt x="818" y="5017"/>
                    <a:pt x="952" y="4964"/>
                    <a:pt x="1085" y="4964"/>
                  </a:cubicBezTo>
                  <a:cubicBezTo>
                    <a:pt x="1219" y="4964"/>
                    <a:pt x="1352" y="5017"/>
                    <a:pt x="1459" y="5124"/>
                  </a:cubicBezTo>
                  <a:lnTo>
                    <a:pt x="4199" y="7864"/>
                  </a:lnTo>
                  <a:cubicBezTo>
                    <a:pt x="4376" y="8077"/>
                    <a:pt x="4376" y="8397"/>
                    <a:pt x="4199" y="8611"/>
                  </a:cubicBezTo>
                  <a:lnTo>
                    <a:pt x="1459" y="11350"/>
                  </a:lnTo>
                  <a:cubicBezTo>
                    <a:pt x="1352" y="11439"/>
                    <a:pt x="1219" y="11484"/>
                    <a:pt x="1085" y="11484"/>
                  </a:cubicBezTo>
                  <a:cubicBezTo>
                    <a:pt x="952" y="11484"/>
                    <a:pt x="818" y="11439"/>
                    <a:pt x="712" y="11350"/>
                  </a:cubicBezTo>
                  <a:lnTo>
                    <a:pt x="0" y="10639"/>
                  </a:lnTo>
                  <a:lnTo>
                    <a:pt x="0" y="12276"/>
                  </a:lnTo>
                  <a:cubicBezTo>
                    <a:pt x="0" y="13094"/>
                    <a:pt x="676" y="13770"/>
                    <a:pt x="1494" y="13770"/>
                  </a:cubicBezTo>
                  <a:lnTo>
                    <a:pt x="16581" y="13770"/>
                  </a:lnTo>
                  <a:cubicBezTo>
                    <a:pt x="17399" y="13770"/>
                    <a:pt x="18075" y="13094"/>
                    <a:pt x="18075" y="12276"/>
                  </a:cubicBezTo>
                  <a:lnTo>
                    <a:pt x="18075" y="11742"/>
                  </a:lnTo>
                  <a:lnTo>
                    <a:pt x="13912" y="11742"/>
                  </a:lnTo>
                  <a:cubicBezTo>
                    <a:pt x="13627" y="11742"/>
                    <a:pt x="13378" y="11493"/>
                    <a:pt x="13378" y="11208"/>
                  </a:cubicBezTo>
                  <a:lnTo>
                    <a:pt x="13378" y="8931"/>
                  </a:lnTo>
                  <a:cubicBezTo>
                    <a:pt x="13378" y="8646"/>
                    <a:pt x="13627" y="8397"/>
                    <a:pt x="13912" y="8397"/>
                  </a:cubicBezTo>
                  <a:lnTo>
                    <a:pt x="18075" y="8397"/>
                  </a:lnTo>
                  <a:lnTo>
                    <a:pt x="18075" y="1495"/>
                  </a:lnTo>
                  <a:cubicBezTo>
                    <a:pt x="18075" y="676"/>
                    <a:pt x="17399" y="0"/>
                    <a:pt x="165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32"/>
            <p:cNvSpPr/>
            <p:nvPr/>
          </p:nvSpPr>
          <p:spPr>
            <a:xfrm>
              <a:off x="1426291" y="1799200"/>
              <a:ext cx="66807" cy="88021"/>
            </a:xfrm>
            <a:custGeom>
              <a:rect b="b" l="l" r="r" t="t"/>
              <a:pathLst>
                <a:path extrusionOk="0" h="3986" w="3025">
                  <a:moveTo>
                    <a:pt x="1032" y="1"/>
                  </a:moveTo>
                  <a:lnTo>
                    <a:pt x="1" y="1068"/>
                  </a:lnTo>
                  <a:lnTo>
                    <a:pt x="1" y="1104"/>
                  </a:lnTo>
                  <a:lnTo>
                    <a:pt x="1" y="2918"/>
                  </a:lnTo>
                  <a:lnTo>
                    <a:pt x="1068" y="3986"/>
                  </a:lnTo>
                  <a:lnTo>
                    <a:pt x="3025" y="1993"/>
                  </a:lnTo>
                  <a:lnTo>
                    <a:pt x="103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32"/>
            <p:cNvSpPr/>
            <p:nvPr/>
          </p:nvSpPr>
          <p:spPr>
            <a:xfrm>
              <a:off x="1535523" y="1746555"/>
              <a:ext cx="88031" cy="88021"/>
            </a:xfrm>
            <a:custGeom>
              <a:rect b="b" l="l" r="r" t="t"/>
              <a:pathLst>
                <a:path extrusionOk="0" h="3986" w="3986">
                  <a:moveTo>
                    <a:pt x="1103" y="1"/>
                  </a:moveTo>
                  <a:lnTo>
                    <a:pt x="0" y="1068"/>
                  </a:lnTo>
                  <a:lnTo>
                    <a:pt x="2918" y="3986"/>
                  </a:lnTo>
                  <a:lnTo>
                    <a:pt x="3985" y="2883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32"/>
            <p:cNvSpPr/>
            <p:nvPr/>
          </p:nvSpPr>
          <p:spPr>
            <a:xfrm>
              <a:off x="1688749" y="1738716"/>
              <a:ext cx="66034" cy="56465"/>
            </a:xfrm>
            <a:custGeom>
              <a:rect b="b" l="l" r="r" t="t"/>
              <a:pathLst>
                <a:path extrusionOk="0" h="2557" w="2990">
                  <a:moveTo>
                    <a:pt x="1708" y="0"/>
                  </a:moveTo>
                  <a:cubicBezTo>
                    <a:pt x="570" y="0"/>
                    <a:pt x="1" y="1388"/>
                    <a:pt x="819" y="2171"/>
                  </a:cubicBezTo>
                  <a:cubicBezTo>
                    <a:pt x="1074" y="2438"/>
                    <a:pt x="1394" y="2557"/>
                    <a:pt x="1709" y="2557"/>
                  </a:cubicBezTo>
                  <a:cubicBezTo>
                    <a:pt x="2359" y="2557"/>
                    <a:pt x="2989" y="2048"/>
                    <a:pt x="2989" y="1281"/>
                  </a:cubicBezTo>
                  <a:cubicBezTo>
                    <a:pt x="2989" y="569"/>
                    <a:pt x="2420" y="0"/>
                    <a:pt x="1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72" name="Google Shape;972;p32"/>
          <p:cNvGrpSpPr/>
          <p:nvPr/>
        </p:nvGrpSpPr>
        <p:grpSpPr>
          <a:xfrm>
            <a:off x="5428380" y="1576851"/>
            <a:ext cx="271911" cy="398192"/>
            <a:chOff x="5428380" y="1576851"/>
            <a:chExt cx="271911" cy="398192"/>
          </a:xfrm>
        </p:grpSpPr>
        <p:sp>
          <p:nvSpPr>
            <p:cNvPr id="973" name="Google Shape;973;p32"/>
            <p:cNvSpPr/>
            <p:nvPr/>
          </p:nvSpPr>
          <p:spPr>
            <a:xfrm>
              <a:off x="5428380" y="1576851"/>
              <a:ext cx="271911" cy="398192"/>
            </a:xfrm>
            <a:custGeom>
              <a:rect b="b" l="l" r="r" t="t"/>
              <a:pathLst>
                <a:path extrusionOk="0" h="18032" w="12312">
                  <a:moveTo>
                    <a:pt x="7758" y="3132"/>
                  </a:moveTo>
                  <a:cubicBezTo>
                    <a:pt x="10177" y="3132"/>
                    <a:pt x="11422" y="6085"/>
                    <a:pt x="9679" y="7793"/>
                  </a:cubicBezTo>
                  <a:lnTo>
                    <a:pt x="9643" y="7793"/>
                  </a:lnTo>
                  <a:lnTo>
                    <a:pt x="7366" y="9963"/>
                  </a:lnTo>
                  <a:cubicBezTo>
                    <a:pt x="7028" y="10283"/>
                    <a:pt x="6583" y="10443"/>
                    <a:pt x="6139" y="10443"/>
                  </a:cubicBezTo>
                  <a:cubicBezTo>
                    <a:pt x="5694" y="10443"/>
                    <a:pt x="5249" y="10283"/>
                    <a:pt x="4911" y="9963"/>
                  </a:cubicBezTo>
                  <a:lnTo>
                    <a:pt x="2634" y="7793"/>
                  </a:lnTo>
                  <a:cubicBezTo>
                    <a:pt x="926" y="6085"/>
                    <a:pt x="2136" y="3132"/>
                    <a:pt x="4555" y="3132"/>
                  </a:cubicBezTo>
                  <a:cubicBezTo>
                    <a:pt x="5125" y="3132"/>
                    <a:pt x="5694" y="3310"/>
                    <a:pt x="6156" y="3630"/>
                  </a:cubicBezTo>
                  <a:cubicBezTo>
                    <a:pt x="6619" y="3310"/>
                    <a:pt x="7188" y="3132"/>
                    <a:pt x="7758" y="3132"/>
                  </a:cubicBezTo>
                  <a:close/>
                  <a:moveTo>
                    <a:pt x="6092" y="0"/>
                  </a:moveTo>
                  <a:cubicBezTo>
                    <a:pt x="2706" y="0"/>
                    <a:pt x="1" y="2762"/>
                    <a:pt x="1" y="6156"/>
                  </a:cubicBezTo>
                  <a:cubicBezTo>
                    <a:pt x="1" y="8860"/>
                    <a:pt x="3915" y="15229"/>
                    <a:pt x="5516" y="17684"/>
                  </a:cubicBezTo>
                  <a:cubicBezTo>
                    <a:pt x="5658" y="17915"/>
                    <a:pt x="5907" y="18031"/>
                    <a:pt x="6156" y="18031"/>
                  </a:cubicBezTo>
                  <a:cubicBezTo>
                    <a:pt x="6406" y="18031"/>
                    <a:pt x="6655" y="17915"/>
                    <a:pt x="6797" y="17684"/>
                  </a:cubicBezTo>
                  <a:cubicBezTo>
                    <a:pt x="8398" y="15229"/>
                    <a:pt x="12312" y="8860"/>
                    <a:pt x="12312" y="6156"/>
                  </a:cubicBezTo>
                  <a:cubicBezTo>
                    <a:pt x="12312" y="2762"/>
                    <a:pt x="9607" y="0"/>
                    <a:pt x="6221" y="0"/>
                  </a:cubicBezTo>
                  <a:cubicBezTo>
                    <a:pt x="6200" y="0"/>
                    <a:pt x="6178" y="0"/>
                    <a:pt x="6156" y="1"/>
                  </a:cubicBezTo>
                  <a:cubicBezTo>
                    <a:pt x="6135" y="0"/>
                    <a:pt x="6113" y="0"/>
                    <a:pt x="60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32"/>
            <p:cNvSpPr/>
            <p:nvPr/>
          </p:nvSpPr>
          <p:spPr>
            <a:xfrm>
              <a:off x="5488893" y="1669575"/>
              <a:ext cx="151680" cy="114719"/>
            </a:xfrm>
            <a:custGeom>
              <a:rect b="b" l="l" r="r" t="t"/>
              <a:pathLst>
                <a:path extrusionOk="0" h="5195" w="6868">
                  <a:moveTo>
                    <a:pt x="1815" y="0"/>
                  </a:moveTo>
                  <a:cubicBezTo>
                    <a:pt x="1388" y="0"/>
                    <a:pt x="961" y="178"/>
                    <a:pt x="641" y="463"/>
                  </a:cubicBezTo>
                  <a:cubicBezTo>
                    <a:pt x="1" y="1103"/>
                    <a:pt x="1" y="2206"/>
                    <a:pt x="641" y="2847"/>
                  </a:cubicBezTo>
                  <a:lnTo>
                    <a:pt x="2918" y="5017"/>
                  </a:lnTo>
                  <a:cubicBezTo>
                    <a:pt x="3061" y="5124"/>
                    <a:pt x="3239" y="5195"/>
                    <a:pt x="3416" y="5195"/>
                  </a:cubicBezTo>
                  <a:cubicBezTo>
                    <a:pt x="3594" y="5195"/>
                    <a:pt x="3772" y="5124"/>
                    <a:pt x="3915" y="5017"/>
                  </a:cubicBezTo>
                  <a:lnTo>
                    <a:pt x="6192" y="2847"/>
                  </a:lnTo>
                  <a:cubicBezTo>
                    <a:pt x="6868" y="2170"/>
                    <a:pt x="6832" y="1103"/>
                    <a:pt x="6156" y="463"/>
                  </a:cubicBezTo>
                  <a:cubicBezTo>
                    <a:pt x="5836" y="142"/>
                    <a:pt x="5445" y="0"/>
                    <a:pt x="4982" y="0"/>
                  </a:cubicBezTo>
                  <a:cubicBezTo>
                    <a:pt x="4555" y="0"/>
                    <a:pt x="4093" y="178"/>
                    <a:pt x="3772" y="498"/>
                  </a:cubicBezTo>
                  <a:lnTo>
                    <a:pt x="3416" y="890"/>
                  </a:lnTo>
                  <a:lnTo>
                    <a:pt x="3025" y="498"/>
                  </a:lnTo>
                  <a:cubicBezTo>
                    <a:pt x="2705" y="178"/>
                    <a:pt x="2278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75" name="Google Shape;975;p32"/>
          <p:cNvGrpSpPr/>
          <p:nvPr/>
        </p:nvGrpSpPr>
        <p:grpSpPr>
          <a:xfrm>
            <a:off x="2177512" y="1566649"/>
            <a:ext cx="252277" cy="399141"/>
            <a:chOff x="2177512" y="1566649"/>
            <a:chExt cx="252277" cy="399141"/>
          </a:xfrm>
        </p:grpSpPr>
        <p:sp>
          <p:nvSpPr>
            <p:cNvPr id="976" name="Google Shape;976;p32"/>
            <p:cNvSpPr/>
            <p:nvPr/>
          </p:nvSpPr>
          <p:spPr>
            <a:xfrm>
              <a:off x="2177512" y="1677415"/>
              <a:ext cx="252277" cy="234958"/>
            </a:xfrm>
            <a:custGeom>
              <a:rect b="b" l="l" r="r" t="t"/>
              <a:pathLst>
                <a:path extrusionOk="0" h="10640" w="11423">
                  <a:moveTo>
                    <a:pt x="1246" y="1"/>
                  </a:moveTo>
                  <a:cubicBezTo>
                    <a:pt x="535" y="1"/>
                    <a:pt x="1" y="570"/>
                    <a:pt x="1" y="1246"/>
                  </a:cubicBezTo>
                  <a:lnTo>
                    <a:pt x="1" y="4875"/>
                  </a:lnTo>
                  <a:lnTo>
                    <a:pt x="1638" y="4093"/>
                  </a:lnTo>
                  <a:cubicBezTo>
                    <a:pt x="1703" y="4065"/>
                    <a:pt x="1773" y="4051"/>
                    <a:pt x="1843" y="4051"/>
                  </a:cubicBezTo>
                  <a:cubicBezTo>
                    <a:pt x="2042" y="4051"/>
                    <a:pt x="2244" y="4158"/>
                    <a:pt x="2349" y="4342"/>
                  </a:cubicBezTo>
                  <a:lnTo>
                    <a:pt x="3274" y="6405"/>
                  </a:lnTo>
                  <a:cubicBezTo>
                    <a:pt x="3417" y="6654"/>
                    <a:pt x="3310" y="6975"/>
                    <a:pt x="3025" y="7081"/>
                  </a:cubicBezTo>
                  <a:lnTo>
                    <a:pt x="1" y="8505"/>
                  </a:lnTo>
                  <a:lnTo>
                    <a:pt x="1" y="9394"/>
                  </a:lnTo>
                  <a:cubicBezTo>
                    <a:pt x="1" y="10070"/>
                    <a:pt x="535" y="10639"/>
                    <a:pt x="1246" y="10639"/>
                  </a:cubicBezTo>
                  <a:lnTo>
                    <a:pt x="10213" y="10639"/>
                  </a:lnTo>
                  <a:cubicBezTo>
                    <a:pt x="10889" y="10639"/>
                    <a:pt x="11422" y="10106"/>
                    <a:pt x="11422" y="9394"/>
                  </a:cubicBezTo>
                  <a:lnTo>
                    <a:pt x="11422" y="6726"/>
                  </a:lnTo>
                  <a:cubicBezTo>
                    <a:pt x="11248" y="6784"/>
                    <a:pt x="11050" y="6842"/>
                    <a:pt x="10848" y="6842"/>
                  </a:cubicBezTo>
                  <a:cubicBezTo>
                    <a:pt x="10802" y="6842"/>
                    <a:pt x="10756" y="6839"/>
                    <a:pt x="10711" y="6832"/>
                  </a:cubicBezTo>
                  <a:cubicBezTo>
                    <a:pt x="9430" y="6832"/>
                    <a:pt x="8362" y="5801"/>
                    <a:pt x="8362" y="4484"/>
                  </a:cubicBezTo>
                  <a:cubicBezTo>
                    <a:pt x="8362" y="3203"/>
                    <a:pt x="9430" y="2136"/>
                    <a:pt x="10711" y="2136"/>
                  </a:cubicBezTo>
                  <a:cubicBezTo>
                    <a:pt x="10960" y="2136"/>
                    <a:pt x="11209" y="2171"/>
                    <a:pt x="11422" y="2242"/>
                  </a:cubicBezTo>
                  <a:lnTo>
                    <a:pt x="11422" y="1246"/>
                  </a:lnTo>
                  <a:cubicBezTo>
                    <a:pt x="11422" y="570"/>
                    <a:pt x="10889" y="1"/>
                    <a:pt x="10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32"/>
            <p:cNvSpPr/>
            <p:nvPr/>
          </p:nvSpPr>
          <p:spPr>
            <a:xfrm>
              <a:off x="2177512" y="1793701"/>
              <a:ext cx="46401" cy="45600"/>
            </a:xfrm>
            <a:custGeom>
              <a:rect b="b" l="l" r="r" t="t"/>
              <a:pathLst>
                <a:path extrusionOk="0" h="2065" w="2101">
                  <a:moveTo>
                    <a:pt x="1602" y="1"/>
                  </a:moveTo>
                  <a:lnTo>
                    <a:pt x="1" y="784"/>
                  </a:lnTo>
                  <a:lnTo>
                    <a:pt x="1" y="2064"/>
                  </a:lnTo>
                  <a:lnTo>
                    <a:pt x="2100" y="1104"/>
                  </a:lnTo>
                  <a:lnTo>
                    <a:pt x="160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32"/>
            <p:cNvSpPr/>
            <p:nvPr/>
          </p:nvSpPr>
          <p:spPr>
            <a:xfrm>
              <a:off x="2385752" y="1748145"/>
              <a:ext cx="44037" cy="57370"/>
            </a:xfrm>
            <a:custGeom>
              <a:rect b="b" l="l" r="r" t="t"/>
              <a:pathLst>
                <a:path extrusionOk="0" h="2598" w="1994">
                  <a:moveTo>
                    <a:pt x="1282" y="0"/>
                  </a:moveTo>
                  <a:cubicBezTo>
                    <a:pt x="570" y="0"/>
                    <a:pt x="1" y="569"/>
                    <a:pt x="1" y="1281"/>
                  </a:cubicBezTo>
                  <a:cubicBezTo>
                    <a:pt x="1" y="2047"/>
                    <a:pt x="628" y="2597"/>
                    <a:pt x="1301" y="2597"/>
                  </a:cubicBezTo>
                  <a:cubicBezTo>
                    <a:pt x="1534" y="2597"/>
                    <a:pt x="1773" y="2531"/>
                    <a:pt x="1993" y="2384"/>
                  </a:cubicBezTo>
                  <a:lnTo>
                    <a:pt x="1993" y="214"/>
                  </a:lnTo>
                  <a:cubicBezTo>
                    <a:pt x="1780" y="71"/>
                    <a:pt x="1531" y="0"/>
                    <a:pt x="12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32"/>
            <p:cNvSpPr/>
            <p:nvPr/>
          </p:nvSpPr>
          <p:spPr>
            <a:xfrm>
              <a:off x="2352757" y="1935139"/>
              <a:ext cx="47174" cy="30651"/>
            </a:xfrm>
            <a:custGeom>
              <a:rect b="b" l="l" r="r" t="t"/>
              <a:pathLst>
                <a:path extrusionOk="0" h="1388" w="2136">
                  <a:moveTo>
                    <a:pt x="0" y="0"/>
                  </a:moveTo>
                  <a:lnTo>
                    <a:pt x="0" y="321"/>
                  </a:lnTo>
                  <a:cubicBezTo>
                    <a:pt x="0" y="1032"/>
                    <a:pt x="534" y="1388"/>
                    <a:pt x="1068" y="1388"/>
                  </a:cubicBezTo>
                  <a:cubicBezTo>
                    <a:pt x="1602" y="1388"/>
                    <a:pt x="2135" y="1032"/>
                    <a:pt x="2135" y="321"/>
                  </a:cubicBezTo>
                  <a:lnTo>
                    <a:pt x="21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32"/>
            <p:cNvSpPr/>
            <p:nvPr/>
          </p:nvSpPr>
          <p:spPr>
            <a:xfrm>
              <a:off x="2208166" y="1935139"/>
              <a:ext cx="46378" cy="29480"/>
            </a:xfrm>
            <a:custGeom>
              <a:rect b="b" l="l" r="r" t="t"/>
              <a:pathLst>
                <a:path extrusionOk="0" h="1335" w="2100">
                  <a:moveTo>
                    <a:pt x="1" y="0"/>
                  </a:moveTo>
                  <a:lnTo>
                    <a:pt x="1" y="321"/>
                  </a:lnTo>
                  <a:cubicBezTo>
                    <a:pt x="36" y="997"/>
                    <a:pt x="543" y="1335"/>
                    <a:pt x="1050" y="1335"/>
                  </a:cubicBezTo>
                  <a:cubicBezTo>
                    <a:pt x="1557" y="1335"/>
                    <a:pt x="2064" y="997"/>
                    <a:pt x="2100" y="321"/>
                  </a:cubicBezTo>
                  <a:lnTo>
                    <a:pt x="21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32"/>
            <p:cNvSpPr/>
            <p:nvPr/>
          </p:nvSpPr>
          <p:spPr>
            <a:xfrm>
              <a:off x="2186943" y="1566649"/>
              <a:ext cx="233416" cy="88794"/>
            </a:xfrm>
            <a:custGeom>
              <a:rect b="b" l="l" r="r" t="t"/>
              <a:pathLst>
                <a:path extrusionOk="0" h="4021" w="10569">
                  <a:moveTo>
                    <a:pt x="1389" y="0"/>
                  </a:moveTo>
                  <a:cubicBezTo>
                    <a:pt x="12" y="0"/>
                    <a:pt x="1" y="2100"/>
                    <a:pt x="1354" y="2100"/>
                  </a:cubicBezTo>
                  <a:cubicBezTo>
                    <a:pt x="1366" y="2100"/>
                    <a:pt x="1377" y="2100"/>
                    <a:pt x="1389" y="2099"/>
                  </a:cubicBezTo>
                  <a:lnTo>
                    <a:pt x="1638" y="2099"/>
                  </a:lnTo>
                  <a:lnTo>
                    <a:pt x="1638" y="4021"/>
                  </a:lnTo>
                  <a:lnTo>
                    <a:pt x="2705" y="4021"/>
                  </a:lnTo>
                  <a:lnTo>
                    <a:pt x="2705" y="2099"/>
                  </a:lnTo>
                  <a:lnTo>
                    <a:pt x="7900" y="2099"/>
                  </a:lnTo>
                  <a:lnTo>
                    <a:pt x="7900" y="4021"/>
                  </a:lnTo>
                  <a:lnTo>
                    <a:pt x="8932" y="4021"/>
                  </a:lnTo>
                  <a:lnTo>
                    <a:pt x="8932" y="2099"/>
                  </a:lnTo>
                  <a:lnTo>
                    <a:pt x="9181" y="2099"/>
                  </a:lnTo>
                  <a:cubicBezTo>
                    <a:pt x="9192" y="2100"/>
                    <a:pt x="9204" y="2100"/>
                    <a:pt x="9215" y="2100"/>
                  </a:cubicBezTo>
                  <a:cubicBezTo>
                    <a:pt x="10568" y="2100"/>
                    <a:pt x="10557" y="0"/>
                    <a:pt x="9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2" name="Google Shape;982;p32"/>
          <p:cNvGrpSpPr/>
          <p:nvPr/>
        </p:nvGrpSpPr>
        <p:grpSpPr>
          <a:xfrm>
            <a:off x="5365526" y="2793133"/>
            <a:ext cx="407071" cy="341792"/>
            <a:chOff x="5365526" y="2793133"/>
            <a:chExt cx="407071" cy="341792"/>
          </a:xfrm>
        </p:grpSpPr>
        <p:sp>
          <p:nvSpPr>
            <p:cNvPr id="983" name="Google Shape;983;p32"/>
            <p:cNvSpPr/>
            <p:nvPr/>
          </p:nvSpPr>
          <p:spPr>
            <a:xfrm>
              <a:off x="5401679" y="3078350"/>
              <a:ext cx="120253" cy="56575"/>
            </a:xfrm>
            <a:custGeom>
              <a:rect b="b" l="l" r="r" t="t"/>
              <a:pathLst>
                <a:path extrusionOk="0" h="2562" w="5445">
                  <a:moveTo>
                    <a:pt x="0" y="0"/>
                  </a:moveTo>
                  <a:cubicBezTo>
                    <a:pt x="71" y="1459"/>
                    <a:pt x="1281" y="2562"/>
                    <a:pt x="2704" y="2562"/>
                  </a:cubicBezTo>
                  <a:cubicBezTo>
                    <a:pt x="4163" y="2562"/>
                    <a:pt x="5337" y="1459"/>
                    <a:pt x="54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32"/>
            <p:cNvSpPr/>
            <p:nvPr/>
          </p:nvSpPr>
          <p:spPr>
            <a:xfrm>
              <a:off x="5365526" y="2793133"/>
              <a:ext cx="407071" cy="282678"/>
            </a:xfrm>
            <a:custGeom>
              <a:rect b="b" l="l" r="r" t="t"/>
              <a:pathLst>
                <a:path extrusionOk="0" h="12801" w="18432">
                  <a:moveTo>
                    <a:pt x="7370" y="2844"/>
                  </a:moveTo>
                  <a:cubicBezTo>
                    <a:pt x="7392" y="2844"/>
                    <a:pt x="7414" y="2845"/>
                    <a:pt x="7437" y="2847"/>
                  </a:cubicBezTo>
                  <a:lnTo>
                    <a:pt x="11386" y="2847"/>
                  </a:lnTo>
                  <a:cubicBezTo>
                    <a:pt x="12027" y="2918"/>
                    <a:pt x="12027" y="3843"/>
                    <a:pt x="11386" y="3879"/>
                  </a:cubicBezTo>
                  <a:lnTo>
                    <a:pt x="7437" y="3879"/>
                  </a:lnTo>
                  <a:cubicBezTo>
                    <a:pt x="7414" y="3881"/>
                    <a:pt x="7392" y="3882"/>
                    <a:pt x="7370" y="3882"/>
                  </a:cubicBezTo>
                  <a:cubicBezTo>
                    <a:pt x="6676" y="3882"/>
                    <a:pt x="6676" y="2844"/>
                    <a:pt x="7370" y="2844"/>
                  </a:cubicBezTo>
                  <a:close/>
                  <a:moveTo>
                    <a:pt x="3950" y="6049"/>
                  </a:moveTo>
                  <a:cubicBezTo>
                    <a:pt x="4626" y="6049"/>
                    <a:pt x="5160" y="6618"/>
                    <a:pt x="5160" y="7294"/>
                  </a:cubicBezTo>
                  <a:lnTo>
                    <a:pt x="5160" y="7970"/>
                  </a:lnTo>
                  <a:cubicBezTo>
                    <a:pt x="5160" y="8682"/>
                    <a:pt x="4626" y="9216"/>
                    <a:pt x="3950" y="9216"/>
                  </a:cubicBezTo>
                  <a:lnTo>
                    <a:pt x="3238" y="9216"/>
                  </a:lnTo>
                  <a:cubicBezTo>
                    <a:pt x="2527" y="9216"/>
                    <a:pt x="1993" y="8682"/>
                    <a:pt x="1993" y="7970"/>
                  </a:cubicBezTo>
                  <a:lnTo>
                    <a:pt x="1993" y="7294"/>
                  </a:lnTo>
                  <a:cubicBezTo>
                    <a:pt x="1993" y="6618"/>
                    <a:pt x="2562" y="6049"/>
                    <a:pt x="3238" y="6049"/>
                  </a:cubicBezTo>
                  <a:close/>
                  <a:moveTo>
                    <a:pt x="3701" y="0"/>
                  </a:moveTo>
                  <a:cubicBezTo>
                    <a:pt x="1637" y="0"/>
                    <a:pt x="1" y="1673"/>
                    <a:pt x="1" y="3701"/>
                  </a:cubicBezTo>
                  <a:lnTo>
                    <a:pt x="1" y="11493"/>
                  </a:lnTo>
                  <a:cubicBezTo>
                    <a:pt x="1" y="11706"/>
                    <a:pt x="143" y="11849"/>
                    <a:pt x="356" y="11849"/>
                  </a:cubicBezTo>
                  <a:lnTo>
                    <a:pt x="6939" y="11849"/>
                  </a:lnTo>
                  <a:lnTo>
                    <a:pt x="6939" y="7508"/>
                  </a:lnTo>
                  <a:cubicBezTo>
                    <a:pt x="6868" y="6085"/>
                    <a:pt x="8006" y="4875"/>
                    <a:pt x="9429" y="4875"/>
                  </a:cubicBezTo>
                  <a:cubicBezTo>
                    <a:pt x="10853" y="4875"/>
                    <a:pt x="11991" y="6049"/>
                    <a:pt x="11956" y="7472"/>
                  </a:cubicBezTo>
                  <a:lnTo>
                    <a:pt x="11956" y="11849"/>
                  </a:lnTo>
                  <a:lnTo>
                    <a:pt x="15194" y="11849"/>
                  </a:lnTo>
                  <a:cubicBezTo>
                    <a:pt x="15415" y="12472"/>
                    <a:pt x="15977" y="12800"/>
                    <a:pt x="16553" y="12800"/>
                  </a:cubicBezTo>
                  <a:cubicBezTo>
                    <a:pt x="16996" y="12800"/>
                    <a:pt x="17446" y="12607"/>
                    <a:pt x="17755" y="12205"/>
                  </a:cubicBezTo>
                  <a:cubicBezTo>
                    <a:pt x="18431" y="11279"/>
                    <a:pt x="17862" y="9963"/>
                    <a:pt x="16688" y="9856"/>
                  </a:cubicBezTo>
                  <a:cubicBezTo>
                    <a:pt x="16659" y="9855"/>
                    <a:pt x="16631" y="9854"/>
                    <a:pt x="16603" y="9854"/>
                  </a:cubicBezTo>
                  <a:cubicBezTo>
                    <a:pt x="15962" y="9854"/>
                    <a:pt x="15397" y="10237"/>
                    <a:pt x="15158" y="10817"/>
                  </a:cubicBezTo>
                  <a:lnTo>
                    <a:pt x="13023" y="10817"/>
                  </a:lnTo>
                  <a:lnTo>
                    <a:pt x="13023" y="890"/>
                  </a:lnTo>
                  <a:cubicBezTo>
                    <a:pt x="13023" y="427"/>
                    <a:pt x="12632" y="0"/>
                    <a:pt x="12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32"/>
            <p:cNvSpPr/>
            <p:nvPr/>
          </p:nvSpPr>
          <p:spPr>
            <a:xfrm>
              <a:off x="5541544" y="2926710"/>
              <a:ext cx="64466" cy="128078"/>
            </a:xfrm>
            <a:custGeom>
              <a:rect b="b" l="l" r="r" t="t"/>
              <a:pathLst>
                <a:path extrusionOk="0" h="5800" w="2919">
                  <a:moveTo>
                    <a:pt x="1459" y="0"/>
                  </a:moveTo>
                  <a:cubicBezTo>
                    <a:pt x="677" y="0"/>
                    <a:pt x="1" y="641"/>
                    <a:pt x="1" y="1423"/>
                  </a:cubicBezTo>
                  <a:lnTo>
                    <a:pt x="1" y="5800"/>
                  </a:lnTo>
                  <a:lnTo>
                    <a:pt x="2918" y="5800"/>
                  </a:lnTo>
                  <a:lnTo>
                    <a:pt x="2918" y="3558"/>
                  </a:lnTo>
                  <a:lnTo>
                    <a:pt x="2313" y="3558"/>
                  </a:lnTo>
                  <a:cubicBezTo>
                    <a:pt x="1602" y="3558"/>
                    <a:pt x="1602" y="2491"/>
                    <a:pt x="2313" y="2491"/>
                  </a:cubicBezTo>
                  <a:lnTo>
                    <a:pt x="2918" y="2491"/>
                  </a:lnTo>
                  <a:lnTo>
                    <a:pt x="2918" y="1423"/>
                  </a:lnTo>
                  <a:cubicBezTo>
                    <a:pt x="2918" y="641"/>
                    <a:pt x="2242" y="0"/>
                    <a:pt x="1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32"/>
            <p:cNvSpPr/>
            <p:nvPr/>
          </p:nvSpPr>
          <p:spPr>
            <a:xfrm>
              <a:off x="5433106" y="2950272"/>
              <a:ext cx="22814" cy="22811"/>
            </a:xfrm>
            <a:custGeom>
              <a:rect b="b" l="l" r="r" t="t"/>
              <a:pathLst>
                <a:path extrusionOk="0" h="1033" w="1033">
                  <a:moveTo>
                    <a:pt x="178" y="0"/>
                  </a:moveTo>
                  <a:cubicBezTo>
                    <a:pt x="72" y="0"/>
                    <a:pt x="0" y="72"/>
                    <a:pt x="0" y="178"/>
                  </a:cubicBezTo>
                  <a:lnTo>
                    <a:pt x="0" y="854"/>
                  </a:lnTo>
                  <a:cubicBezTo>
                    <a:pt x="0" y="961"/>
                    <a:pt x="72" y="1032"/>
                    <a:pt x="178" y="1032"/>
                  </a:cubicBezTo>
                  <a:lnTo>
                    <a:pt x="890" y="1032"/>
                  </a:lnTo>
                  <a:cubicBezTo>
                    <a:pt x="961" y="1032"/>
                    <a:pt x="1032" y="961"/>
                    <a:pt x="1032" y="854"/>
                  </a:cubicBezTo>
                  <a:lnTo>
                    <a:pt x="1032" y="178"/>
                  </a:lnTo>
                  <a:cubicBezTo>
                    <a:pt x="1032" y="72"/>
                    <a:pt x="961" y="0"/>
                    <a:pt x="8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7" name="Google Shape;987;p32"/>
          <p:cNvSpPr/>
          <p:nvPr/>
        </p:nvSpPr>
        <p:spPr>
          <a:xfrm>
            <a:off x="7319828" y="1576807"/>
            <a:ext cx="399208" cy="399207"/>
          </a:xfrm>
          <a:custGeom>
            <a:rect b="b" l="l" r="r" t="t"/>
            <a:pathLst>
              <a:path extrusionOk="0" h="18078" w="18076">
                <a:moveTo>
                  <a:pt x="14944" y="2244"/>
                </a:moveTo>
                <a:cubicBezTo>
                  <a:pt x="15442" y="2244"/>
                  <a:pt x="15834" y="2636"/>
                  <a:pt x="15834" y="3134"/>
                </a:cubicBezTo>
                <a:lnTo>
                  <a:pt x="15834" y="14911"/>
                </a:lnTo>
                <a:cubicBezTo>
                  <a:pt x="15834" y="15409"/>
                  <a:pt x="15407" y="15800"/>
                  <a:pt x="14944" y="15800"/>
                </a:cubicBezTo>
                <a:lnTo>
                  <a:pt x="3131" y="15800"/>
                </a:lnTo>
                <a:cubicBezTo>
                  <a:pt x="2669" y="15800"/>
                  <a:pt x="2242" y="15409"/>
                  <a:pt x="2242" y="14911"/>
                </a:cubicBezTo>
                <a:lnTo>
                  <a:pt x="2242" y="3134"/>
                </a:lnTo>
                <a:cubicBezTo>
                  <a:pt x="2242" y="2636"/>
                  <a:pt x="2669" y="2244"/>
                  <a:pt x="3131" y="2244"/>
                </a:cubicBezTo>
                <a:close/>
                <a:moveTo>
                  <a:pt x="1185" y="1"/>
                </a:moveTo>
                <a:cubicBezTo>
                  <a:pt x="536" y="1"/>
                  <a:pt x="0" y="556"/>
                  <a:pt x="0" y="1212"/>
                </a:cubicBezTo>
                <a:lnTo>
                  <a:pt x="0" y="16832"/>
                </a:lnTo>
                <a:cubicBezTo>
                  <a:pt x="0" y="17508"/>
                  <a:pt x="569" y="18078"/>
                  <a:pt x="1245" y="18078"/>
                </a:cubicBezTo>
                <a:lnTo>
                  <a:pt x="16830" y="18078"/>
                </a:lnTo>
                <a:cubicBezTo>
                  <a:pt x="17542" y="18078"/>
                  <a:pt x="18075" y="17508"/>
                  <a:pt x="18075" y="16832"/>
                </a:cubicBezTo>
                <a:lnTo>
                  <a:pt x="18075" y="1212"/>
                </a:lnTo>
                <a:cubicBezTo>
                  <a:pt x="18075" y="556"/>
                  <a:pt x="17573" y="1"/>
                  <a:pt x="16893" y="1"/>
                </a:cubicBezTo>
                <a:cubicBezTo>
                  <a:pt x="16872" y="1"/>
                  <a:pt x="16851" y="1"/>
                  <a:pt x="16830" y="3"/>
                </a:cubicBezTo>
                <a:lnTo>
                  <a:pt x="1245" y="3"/>
                </a:lnTo>
                <a:cubicBezTo>
                  <a:pt x="1225" y="1"/>
                  <a:pt x="1205" y="1"/>
                  <a:pt x="11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8" name="Google Shape;988;p32"/>
          <p:cNvSpPr/>
          <p:nvPr/>
        </p:nvSpPr>
        <p:spPr>
          <a:xfrm>
            <a:off x="7392907" y="1649922"/>
            <a:ext cx="253050" cy="165023"/>
          </a:xfrm>
          <a:custGeom>
            <a:rect b="b" l="l" r="r" t="t"/>
            <a:pathLst>
              <a:path extrusionOk="0" h="7473" w="11458">
                <a:moveTo>
                  <a:pt x="8646" y="748"/>
                </a:moveTo>
                <a:cubicBezTo>
                  <a:pt x="10497" y="748"/>
                  <a:pt x="11422" y="2989"/>
                  <a:pt x="10105" y="4306"/>
                </a:cubicBezTo>
                <a:cubicBezTo>
                  <a:pt x="9684" y="4716"/>
                  <a:pt x="9168" y="4900"/>
                  <a:pt x="8661" y="4900"/>
                </a:cubicBezTo>
                <a:cubicBezTo>
                  <a:pt x="7583" y="4900"/>
                  <a:pt x="6547" y="4069"/>
                  <a:pt x="6547" y="2811"/>
                </a:cubicBezTo>
                <a:cubicBezTo>
                  <a:pt x="6547" y="1673"/>
                  <a:pt x="7472" y="748"/>
                  <a:pt x="8646" y="748"/>
                </a:cubicBezTo>
                <a:close/>
                <a:moveTo>
                  <a:pt x="0" y="1"/>
                </a:moveTo>
                <a:lnTo>
                  <a:pt x="0" y="6725"/>
                </a:lnTo>
                <a:lnTo>
                  <a:pt x="2918" y="4519"/>
                </a:lnTo>
                <a:cubicBezTo>
                  <a:pt x="3007" y="4448"/>
                  <a:pt x="3114" y="4413"/>
                  <a:pt x="3225" y="4413"/>
                </a:cubicBezTo>
                <a:cubicBezTo>
                  <a:pt x="3336" y="4413"/>
                  <a:pt x="3452" y="4448"/>
                  <a:pt x="3558" y="4519"/>
                </a:cubicBezTo>
                <a:lnTo>
                  <a:pt x="7686" y="7472"/>
                </a:lnTo>
                <a:lnTo>
                  <a:pt x="9607" y="6120"/>
                </a:lnTo>
                <a:cubicBezTo>
                  <a:pt x="9690" y="6058"/>
                  <a:pt x="9808" y="6020"/>
                  <a:pt x="9928" y="6020"/>
                </a:cubicBezTo>
                <a:cubicBezTo>
                  <a:pt x="10015" y="6020"/>
                  <a:pt x="10102" y="6040"/>
                  <a:pt x="10176" y="6085"/>
                </a:cubicBezTo>
                <a:lnTo>
                  <a:pt x="11457" y="6868"/>
                </a:lnTo>
                <a:lnTo>
                  <a:pt x="11457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9" name="Google Shape;989;p32"/>
          <p:cNvSpPr/>
          <p:nvPr/>
        </p:nvSpPr>
        <p:spPr>
          <a:xfrm>
            <a:off x="7392907" y="1773275"/>
            <a:ext cx="253050" cy="128873"/>
          </a:xfrm>
          <a:custGeom>
            <a:rect b="b" l="l" r="r" t="t"/>
            <a:pathLst>
              <a:path extrusionOk="0" h="5836" w="11458">
                <a:moveTo>
                  <a:pt x="3238" y="1"/>
                </a:moveTo>
                <a:lnTo>
                  <a:pt x="0" y="2456"/>
                </a:lnTo>
                <a:lnTo>
                  <a:pt x="0" y="5836"/>
                </a:lnTo>
                <a:lnTo>
                  <a:pt x="11457" y="5836"/>
                </a:lnTo>
                <a:lnTo>
                  <a:pt x="11457" y="2527"/>
                </a:lnTo>
                <a:lnTo>
                  <a:pt x="9927" y="1602"/>
                </a:lnTo>
                <a:lnTo>
                  <a:pt x="8006" y="2954"/>
                </a:lnTo>
                <a:cubicBezTo>
                  <a:pt x="7899" y="3025"/>
                  <a:pt x="7792" y="3061"/>
                  <a:pt x="7686" y="3061"/>
                </a:cubicBezTo>
                <a:cubicBezTo>
                  <a:pt x="7579" y="3061"/>
                  <a:pt x="7472" y="3025"/>
                  <a:pt x="7365" y="2954"/>
                </a:cubicBezTo>
                <a:lnTo>
                  <a:pt x="3238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0" name="Google Shape;990;p32"/>
          <p:cNvSpPr/>
          <p:nvPr/>
        </p:nvSpPr>
        <p:spPr>
          <a:xfrm>
            <a:off x="7561062" y="1688942"/>
            <a:ext cx="52673" cy="45070"/>
          </a:xfrm>
          <a:custGeom>
            <a:rect b="b" l="l" r="r" t="t"/>
            <a:pathLst>
              <a:path extrusionOk="0" h="2041" w="2385">
                <a:moveTo>
                  <a:pt x="1038" y="0"/>
                </a:moveTo>
                <a:cubicBezTo>
                  <a:pt x="510" y="0"/>
                  <a:pt x="0" y="415"/>
                  <a:pt x="0" y="1044"/>
                </a:cubicBezTo>
                <a:cubicBezTo>
                  <a:pt x="0" y="1614"/>
                  <a:pt x="463" y="2041"/>
                  <a:pt x="1032" y="2041"/>
                </a:cubicBezTo>
                <a:cubicBezTo>
                  <a:pt x="1922" y="2041"/>
                  <a:pt x="2384" y="938"/>
                  <a:pt x="1744" y="297"/>
                </a:cubicBezTo>
                <a:cubicBezTo>
                  <a:pt x="1539" y="92"/>
                  <a:pt x="1287" y="0"/>
                  <a:pt x="10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91" name="Google Shape;991;p32"/>
          <p:cNvGrpSpPr/>
          <p:nvPr/>
        </p:nvGrpSpPr>
        <p:grpSpPr>
          <a:xfrm>
            <a:off x="4716448" y="3510483"/>
            <a:ext cx="400004" cy="184654"/>
            <a:chOff x="4716448" y="3510483"/>
            <a:chExt cx="400004" cy="184654"/>
          </a:xfrm>
        </p:grpSpPr>
        <p:sp>
          <p:nvSpPr>
            <p:cNvPr id="992" name="Google Shape;992;p32"/>
            <p:cNvSpPr/>
            <p:nvPr/>
          </p:nvSpPr>
          <p:spPr>
            <a:xfrm>
              <a:off x="4928619" y="3510483"/>
              <a:ext cx="187833" cy="184654"/>
            </a:xfrm>
            <a:custGeom>
              <a:rect b="b" l="l" r="r" t="t"/>
              <a:pathLst>
                <a:path extrusionOk="0" h="8362" w="8505">
                  <a:moveTo>
                    <a:pt x="1" y="0"/>
                  </a:moveTo>
                  <a:lnTo>
                    <a:pt x="1" y="6085"/>
                  </a:lnTo>
                  <a:cubicBezTo>
                    <a:pt x="1" y="7330"/>
                    <a:pt x="997" y="8362"/>
                    <a:pt x="2278" y="8362"/>
                  </a:cubicBezTo>
                  <a:lnTo>
                    <a:pt x="6547" y="8362"/>
                  </a:lnTo>
                  <a:cubicBezTo>
                    <a:pt x="7046" y="8362"/>
                    <a:pt x="7437" y="7971"/>
                    <a:pt x="7437" y="7472"/>
                  </a:cubicBezTo>
                  <a:lnTo>
                    <a:pt x="7437" y="6690"/>
                  </a:lnTo>
                  <a:lnTo>
                    <a:pt x="7971" y="6690"/>
                  </a:lnTo>
                  <a:cubicBezTo>
                    <a:pt x="8255" y="6690"/>
                    <a:pt x="8504" y="6476"/>
                    <a:pt x="8504" y="6156"/>
                  </a:cubicBezTo>
                  <a:lnTo>
                    <a:pt x="8504" y="4341"/>
                  </a:lnTo>
                  <a:cubicBezTo>
                    <a:pt x="8504" y="4057"/>
                    <a:pt x="8255" y="3808"/>
                    <a:pt x="7971" y="3808"/>
                  </a:cubicBezTo>
                  <a:lnTo>
                    <a:pt x="7437" y="3808"/>
                  </a:lnTo>
                  <a:lnTo>
                    <a:pt x="7437" y="3701"/>
                  </a:lnTo>
                  <a:cubicBezTo>
                    <a:pt x="7437" y="1673"/>
                    <a:pt x="5765" y="0"/>
                    <a:pt x="37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32"/>
            <p:cNvSpPr/>
            <p:nvPr/>
          </p:nvSpPr>
          <p:spPr>
            <a:xfrm>
              <a:off x="4716448" y="3510483"/>
              <a:ext cx="188628" cy="184654"/>
            </a:xfrm>
            <a:custGeom>
              <a:rect b="b" l="l" r="r" t="t"/>
              <a:pathLst>
                <a:path extrusionOk="0" h="8362" w="8541">
                  <a:moveTo>
                    <a:pt x="4804" y="0"/>
                  </a:moveTo>
                  <a:cubicBezTo>
                    <a:pt x="2740" y="0"/>
                    <a:pt x="1068" y="1673"/>
                    <a:pt x="1068" y="3701"/>
                  </a:cubicBezTo>
                  <a:lnTo>
                    <a:pt x="1068" y="3808"/>
                  </a:lnTo>
                  <a:lnTo>
                    <a:pt x="570" y="3808"/>
                  </a:lnTo>
                  <a:cubicBezTo>
                    <a:pt x="250" y="3808"/>
                    <a:pt x="1" y="4057"/>
                    <a:pt x="36" y="4341"/>
                  </a:cubicBezTo>
                  <a:lnTo>
                    <a:pt x="36" y="6191"/>
                  </a:lnTo>
                  <a:cubicBezTo>
                    <a:pt x="36" y="6476"/>
                    <a:pt x="250" y="6725"/>
                    <a:pt x="570" y="6725"/>
                  </a:cubicBezTo>
                  <a:lnTo>
                    <a:pt x="1068" y="6725"/>
                  </a:lnTo>
                  <a:lnTo>
                    <a:pt x="1068" y="7472"/>
                  </a:lnTo>
                  <a:cubicBezTo>
                    <a:pt x="1068" y="7971"/>
                    <a:pt x="1495" y="8362"/>
                    <a:pt x="1958" y="8362"/>
                  </a:cubicBezTo>
                  <a:lnTo>
                    <a:pt x="6263" y="8362"/>
                  </a:lnTo>
                  <a:cubicBezTo>
                    <a:pt x="7508" y="8362"/>
                    <a:pt x="8540" y="7330"/>
                    <a:pt x="8540" y="6085"/>
                  </a:cubicBezTo>
                  <a:lnTo>
                    <a:pt x="854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4" name="Google Shape;994;p32"/>
          <p:cNvGrpSpPr/>
          <p:nvPr/>
        </p:nvGrpSpPr>
        <p:grpSpPr>
          <a:xfrm>
            <a:off x="2104433" y="3409124"/>
            <a:ext cx="399208" cy="387747"/>
            <a:chOff x="2104433" y="3409124"/>
            <a:chExt cx="399208" cy="387747"/>
          </a:xfrm>
        </p:grpSpPr>
        <p:sp>
          <p:nvSpPr>
            <p:cNvPr id="995" name="Google Shape;995;p32"/>
            <p:cNvSpPr/>
            <p:nvPr/>
          </p:nvSpPr>
          <p:spPr>
            <a:xfrm>
              <a:off x="2337827" y="3479059"/>
              <a:ext cx="165814" cy="301735"/>
            </a:xfrm>
            <a:custGeom>
              <a:rect b="b" l="l" r="r" t="t"/>
              <a:pathLst>
                <a:path extrusionOk="0" h="13664" w="7508">
                  <a:moveTo>
                    <a:pt x="5373" y="0"/>
                  </a:moveTo>
                  <a:lnTo>
                    <a:pt x="5373" y="11564"/>
                  </a:lnTo>
                  <a:lnTo>
                    <a:pt x="0" y="11564"/>
                  </a:lnTo>
                  <a:cubicBezTo>
                    <a:pt x="285" y="12240"/>
                    <a:pt x="285" y="12987"/>
                    <a:pt x="0" y="13663"/>
                  </a:cubicBezTo>
                  <a:lnTo>
                    <a:pt x="6441" y="13663"/>
                  </a:lnTo>
                  <a:cubicBezTo>
                    <a:pt x="7010" y="13663"/>
                    <a:pt x="7508" y="13201"/>
                    <a:pt x="7508" y="12596"/>
                  </a:cubicBezTo>
                  <a:lnTo>
                    <a:pt x="75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32"/>
            <p:cNvSpPr/>
            <p:nvPr/>
          </p:nvSpPr>
          <p:spPr>
            <a:xfrm>
              <a:off x="2456490" y="3409124"/>
              <a:ext cx="47151" cy="46373"/>
            </a:xfrm>
            <a:custGeom>
              <a:rect b="b" l="l" r="r" t="t"/>
              <a:pathLst>
                <a:path extrusionOk="0" h="2100" w="2135">
                  <a:moveTo>
                    <a:pt x="0" y="1"/>
                  </a:moveTo>
                  <a:lnTo>
                    <a:pt x="0" y="2100"/>
                  </a:lnTo>
                  <a:lnTo>
                    <a:pt x="2135" y="2100"/>
                  </a:lnTo>
                  <a:lnTo>
                    <a:pt x="213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32"/>
            <p:cNvSpPr/>
            <p:nvPr/>
          </p:nvSpPr>
          <p:spPr>
            <a:xfrm>
              <a:off x="2104433" y="3508076"/>
              <a:ext cx="326924" cy="176064"/>
            </a:xfrm>
            <a:custGeom>
              <a:rect b="b" l="l" r="r" t="t"/>
              <a:pathLst>
                <a:path extrusionOk="0" h="7973" w="14803">
                  <a:moveTo>
                    <a:pt x="3286" y="0"/>
                  </a:moveTo>
                  <a:cubicBezTo>
                    <a:pt x="1529" y="0"/>
                    <a:pt x="70" y="1399"/>
                    <a:pt x="1" y="3205"/>
                  </a:cubicBezTo>
                  <a:lnTo>
                    <a:pt x="1" y="4771"/>
                  </a:lnTo>
                  <a:cubicBezTo>
                    <a:pt x="108" y="6585"/>
                    <a:pt x="1602" y="7973"/>
                    <a:pt x="3417" y="7973"/>
                  </a:cubicBezTo>
                  <a:cubicBezTo>
                    <a:pt x="5231" y="7973"/>
                    <a:pt x="6726" y="6585"/>
                    <a:pt x="6868" y="4771"/>
                  </a:cubicBezTo>
                  <a:cubicBezTo>
                    <a:pt x="6868" y="4486"/>
                    <a:pt x="7117" y="4272"/>
                    <a:pt x="7402" y="4272"/>
                  </a:cubicBezTo>
                  <a:cubicBezTo>
                    <a:pt x="7686" y="4272"/>
                    <a:pt x="7935" y="4486"/>
                    <a:pt x="7935" y="4771"/>
                  </a:cubicBezTo>
                  <a:cubicBezTo>
                    <a:pt x="8042" y="6585"/>
                    <a:pt x="9537" y="7973"/>
                    <a:pt x="11351" y="7973"/>
                  </a:cubicBezTo>
                  <a:cubicBezTo>
                    <a:pt x="13166" y="7973"/>
                    <a:pt x="14660" y="6585"/>
                    <a:pt x="14803" y="4771"/>
                  </a:cubicBezTo>
                  <a:lnTo>
                    <a:pt x="14803" y="3205"/>
                  </a:lnTo>
                  <a:cubicBezTo>
                    <a:pt x="14732" y="1413"/>
                    <a:pt x="13239" y="2"/>
                    <a:pt x="11453" y="2"/>
                  </a:cubicBezTo>
                  <a:cubicBezTo>
                    <a:pt x="11431" y="2"/>
                    <a:pt x="11409" y="2"/>
                    <a:pt x="11387" y="3"/>
                  </a:cubicBezTo>
                  <a:lnTo>
                    <a:pt x="3417" y="3"/>
                  </a:lnTo>
                  <a:cubicBezTo>
                    <a:pt x="3373" y="1"/>
                    <a:pt x="3330" y="0"/>
                    <a:pt x="32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32"/>
            <p:cNvSpPr/>
            <p:nvPr/>
          </p:nvSpPr>
          <p:spPr>
            <a:xfrm>
              <a:off x="2227822" y="3717904"/>
              <a:ext cx="91167" cy="78967"/>
            </a:xfrm>
            <a:custGeom>
              <a:rect b="b" l="l" r="r" t="t"/>
              <a:pathLst>
                <a:path extrusionOk="0" h="3576" w="4128">
                  <a:moveTo>
                    <a:pt x="2348" y="1"/>
                  </a:moveTo>
                  <a:cubicBezTo>
                    <a:pt x="783" y="1"/>
                    <a:pt x="0" y="1922"/>
                    <a:pt x="1103" y="3061"/>
                  </a:cubicBezTo>
                  <a:cubicBezTo>
                    <a:pt x="1469" y="3416"/>
                    <a:pt x="1913" y="3575"/>
                    <a:pt x="2346" y="3575"/>
                  </a:cubicBezTo>
                  <a:cubicBezTo>
                    <a:pt x="3260" y="3575"/>
                    <a:pt x="4127" y="2866"/>
                    <a:pt x="4127" y="1780"/>
                  </a:cubicBezTo>
                  <a:cubicBezTo>
                    <a:pt x="4127" y="819"/>
                    <a:pt x="3345" y="1"/>
                    <a:pt x="23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9" name="Google Shape;999;p32"/>
          <p:cNvGrpSpPr/>
          <p:nvPr/>
        </p:nvGrpSpPr>
        <p:grpSpPr>
          <a:xfrm>
            <a:off x="6630665" y="2764845"/>
            <a:ext cx="440066" cy="399273"/>
            <a:chOff x="6630665" y="2764845"/>
            <a:chExt cx="440066" cy="399273"/>
          </a:xfrm>
        </p:grpSpPr>
        <p:sp>
          <p:nvSpPr>
            <p:cNvPr id="1000" name="Google Shape;1000;p32"/>
            <p:cNvSpPr/>
            <p:nvPr/>
          </p:nvSpPr>
          <p:spPr>
            <a:xfrm>
              <a:off x="6630665" y="2907056"/>
              <a:ext cx="297838" cy="257062"/>
            </a:xfrm>
            <a:custGeom>
              <a:rect b="b" l="l" r="r" t="t"/>
              <a:pathLst>
                <a:path extrusionOk="0" h="11641" w="13486">
                  <a:moveTo>
                    <a:pt x="7259" y="1"/>
                  </a:moveTo>
                  <a:cubicBezTo>
                    <a:pt x="2278" y="356"/>
                    <a:pt x="1" y="6405"/>
                    <a:pt x="3523" y="9928"/>
                  </a:cubicBezTo>
                  <a:cubicBezTo>
                    <a:pt x="4715" y="11108"/>
                    <a:pt x="6187" y="11641"/>
                    <a:pt x="7630" y="11641"/>
                  </a:cubicBezTo>
                  <a:cubicBezTo>
                    <a:pt x="10495" y="11641"/>
                    <a:pt x="13249" y="9540"/>
                    <a:pt x="13486" y="6227"/>
                  </a:cubicBezTo>
                  <a:cubicBezTo>
                    <a:pt x="12774" y="6156"/>
                    <a:pt x="12063" y="5978"/>
                    <a:pt x="11422" y="5729"/>
                  </a:cubicBezTo>
                  <a:cubicBezTo>
                    <a:pt x="10604" y="5373"/>
                    <a:pt x="9857" y="4875"/>
                    <a:pt x="9252" y="4270"/>
                  </a:cubicBezTo>
                  <a:lnTo>
                    <a:pt x="9109" y="4092"/>
                  </a:lnTo>
                  <a:lnTo>
                    <a:pt x="8362" y="5302"/>
                  </a:lnTo>
                  <a:lnTo>
                    <a:pt x="9181" y="5302"/>
                  </a:lnTo>
                  <a:cubicBezTo>
                    <a:pt x="9193" y="5296"/>
                    <a:pt x="9206" y="5293"/>
                    <a:pt x="9218" y="5293"/>
                  </a:cubicBezTo>
                  <a:cubicBezTo>
                    <a:pt x="9274" y="5293"/>
                    <a:pt x="9317" y="5357"/>
                    <a:pt x="9287" y="5444"/>
                  </a:cubicBezTo>
                  <a:lnTo>
                    <a:pt x="9287" y="6192"/>
                  </a:lnTo>
                  <a:cubicBezTo>
                    <a:pt x="9323" y="6263"/>
                    <a:pt x="9252" y="6334"/>
                    <a:pt x="9181" y="6334"/>
                  </a:cubicBezTo>
                  <a:lnTo>
                    <a:pt x="8220" y="6334"/>
                  </a:lnTo>
                  <a:lnTo>
                    <a:pt x="8220" y="6868"/>
                  </a:lnTo>
                  <a:lnTo>
                    <a:pt x="9181" y="6868"/>
                  </a:lnTo>
                  <a:cubicBezTo>
                    <a:pt x="9252" y="6868"/>
                    <a:pt x="9287" y="6939"/>
                    <a:pt x="9287" y="7010"/>
                  </a:cubicBezTo>
                  <a:lnTo>
                    <a:pt x="9287" y="7757"/>
                  </a:lnTo>
                  <a:cubicBezTo>
                    <a:pt x="9323" y="7828"/>
                    <a:pt x="9252" y="7899"/>
                    <a:pt x="9181" y="7899"/>
                  </a:cubicBezTo>
                  <a:lnTo>
                    <a:pt x="8220" y="7899"/>
                  </a:lnTo>
                  <a:lnTo>
                    <a:pt x="8220" y="8931"/>
                  </a:lnTo>
                  <a:cubicBezTo>
                    <a:pt x="8220" y="9002"/>
                    <a:pt x="8149" y="9074"/>
                    <a:pt x="8078" y="9074"/>
                  </a:cubicBezTo>
                  <a:lnTo>
                    <a:pt x="7295" y="9074"/>
                  </a:lnTo>
                  <a:cubicBezTo>
                    <a:pt x="7224" y="9074"/>
                    <a:pt x="7188" y="9002"/>
                    <a:pt x="7188" y="8931"/>
                  </a:cubicBezTo>
                  <a:lnTo>
                    <a:pt x="7188" y="7899"/>
                  </a:lnTo>
                  <a:lnTo>
                    <a:pt x="6227" y="7899"/>
                  </a:lnTo>
                  <a:cubicBezTo>
                    <a:pt x="6156" y="7899"/>
                    <a:pt x="6085" y="7828"/>
                    <a:pt x="6085" y="7757"/>
                  </a:cubicBezTo>
                  <a:lnTo>
                    <a:pt x="6085" y="7010"/>
                  </a:lnTo>
                  <a:cubicBezTo>
                    <a:pt x="6085" y="6939"/>
                    <a:pt x="6156" y="6868"/>
                    <a:pt x="6227" y="6868"/>
                  </a:cubicBezTo>
                  <a:lnTo>
                    <a:pt x="7188" y="6868"/>
                  </a:lnTo>
                  <a:lnTo>
                    <a:pt x="7188" y="6334"/>
                  </a:lnTo>
                  <a:lnTo>
                    <a:pt x="6227" y="6334"/>
                  </a:lnTo>
                  <a:cubicBezTo>
                    <a:pt x="6156" y="6334"/>
                    <a:pt x="6085" y="6263"/>
                    <a:pt x="6085" y="6192"/>
                  </a:cubicBezTo>
                  <a:lnTo>
                    <a:pt x="6085" y="5444"/>
                  </a:lnTo>
                  <a:cubicBezTo>
                    <a:pt x="6085" y="5338"/>
                    <a:pt x="6156" y="5302"/>
                    <a:pt x="6227" y="5302"/>
                  </a:cubicBezTo>
                  <a:lnTo>
                    <a:pt x="7010" y="5302"/>
                  </a:lnTo>
                  <a:lnTo>
                    <a:pt x="5516" y="2776"/>
                  </a:lnTo>
                  <a:cubicBezTo>
                    <a:pt x="5445" y="2669"/>
                    <a:pt x="5516" y="2562"/>
                    <a:pt x="5622" y="2562"/>
                  </a:cubicBezTo>
                  <a:lnTo>
                    <a:pt x="6548" y="2562"/>
                  </a:lnTo>
                  <a:cubicBezTo>
                    <a:pt x="6619" y="2562"/>
                    <a:pt x="6654" y="2598"/>
                    <a:pt x="6690" y="2634"/>
                  </a:cubicBezTo>
                  <a:lnTo>
                    <a:pt x="7686" y="4413"/>
                  </a:lnTo>
                  <a:lnTo>
                    <a:pt x="8362" y="3203"/>
                  </a:lnTo>
                  <a:cubicBezTo>
                    <a:pt x="8113" y="2847"/>
                    <a:pt x="7935" y="2456"/>
                    <a:pt x="7757" y="2064"/>
                  </a:cubicBezTo>
                  <a:cubicBezTo>
                    <a:pt x="7473" y="1424"/>
                    <a:pt x="7295" y="712"/>
                    <a:pt x="72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32"/>
            <p:cNvSpPr/>
            <p:nvPr/>
          </p:nvSpPr>
          <p:spPr>
            <a:xfrm>
              <a:off x="6769757" y="2764845"/>
              <a:ext cx="300974" cy="257703"/>
            </a:xfrm>
            <a:custGeom>
              <a:rect b="b" l="l" r="r" t="t"/>
              <a:pathLst>
                <a:path extrusionOk="0" h="11670" w="13628">
                  <a:moveTo>
                    <a:pt x="8077" y="2242"/>
                  </a:moveTo>
                  <a:cubicBezTo>
                    <a:pt x="8255" y="2242"/>
                    <a:pt x="8398" y="2384"/>
                    <a:pt x="8398" y="2562"/>
                  </a:cubicBezTo>
                  <a:lnTo>
                    <a:pt x="8398" y="3025"/>
                  </a:lnTo>
                  <a:cubicBezTo>
                    <a:pt x="8718" y="3096"/>
                    <a:pt x="9002" y="3167"/>
                    <a:pt x="9287" y="3345"/>
                  </a:cubicBezTo>
                  <a:cubicBezTo>
                    <a:pt x="9429" y="3416"/>
                    <a:pt x="9465" y="3594"/>
                    <a:pt x="9429" y="3736"/>
                  </a:cubicBezTo>
                  <a:lnTo>
                    <a:pt x="9216" y="4235"/>
                  </a:lnTo>
                  <a:cubicBezTo>
                    <a:pt x="9180" y="4341"/>
                    <a:pt x="9109" y="4412"/>
                    <a:pt x="9038" y="4412"/>
                  </a:cubicBezTo>
                  <a:cubicBezTo>
                    <a:pt x="9002" y="4430"/>
                    <a:pt x="8958" y="4439"/>
                    <a:pt x="8914" y="4439"/>
                  </a:cubicBezTo>
                  <a:cubicBezTo>
                    <a:pt x="8869" y="4439"/>
                    <a:pt x="8825" y="4430"/>
                    <a:pt x="8789" y="4412"/>
                  </a:cubicBezTo>
                  <a:cubicBezTo>
                    <a:pt x="8504" y="4270"/>
                    <a:pt x="8220" y="4163"/>
                    <a:pt x="7935" y="4163"/>
                  </a:cubicBezTo>
                  <a:cubicBezTo>
                    <a:pt x="7615" y="4163"/>
                    <a:pt x="7401" y="4306"/>
                    <a:pt x="7401" y="4555"/>
                  </a:cubicBezTo>
                  <a:cubicBezTo>
                    <a:pt x="7401" y="4768"/>
                    <a:pt x="7473" y="4875"/>
                    <a:pt x="8184" y="5160"/>
                  </a:cubicBezTo>
                  <a:cubicBezTo>
                    <a:pt x="8576" y="5302"/>
                    <a:pt x="8931" y="5551"/>
                    <a:pt x="9216" y="5836"/>
                  </a:cubicBezTo>
                  <a:cubicBezTo>
                    <a:pt x="9501" y="6120"/>
                    <a:pt x="9643" y="6512"/>
                    <a:pt x="9607" y="6903"/>
                  </a:cubicBezTo>
                  <a:cubicBezTo>
                    <a:pt x="9607" y="7686"/>
                    <a:pt x="9109" y="8326"/>
                    <a:pt x="8362" y="8504"/>
                  </a:cubicBezTo>
                  <a:lnTo>
                    <a:pt x="8362" y="9074"/>
                  </a:lnTo>
                  <a:cubicBezTo>
                    <a:pt x="8362" y="9251"/>
                    <a:pt x="8220" y="9394"/>
                    <a:pt x="8042" y="9394"/>
                  </a:cubicBezTo>
                  <a:lnTo>
                    <a:pt x="7544" y="9394"/>
                  </a:lnTo>
                  <a:cubicBezTo>
                    <a:pt x="7366" y="9394"/>
                    <a:pt x="7223" y="9251"/>
                    <a:pt x="7223" y="9074"/>
                  </a:cubicBezTo>
                  <a:lnTo>
                    <a:pt x="7223" y="8575"/>
                  </a:lnTo>
                  <a:cubicBezTo>
                    <a:pt x="6832" y="8540"/>
                    <a:pt x="6476" y="8397"/>
                    <a:pt x="6120" y="8184"/>
                  </a:cubicBezTo>
                  <a:cubicBezTo>
                    <a:pt x="6014" y="8113"/>
                    <a:pt x="5978" y="7971"/>
                    <a:pt x="6014" y="7828"/>
                  </a:cubicBezTo>
                  <a:lnTo>
                    <a:pt x="6227" y="7294"/>
                  </a:lnTo>
                  <a:cubicBezTo>
                    <a:pt x="6263" y="7223"/>
                    <a:pt x="6334" y="7152"/>
                    <a:pt x="6405" y="7117"/>
                  </a:cubicBezTo>
                  <a:cubicBezTo>
                    <a:pt x="6449" y="7102"/>
                    <a:pt x="6494" y="7093"/>
                    <a:pt x="6535" y="7093"/>
                  </a:cubicBezTo>
                  <a:cubicBezTo>
                    <a:pt x="6594" y="7093"/>
                    <a:pt x="6648" y="7110"/>
                    <a:pt x="6690" y="7152"/>
                  </a:cubicBezTo>
                  <a:cubicBezTo>
                    <a:pt x="6974" y="7330"/>
                    <a:pt x="7295" y="7437"/>
                    <a:pt x="7650" y="7437"/>
                  </a:cubicBezTo>
                  <a:cubicBezTo>
                    <a:pt x="8042" y="7437"/>
                    <a:pt x="8291" y="7259"/>
                    <a:pt x="8291" y="6974"/>
                  </a:cubicBezTo>
                  <a:cubicBezTo>
                    <a:pt x="8291" y="6832"/>
                    <a:pt x="8291" y="6583"/>
                    <a:pt x="7579" y="6298"/>
                  </a:cubicBezTo>
                  <a:cubicBezTo>
                    <a:pt x="7188" y="6191"/>
                    <a:pt x="6832" y="5978"/>
                    <a:pt x="6512" y="5693"/>
                  </a:cubicBezTo>
                  <a:cubicBezTo>
                    <a:pt x="6227" y="5409"/>
                    <a:pt x="6085" y="5053"/>
                    <a:pt x="6085" y="4626"/>
                  </a:cubicBezTo>
                  <a:cubicBezTo>
                    <a:pt x="6085" y="3914"/>
                    <a:pt x="6583" y="3274"/>
                    <a:pt x="7295" y="3096"/>
                  </a:cubicBezTo>
                  <a:lnTo>
                    <a:pt x="7295" y="2562"/>
                  </a:lnTo>
                  <a:cubicBezTo>
                    <a:pt x="7295" y="2384"/>
                    <a:pt x="7437" y="2242"/>
                    <a:pt x="7579" y="2242"/>
                  </a:cubicBezTo>
                  <a:close/>
                  <a:moveTo>
                    <a:pt x="7793" y="0"/>
                  </a:moveTo>
                  <a:cubicBezTo>
                    <a:pt x="2598" y="0"/>
                    <a:pt x="1" y="6298"/>
                    <a:pt x="3701" y="9963"/>
                  </a:cubicBezTo>
                  <a:cubicBezTo>
                    <a:pt x="4880" y="11142"/>
                    <a:pt x="6327" y="11669"/>
                    <a:pt x="7749" y="11669"/>
                  </a:cubicBezTo>
                  <a:cubicBezTo>
                    <a:pt x="10746" y="11669"/>
                    <a:pt x="13628" y="9324"/>
                    <a:pt x="13628" y="5800"/>
                  </a:cubicBezTo>
                  <a:cubicBezTo>
                    <a:pt x="13628" y="2598"/>
                    <a:pt x="11031" y="0"/>
                    <a:pt x="77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2" name="Google Shape;1002;p32"/>
          <p:cNvGrpSpPr/>
          <p:nvPr/>
        </p:nvGrpSpPr>
        <p:grpSpPr>
          <a:xfrm>
            <a:off x="5982382" y="4031718"/>
            <a:ext cx="421073" cy="398920"/>
            <a:chOff x="5982382" y="4031718"/>
            <a:chExt cx="421073" cy="398920"/>
          </a:xfrm>
        </p:grpSpPr>
        <p:sp>
          <p:nvSpPr>
            <p:cNvPr id="1003" name="Google Shape;1003;p32"/>
            <p:cNvSpPr/>
            <p:nvPr/>
          </p:nvSpPr>
          <p:spPr>
            <a:xfrm>
              <a:off x="5982382" y="4031718"/>
              <a:ext cx="421073" cy="398920"/>
            </a:xfrm>
            <a:custGeom>
              <a:rect b="b" l="l" r="r" t="t"/>
              <a:pathLst>
                <a:path extrusionOk="0" h="18065" w="19066">
                  <a:moveTo>
                    <a:pt x="5996" y="0"/>
                  </a:moveTo>
                  <a:cubicBezTo>
                    <a:pt x="5869" y="0"/>
                    <a:pt x="5738" y="49"/>
                    <a:pt x="5622" y="164"/>
                  </a:cubicBezTo>
                  <a:cubicBezTo>
                    <a:pt x="0" y="5786"/>
                    <a:pt x="3665" y="15428"/>
                    <a:pt x="11600" y="15891"/>
                  </a:cubicBezTo>
                  <a:lnTo>
                    <a:pt x="11600" y="16958"/>
                  </a:lnTo>
                  <a:lnTo>
                    <a:pt x="6974" y="16958"/>
                  </a:lnTo>
                  <a:cubicBezTo>
                    <a:pt x="6953" y="16956"/>
                    <a:pt x="6931" y="16955"/>
                    <a:pt x="6911" y="16955"/>
                  </a:cubicBezTo>
                  <a:cubicBezTo>
                    <a:pt x="6213" y="16955"/>
                    <a:pt x="6213" y="18064"/>
                    <a:pt x="6911" y="18064"/>
                  </a:cubicBezTo>
                  <a:cubicBezTo>
                    <a:pt x="6931" y="18064"/>
                    <a:pt x="6953" y="18063"/>
                    <a:pt x="6974" y="18061"/>
                  </a:cubicBezTo>
                  <a:lnTo>
                    <a:pt x="17328" y="18061"/>
                  </a:lnTo>
                  <a:cubicBezTo>
                    <a:pt x="17350" y="18063"/>
                    <a:pt x="17371" y="18064"/>
                    <a:pt x="17392" y="18064"/>
                  </a:cubicBezTo>
                  <a:cubicBezTo>
                    <a:pt x="18090" y="18064"/>
                    <a:pt x="18090" y="16955"/>
                    <a:pt x="17392" y="16955"/>
                  </a:cubicBezTo>
                  <a:cubicBezTo>
                    <a:pt x="17371" y="16955"/>
                    <a:pt x="17350" y="16956"/>
                    <a:pt x="17328" y="16958"/>
                  </a:cubicBezTo>
                  <a:lnTo>
                    <a:pt x="12703" y="16958"/>
                  </a:lnTo>
                  <a:lnTo>
                    <a:pt x="12703" y="15891"/>
                  </a:lnTo>
                  <a:cubicBezTo>
                    <a:pt x="14944" y="15749"/>
                    <a:pt x="17115" y="14788"/>
                    <a:pt x="18680" y="13187"/>
                  </a:cubicBezTo>
                  <a:cubicBezTo>
                    <a:pt x="19066" y="12774"/>
                    <a:pt x="18706" y="12255"/>
                    <a:pt x="18293" y="12255"/>
                  </a:cubicBezTo>
                  <a:cubicBezTo>
                    <a:pt x="18172" y="12255"/>
                    <a:pt x="18046" y="12299"/>
                    <a:pt x="17933" y="12404"/>
                  </a:cubicBezTo>
                  <a:lnTo>
                    <a:pt x="17933" y="12440"/>
                  </a:lnTo>
                  <a:cubicBezTo>
                    <a:pt x="16350" y="14023"/>
                    <a:pt x="14268" y="14815"/>
                    <a:pt x="12182" y="14815"/>
                  </a:cubicBezTo>
                  <a:cubicBezTo>
                    <a:pt x="10097" y="14815"/>
                    <a:pt x="8006" y="14023"/>
                    <a:pt x="6405" y="12440"/>
                  </a:cubicBezTo>
                  <a:cubicBezTo>
                    <a:pt x="3238" y="9273"/>
                    <a:pt x="3203" y="4114"/>
                    <a:pt x="6405" y="912"/>
                  </a:cubicBezTo>
                  <a:cubicBezTo>
                    <a:pt x="6787" y="529"/>
                    <a:pt x="6415" y="0"/>
                    <a:pt x="59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32"/>
            <p:cNvSpPr/>
            <p:nvPr/>
          </p:nvSpPr>
          <p:spPr>
            <a:xfrm>
              <a:off x="6299059" y="4058129"/>
              <a:ext cx="66034" cy="61301"/>
            </a:xfrm>
            <a:custGeom>
              <a:rect b="b" l="l" r="r" t="t"/>
              <a:pathLst>
                <a:path extrusionOk="0" h="2776" w="2990">
                  <a:moveTo>
                    <a:pt x="1" y="0"/>
                  </a:moveTo>
                  <a:cubicBezTo>
                    <a:pt x="143" y="214"/>
                    <a:pt x="285" y="498"/>
                    <a:pt x="392" y="747"/>
                  </a:cubicBezTo>
                  <a:cubicBezTo>
                    <a:pt x="677" y="1423"/>
                    <a:pt x="890" y="2099"/>
                    <a:pt x="1032" y="2775"/>
                  </a:cubicBezTo>
                  <a:cubicBezTo>
                    <a:pt x="1708" y="2704"/>
                    <a:pt x="2349" y="2598"/>
                    <a:pt x="2989" y="2455"/>
                  </a:cubicBezTo>
                  <a:cubicBezTo>
                    <a:pt x="2278" y="1317"/>
                    <a:pt x="1246" y="463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32"/>
            <p:cNvSpPr/>
            <p:nvPr/>
          </p:nvSpPr>
          <p:spPr>
            <a:xfrm>
              <a:off x="6203188" y="4048700"/>
              <a:ext cx="95098" cy="75434"/>
            </a:xfrm>
            <a:custGeom>
              <a:rect b="b" l="l" r="r" t="t"/>
              <a:pathLst>
                <a:path extrusionOk="0" h="3416" w="4306">
                  <a:moveTo>
                    <a:pt x="2136" y="0"/>
                  </a:moveTo>
                  <a:cubicBezTo>
                    <a:pt x="1602" y="0"/>
                    <a:pt x="997" y="605"/>
                    <a:pt x="534" y="1637"/>
                  </a:cubicBezTo>
                  <a:cubicBezTo>
                    <a:pt x="285" y="2171"/>
                    <a:pt x="107" y="2740"/>
                    <a:pt x="1" y="3309"/>
                  </a:cubicBezTo>
                  <a:cubicBezTo>
                    <a:pt x="677" y="3380"/>
                    <a:pt x="1424" y="3416"/>
                    <a:pt x="2136" y="3416"/>
                  </a:cubicBezTo>
                  <a:cubicBezTo>
                    <a:pt x="2883" y="3416"/>
                    <a:pt x="3594" y="3380"/>
                    <a:pt x="4306" y="3309"/>
                  </a:cubicBezTo>
                  <a:cubicBezTo>
                    <a:pt x="4199" y="2740"/>
                    <a:pt x="4021" y="2171"/>
                    <a:pt x="3772" y="1637"/>
                  </a:cubicBezTo>
                  <a:cubicBezTo>
                    <a:pt x="3310" y="605"/>
                    <a:pt x="2705" y="0"/>
                    <a:pt x="21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32"/>
            <p:cNvSpPr/>
            <p:nvPr/>
          </p:nvSpPr>
          <p:spPr>
            <a:xfrm>
              <a:off x="6299059" y="4247486"/>
              <a:ext cx="66034" cy="61301"/>
            </a:xfrm>
            <a:custGeom>
              <a:rect b="b" l="l" r="r" t="t"/>
              <a:pathLst>
                <a:path extrusionOk="0" h="2776" w="2990">
                  <a:moveTo>
                    <a:pt x="1032" y="0"/>
                  </a:moveTo>
                  <a:cubicBezTo>
                    <a:pt x="890" y="676"/>
                    <a:pt x="677" y="1352"/>
                    <a:pt x="392" y="1993"/>
                  </a:cubicBezTo>
                  <a:cubicBezTo>
                    <a:pt x="285" y="2277"/>
                    <a:pt x="143" y="2526"/>
                    <a:pt x="1" y="2775"/>
                  </a:cubicBezTo>
                  <a:cubicBezTo>
                    <a:pt x="1210" y="2313"/>
                    <a:pt x="2278" y="1459"/>
                    <a:pt x="2989" y="320"/>
                  </a:cubicBezTo>
                  <a:cubicBezTo>
                    <a:pt x="2385" y="178"/>
                    <a:pt x="1708" y="71"/>
                    <a:pt x="10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32"/>
            <p:cNvSpPr/>
            <p:nvPr/>
          </p:nvSpPr>
          <p:spPr>
            <a:xfrm>
              <a:off x="6325782" y="4134336"/>
              <a:ext cx="59740" cy="98245"/>
            </a:xfrm>
            <a:custGeom>
              <a:rect b="b" l="l" r="r" t="t"/>
              <a:pathLst>
                <a:path extrusionOk="0" h="4449" w="2705">
                  <a:moveTo>
                    <a:pt x="2313" y="0"/>
                  </a:moveTo>
                  <a:cubicBezTo>
                    <a:pt x="1530" y="178"/>
                    <a:pt x="783" y="321"/>
                    <a:pt x="36" y="392"/>
                  </a:cubicBezTo>
                  <a:cubicBezTo>
                    <a:pt x="107" y="997"/>
                    <a:pt x="107" y="1602"/>
                    <a:pt x="107" y="2206"/>
                  </a:cubicBezTo>
                  <a:cubicBezTo>
                    <a:pt x="107" y="2847"/>
                    <a:pt x="72" y="3452"/>
                    <a:pt x="0" y="4057"/>
                  </a:cubicBezTo>
                  <a:cubicBezTo>
                    <a:pt x="748" y="4128"/>
                    <a:pt x="1530" y="4270"/>
                    <a:pt x="2278" y="4448"/>
                  </a:cubicBezTo>
                  <a:cubicBezTo>
                    <a:pt x="2562" y="3736"/>
                    <a:pt x="2704" y="2989"/>
                    <a:pt x="2704" y="2242"/>
                  </a:cubicBezTo>
                  <a:cubicBezTo>
                    <a:pt x="2704" y="1459"/>
                    <a:pt x="2562" y="712"/>
                    <a:pt x="2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32"/>
            <p:cNvSpPr/>
            <p:nvPr/>
          </p:nvSpPr>
          <p:spPr>
            <a:xfrm>
              <a:off x="6136403" y="4247486"/>
              <a:ext cx="66034" cy="61301"/>
            </a:xfrm>
            <a:custGeom>
              <a:rect b="b" l="l" r="r" t="t"/>
              <a:pathLst>
                <a:path extrusionOk="0" h="2776" w="2990">
                  <a:moveTo>
                    <a:pt x="1957" y="0"/>
                  </a:moveTo>
                  <a:cubicBezTo>
                    <a:pt x="1246" y="71"/>
                    <a:pt x="605" y="178"/>
                    <a:pt x="0" y="320"/>
                  </a:cubicBezTo>
                  <a:cubicBezTo>
                    <a:pt x="712" y="1423"/>
                    <a:pt x="1744" y="2313"/>
                    <a:pt x="2989" y="2775"/>
                  </a:cubicBezTo>
                  <a:cubicBezTo>
                    <a:pt x="2847" y="2526"/>
                    <a:pt x="2704" y="2277"/>
                    <a:pt x="2562" y="1993"/>
                  </a:cubicBezTo>
                  <a:cubicBezTo>
                    <a:pt x="2278" y="1352"/>
                    <a:pt x="2064" y="676"/>
                    <a:pt x="19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32"/>
            <p:cNvSpPr/>
            <p:nvPr/>
          </p:nvSpPr>
          <p:spPr>
            <a:xfrm>
              <a:off x="6136403" y="4058129"/>
              <a:ext cx="66034" cy="61301"/>
            </a:xfrm>
            <a:custGeom>
              <a:rect b="b" l="l" r="r" t="t"/>
              <a:pathLst>
                <a:path extrusionOk="0" h="2776" w="2990">
                  <a:moveTo>
                    <a:pt x="2989" y="0"/>
                  </a:moveTo>
                  <a:cubicBezTo>
                    <a:pt x="1744" y="463"/>
                    <a:pt x="712" y="1317"/>
                    <a:pt x="0" y="2455"/>
                  </a:cubicBezTo>
                  <a:cubicBezTo>
                    <a:pt x="641" y="2598"/>
                    <a:pt x="1281" y="2704"/>
                    <a:pt x="1957" y="2775"/>
                  </a:cubicBezTo>
                  <a:cubicBezTo>
                    <a:pt x="2064" y="2099"/>
                    <a:pt x="2278" y="1423"/>
                    <a:pt x="2562" y="747"/>
                  </a:cubicBezTo>
                  <a:cubicBezTo>
                    <a:pt x="2704" y="498"/>
                    <a:pt x="2847" y="249"/>
                    <a:pt x="2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32"/>
            <p:cNvSpPr/>
            <p:nvPr/>
          </p:nvSpPr>
          <p:spPr>
            <a:xfrm>
              <a:off x="6115975" y="4134336"/>
              <a:ext cx="59740" cy="98245"/>
            </a:xfrm>
            <a:custGeom>
              <a:rect b="b" l="l" r="r" t="t"/>
              <a:pathLst>
                <a:path extrusionOk="0" h="4449" w="2705">
                  <a:moveTo>
                    <a:pt x="427" y="0"/>
                  </a:moveTo>
                  <a:cubicBezTo>
                    <a:pt x="143" y="712"/>
                    <a:pt x="0" y="1459"/>
                    <a:pt x="0" y="2242"/>
                  </a:cubicBezTo>
                  <a:cubicBezTo>
                    <a:pt x="0" y="2989"/>
                    <a:pt x="178" y="3736"/>
                    <a:pt x="463" y="4448"/>
                  </a:cubicBezTo>
                  <a:cubicBezTo>
                    <a:pt x="1210" y="4270"/>
                    <a:pt x="1957" y="4163"/>
                    <a:pt x="2704" y="4057"/>
                  </a:cubicBezTo>
                  <a:cubicBezTo>
                    <a:pt x="2633" y="3452"/>
                    <a:pt x="2598" y="2847"/>
                    <a:pt x="2598" y="2242"/>
                  </a:cubicBezTo>
                  <a:cubicBezTo>
                    <a:pt x="2598" y="1602"/>
                    <a:pt x="2633" y="997"/>
                    <a:pt x="2704" y="392"/>
                  </a:cubicBezTo>
                  <a:cubicBezTo>
                    <a:pt x="1957" y="321"/>
                    <a:pt x="1174" y="178"/>
                    <a:pt x="4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32"/>
            <p:cNvSpPr/>
            <p:nvPr/>
          </p:nvSpPr>
          <p:spPr>
            <a:xfrm>
              <a:off x="6196916" y="4145333"/>
              <a:ext cx="107664" cy="76229"/>
            </a:xfrm>
            <a:custGeom>
              <a:rect b="b" l="l" r="r" t="t"/>
              <a:pathLst>
                <a:path extrusionOk="0" h="3452" w="4875">
                  <a:moveTo>
                    <a:pt x="107" y="1"/>
                  </a:moveTo>
                  <a:cubicBezTo>
                    <a:pt x="36" y="570"/>
                    <a:pt x="0" y="1139"/>
                    <a:pt x="0" y="1708"/>
                  </a:cubicBezTo>
                  <a:cubicBezTo>
                    <a:pt x="0" y="2313"/>
                    <a:pt x="36" y="2883"/>
                    <a:pt x="107" y="3452"/>
                  </a:cubicBezTo>
                  <a:cubicBezTo>
                    <a:pt x="854" y="3381"/>
                    <a:pt x="1637" y="3345"/>
                    <a:pt x="2420" y="3345"/>
                  </a:cubicBezTo>
                  <a:cubicBezTo>
                    <a:pt x="3238" y="3345"/>
                    <a:pt x="4021" y="3381"/>
                    <a:pt x="4768" y="3452"/>
                  </a:cubicBezTo>
                  <a:cubicBezTo>
                    <a:pt x="4839" y="2883"/>
                    <a:pt x="4875" y="2313"/>
                    <a:pt x="4875" y="1708"/>
                  </a:cubicBezTo>
                  <a:cubicBezTo>
                    <a:pt x="4875" y="1139"/>
                    <a:pt x="4839" y="570"/>
                    <a:pt x="4768" y="1"/>
                  </a:cubicBezTo>
                  <a:cubicBezTo>
                    <a:pt x="4021" y="72"/>
                    <a:pt x="3238" y="107"/>
                    <a:pt x="2420" y="107"/>
                  </a:cubicBezTo>
                  <a:cubicBezTo>
                    <a:pt x="1637" y="107"/>
                    <a:pt x="854" y="72"/>
                    <a:pt x="1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32"/>
            <p:cNvSpPr/>
            <p:nvPr/>
          </p:nvSpPr>
          <p:spPr>
            <a:xfrm>
              <a:off x="6203188" y="4243556"/>
              <a:ext cx="95098" cy="74661"/>
            </a:xfrm>
            <a:custGeom>
              <a:rect b="b" l="l" r="r" t="t"/>
              <a:pathLst>
                <a:path extrusionOk="0" h="3381" w="4306">
                  <a:moveTo>
                    <a:pt x="2136" y="0"/>
                  </a:moveTo>
                  <a:cubicBezTo>
                    <a:pt x="1424" y="0"/>
                    <a:pt x="712" y="0"/>
                    <a:pt x="1" y="71"/>
                  </a:cubicBezTo>
                  <a:cubicBezTo>
                    <a:pt x="107" y="641"/>
                    <a:pt x="285" y="1210"/>
                    <a:pt x="534" y="1744"/>
                  </a:cubicBezTo>
                  <a:cubicBezTo>
                    <a:pt x="961" y="2775"/>
                    <a:pt x="1602" y="3380"/>
                    <a:pt x="2136" y="3380"/>
                  </a:cubicBezTo>
                  <a:cubicBezTo>
                    <a:pt x="2705" y="3380"/>
                    <a:pt x="3310" y="2775"/>
                    <a:pt x="3772" y="1744"/>
                  </a:cubicBezTo>
                  <a:cubicBezTo>
                    <a:pt x="3986" y="1210"/>
                    <a:pt x="4164" y="641"/>
                    <a:pt x="4306" y="71"/>
                  </a:cubicBezTo>
                  <a:cubicBezTo>
                    <a:pt x="3594" y="0"/>
                    <a:pt x="2883" y="0"/>
                    <a:pt x="21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13" name="Google Shape;1013;p32"/>
          <p:cNvGrpSpPr/>
          <p:nvPr/>
        </p:nvGrpSpPr>
        <p:grpSpPr>
          <a:xfrm>
            <a:off x="5361595" y="2156362"/>
            <a:ext cx="403935" cy="398125"/>
            <a:chOff x="5361595" y="2156362"/>
            <a:chExt cx="403935" cy="398125"/>
          </a:xfrm>
        </p:grpSpPr>
        <p:sp>
          <p:nvSpPr>
            <p:cNvPr id="1014" name="Google Shape;1014;p32"/>
            <p:cNvSpPr/>
            <p:nvPr/>
          </p:nvSpPr>
          <p:spPr>
            <a:xfrm>
              <a:off x="5361595" y="2156362"/>
              <a:ext cx="403935" cy="398125"/>
            </a:xfrm>
            <a:custGeom>
              <a:rect b="b" l="l" r="r" t="t"/>
              <a:pathLst>
                <a:path extrusionOk="0" h="18029" w="18290">
                  <a:moveTo>
                    <a:pt x="6279" y="7864"/>
                  </a:moveTo>
                  <a:cubicBezTo>
                    <a:pt x="6685" y="7864"/>
                    <a:pt x="7059" y="8426"/>
                    <a:pt x="6654" y="8804"/>
                  </a:cubicBezTo>
                  <a:lnTo>
                    <a:pt x="4199" y="11224"/>
                  </a:lnTo>
                  <a:cubicBezTo>
                    <a:pt x="4092" y="11331"/>
                    <a:pt x="3986" y="11366"/>
                    <a:pt x="3843" y="11366"/>
                  </a:cubicBezTo>
                  <a:cubicBezTo>
                    <a:pt x="3381" y="11366"/>
                    <a:pt x="3132" y="10833"/>
                    <a:pt x="3452" y="10477"/>
                  </a:cubicBezTo>
                  <a:lnTo>
                    <a:pt x="5907" y="8057"/>
                  </a:lnTo>
                  <a:cubicBezTo>
                    <a:pt x="6018" y="7920"/>
                    <a:pt x="6150" y="7864"/>
                    <a:pt x="6279" y="7864"/>
                  </a:cubicBezTo>
                  <a:close/>
                  <a:moveTo>
                    <a:pt x="9981" y="7684"/>
                  </a:moveTo>
                  <a:cubicBezTo>
                    <a:pt x="10114" y="7684"/>
                    <a:pt x="10248" y="7737"/>
                    <a:pt x="10355" y="7844"/>
                  </a:cubicBezTo>
                  <a:cubicBezTo>
                    <a:pt x="10568" y="8057"/>
                    <a:pt x="10568" y="8377"/>
                    <a:pt x="10355" y="8591"/>
                  </a:cubicBezTo>
                  <a:lnTo>
                    <a:pt x="5978" y="13003"/>
                  </a:lnTo>
                  <a:cubicBezTo>
                    <a:pt x="5871" y="13074"/>
                    <a:pt x="5729" y="13145"/>
                    <a:pt x="5587" y="13145"/>
                  </a:cubicBezTo>
                  <a:cubicBezTo>
                    <a:pt x="5124" y="13145"/>
                    <a:pt x="4911" y="12576"/>
                    <a:pt x="5231" y="12256"/>
                  </a:cubicBezTo>
                  <a:lnTo>
                    <a:pt x="9607" y="7844"/>
                  </a:lnTo>
                  <a:cubicBezTo>
                    <a:pt x="9714" y="7737"/>
                    <a:pt x="9848" y="7684"/>
                    <a:pt x="9981" y="7684"/>
                  </a:cubicBezTo>
                  <a:close/>
                  <a:moveTo>
                    <a:pt x="11767" y="9408"/>
                  </a:moveTo>
                  <a:cubicBezTo>
                    <a:pt x="12182" y="9408"/>
                    <a:pt x="12541" y="9954"/>
                    <a:pt x="12134" y="10334"/>
                  </a:cubicBezTo>
                  <a:lnTo>
                    <a:pt x="7722" y="14746"/>
                  </a:lnTo>
                  <a:cubicBezTo>
                    <a:pt x="7615" y="14818"/>
                    <a:pt x="7508" y="14889"/>
                    <a:pt x="7366" y="14889"/>
                  </a:cubicBezTo>
                  <a:cubicBezTo>
                    <a:pt x="6903" y="14889"/>
                    <a:pt x="6654" y="14319"/>
                    <a:pt x="6974" y="13999"/>
                  </a:cubicBezTo>
                  <a:lnTo>
                    <a:pt x="11386" y="9587"/>
                  </a:lnTo>
                  <a:cubicBezTo>
                    <a:pt x="11504" y="9461"/>
                    <a:pt x="11638" y="9408"/>
                    <a:pt x="11767" y="9408"/>
                  </a:cubicBezTo>
                  <a:close/>
                  <a:moveTo>
                    <a:pt x="14039" y="1"/>
                  </a:moveTo>
                  <a:cubicBezTo>
                    <a:pt x="13961" y="1"/>
                    <a:pt x="13883" y="6"/>
                    <a:pt x="13806" y="16"/>
                  </a:cubicBezTo>
                  <a:lnTo>
                    <a:pt x="10497" y="514"/>
                  </a:lnTo>
                  <a:cubicBezTo>
                    <a:pt x="10106" y="550"/>
                    <a:pt x="9750" y="728"/>
                    <a:pt x="9465" y="1012"/>
                  </a:cubicBezTo>
                  <a:lnTo>
                    <a:pt x="712" y="9765"/>
                  </a:lnTo>
                  <a:cubicBezTo>
                    <a:pt x="1" y="10477"/>
                    <a:pt x="1" y="11615"/>
                    <a:pt x="712" y="12327"/>
                  </a:cubicBezTo>
                  <a:lnTo>
                    <a:pt x="5871" y="17522"/>
                  </a:lnTo>
                  <a:cubicBezTo>
                    <a:pt x="6227" y="17860"/>
                    <a:pt x="6699" y="18029"/>
                    <a:pt x="7170" y="18029"/>
                  </a:cubicBezTo>
                  <a:cubicBezTo>
                    <a:pt x="7642" y="18029"/>
                    <a:pt x="8113" y="17860"/>
                    <a:pt x="8469" y="17522"/>
                  </a:cubicBezTo>
                  <a:lnTo>
                    <a:pt x="17186" y="8769"/>
                  </a:lnTo>
                  <a:cubicBezTo>
                    <a:pt x="17471" y="8484"/>
                    <a:pt x="17649" y="8128"/>
                    <a:pt x="17720" y="7737"/>
                  </a:cubicBezTo>
                  <a:lnTo>
                    <a:pt x="18218" y="4428"/>
                  </a:lnTo>
                  <a:cubicBezTo>
                    <a:pt x="18289" y="3859"/>
                    <a:pt x="18076" y="3289"/>
                    <a:pt x="17684" y="2862"/>
                  </a:cubicBezTo>
                  <a:lnTo>
                    <a:pt x="16866" y="2080"/>
                  </a:lnTo>
                  <a:lnTo>
                    <a:pt x="15265" y="3681"/>
                  </a:lnTo>
                  <a:cubicBezTo>
                    <a:pt x="15372" y="3894"/>
                    <a:pt x="15443" y="4143"/>
                    <a:pt x="15443" y="4392"/>
                  </a:cubicBezTo>
                  <a:cubicBezTo>
                    <a:pt x="15443" y="5410"/>
                    <a:pt x="14605" y="6042"/>
                    <a:pt x="13765" y="6042"/>
                  </a:cubicBezTo>
                  <a:cubicBezTo>
                    <a:pt x="13254" y="6042"/>
                    <a:pt x="12742" y="5807"/>
                    <a:pt x="12418" y="5282"/>
                  </a:cubicBezTo>
                  <a:cubicBezTo>
                    <a:pt x="11705" y="4122"/>
                    <a:pt x="12606" y="2764"/>
                    <a:pt x="13794" y="2764"/>
                  </a:cubicBezTo>
                  <a:cubicBezTo>
                    <a:pt x="14027" y="2764"/>
                    <a:pt x="14272" y="2817"/>
                    <a:pt x="14518" y="2934"/>
                  </a:cubicBezTo>
                  <a:lnTo>
                    <a:pt x="16119" y="1333"/>
                  </a:lnTo>
                  <a:lnTo>
                    <a:pt x="15336" y="514"/>
                  </a:lnTo>
                  <a:cubicBezTo>
                    <a:pt x="14971" y="179"/>
                    <a:pt x="14501" y="1"/>
                    <a:pt x="14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32"/>
            <p:cNvSpPr/>
            <p:nvPr/>
          </p:nvSpPr>
          <p:spPr>
            <a:xfrm>
              <a:off x="5649981" y="2240783"/>
              <a:ext cx="29108" cy="25682"/>
            </a:xfrm>
            <a:custGeom>
              <a:rect b="b" l="l" r="r" t="t"/>
              <a:pathLst>
                <a:path extrusionOk="0" h="1163" w="1318">
                  <a:moveTo>
                    <a:pt x="748" y="0"/>
                  </a:moveTo>
                  <a:cubicBezTo>
                    <a:pt x="250" y="0"/>
                    <a:pt x="1" y="641"/>
                    <a:pt x="357" y="996"/>
                  </a:cubicBezTo>
                  <a:cubicBezTo>
                    <a:pt x="471" y="1111"/>
                    <a:pt x="611" y="1163"/>
                    <a:pt x="749" y="1163"/>
                  </a:cubicBezTo>
                  <a:cubicBezTo>
                    <a:pt x="1039" y="1163"/>
                    <a:pt x="1317" y="932"/>
                    <a:pt x="1317" y="569"/>
                  </a:cubicBezTo>
                  <a:cubicBezTo>
                    <a:pt x="1317" y="285"/>
                    <a:pt x="1068" y="0"/>
                    <a:pt x="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16" name="Google Shape;1016;p32"/>
          <p:cNvGrpSpPr/>
          <p:nvPr/>
        </p:nvGrpSpPr>
        <p:grpSpPr>
          <a:xfrm>
            <a:off x="6776824" y="3405988"/>
            <a:ext cx="188628" cy="396205"/>
            <a:chOff x="6776824" y="3405988"/>
            <a:chExt cx="188628" cy="396205"/>
          </a:xfrm>
        </p:grpSpPr>
        <p:sp>
          <p:nvSpPr>
            <p:cNvPr id="1017" name="Google Shape;1017;p32"/>
            <p:cNvSpPr/>
            <p:nvPr/>
          </p:nvSpPr>
          <p:spPr>
            <a:xfrm>
              <a:off x="6845972" y="3731264"/>
              <a:ext cx="50332" cy="70929"/>
            </a:xfrm>
            <a:custGeom>
              <a:rect b="b" l="l" r="r" t="t"/>
              <a:pathLst>
                <a:path extrusionOk="0" h="3212" w="2279">
                  <a:moveTo>
                    <a:pt x="1" y="1"/>
                  </a:moveTo>
                  <a:lnTo>
                    <a:pt x="1" y="2064"/>
                  </a:lnTo>
                  <a:cubicBezTo>
                    <a:pt x="1" y="2829"/>
                    <a:pt x="570" y="3212"/>
                    <a:pt x="1139" y="3212"/>
                  </a:cubicBezTo>
                  <a:cubicBezTo>
                    <a:pt x="1709" y="3212"/>
                    <a:pt x="2278" y="2829"/>
                    <a:pt x="2278" y="2064"/>
                  </a:cubicBezTo>
                  <a:lnTo>
                    <a:pt x="22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32"/>
            <p:cNvSpPr/>
            <p:nvPr/>
          </p:nvSpPr>
          <p:spPr>
            <a:xfrm>
              <a:off x="6776824" y="3515385"/>
              <a:ext cx="187833" cy="191544"/>
            </a:xfrm>
            <a:custGeom>
              <a:rect b="b" l="l" r="r" t="t"/>
              <a:pathLst>
                <a:path extrusionOk="0" h="8674" w="8505">
                  <a:moveTo>
                    <a:pt x="5462" y="1"/>
                  </a:moveTo>
                  <a:cubicBezTo>
                    <a:pt x="5133" y="1"/>
                    <a:pt x="4804" y="223"/>
                    <a:pt x="4804" y="668"/>
                  </a:cubicBezTo>
                  <a:lnTo>
                    <a:pt x="4804" y="2518"/>
                  </a:lnTo>
                  <a:cubicBezTo>
                    <a:pt x="4804" y="3657"/>
                    <a:pt x="3941" y="4226"/>
                    <a:pt x="3079" y="4226"/>
                  </a:cubicBezTo>
                  <a:cubicBezTo>
                    <a:pt x="2216" y="4226"/>
                    <a:pt x="1353" y="3657"/>
                    <a:pt x="1353" y="2518"/>
                  </a:cubicBezTo>
                  <a:lnTo>
                    <a:pt x="1353" y="2234"/>
                  </a:lnTo>
                  <a:cubicBezTo>
                    <a:pt x="1353" y="1789"/>
                    <a:pt x="1015" y="1566"/>
                    <a:pt x="677" y="1566"/>
                  </a:cubicBezTo>
                  <a:cubicBezTo>
                    <a:pt x="339" y="1566"/>
                    <a:pt x="1" y="1789"/>
                    <a:pt x="1" y="2234"/>
                  </a:cubicBezTo>
                  <a:lnTo>
                    <a:pt x="1" y="7286"/>
                  </a:lnTo>
                  <a:cubicBezTo>
                    <a:pt x="1" y="8069"/>
                    <a:pt x="641" y="8674"/>
                    <a:pt x="1424" y="8674"/>
                  </a:cubicBezTo>
                  <a:lnTo>
                    <a:pt x="7081" y="8674"/>
                  </a:lnTo>
                  <a:cubicBezTo>
                    <a:pt x="7864" y="8674"/>
                    <a:pt x="8505" y="8069"/>
                    <a:pt x="8505" y="7286"/>
                  </a:cubicBezTo>
                  <a:lnTo>
                    <a:pt x="8505" y="2910"/>
                  </a:lnTo>
                  <a:cubicBezTo>
                    <a:pt x="8285" y="2999"/>
                    <a:pt x="8061" y="3040"/>
                    <a:pt x="7843" y="3040"/>
                  </a:cubicBezTo>
                  <a:cubicBezTo>
                    <a:pt x="6932" y="3040"/>
                    <a:pt x="6121" y="2313"/>
                    <a:pt x="6121" y="1308"/>
                  </a:cubicBezTo>
                  <a:lnTo>
                    <a:pt x="6121" y="668"/>
                  </a:lnTo>
                  <a:cubicBezTo>
                    <a:pt x="6121" y="223"/>
                    <a:pt x="5792" y="1"/>
                    <a:pt x="54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32"/>
            <p:cNvSpPr/>
            <p:nvPr/>
          </p:nvSpPr>
          <p:spPr>
            <a:xfrm>
              <a:off x="6778392" y="3405988"/>
              <a:ext cx="187060" cy="179752"/>
            </a:xfrm>
            <a:custGeom>
              <a:rect b="b" l="l" r="r" t="t"/>
              <a:pathLst>
                <a:path extrusionOk="0" h="8140" w="8470">
                  <a:moveTo>
                    <a:pt x="4235" y="0"/>
                  </a:moveTo>
                  <a:cubicBezTo>
                    <a:pt x="1922" y="0"/>
                    <a:pt x="72" y="1815"/>
                    <a:pt x="1" y="4092"/>
                  </a:cubicBezTo>
                  <a:lnTo>
                    <a:pt x="1" y="5622"/>
                  </a:lnTo>
                  <a:cubicBezTo>
                    <a:pt x="220" y="5523"/>
                    <a:pt x="446" y="5477"/>
                    <a:pt x="668" y="5477"/>
                  </a:cubicBezTo>
                  <a:cubicBezTo>
                    <a:pt x="1563" y="5477"/>
                    <a:pt x="2385" y="6218"/>
                    <a:pt x="2385" y="7188"/>
                  </a:cubicBezTo>
                  <a:lnTo>
                    <a:pt x="2349" y="7188"/>
                  </a:lnTo>
                  <a:lnTo>
                    <a:pt x="2349" y="7472"/>
                  </a:lnTo>
                  <a:cubicBezTo>
                    <a:pt x="2349" y="7917"/>
                    <a:pt x="2687" y="8139"/>
                    <a:pt x="3025" y="8139"/>
                  </a:cubicBezTo>
                  <a:cubicBezTo>
                    <a:pt x="3363" y="8139"/>
                    <a:pt x="3701" y="7917"/>
                    <a:pt x="3701" y="7472"/>
                  </a:cubicBezTo>
                  <a:lnTo>
                    <a:pt x="3701" y="5622"/>
                  </a:lnTo>
                  <a:cubicBezTo>
                    <a:pt x="3701" y="4466"/>
                    <a:pt x="4555" y="3887"/>
                    <a:pt x="5409" y="3887"/>
                  </a:cubicBezTo>
                  <a:cubicBezTo>
                    <a:pt x="6263" y="3887"/>
                    <a:pt x="7117" y="4466"/>
                    <a:pt x="7117" y="5622"/>
                  </a:cubicBezTo>
                  <a:lnTo>
                    <a:pt x="7117" y="6262"/>
                  </a:lnTo>
                  <a:cubicBezTo>
                    <a:pt x="7117" y="6707"/>
                    <a:pt x="7455" y="6930"/>
                    <a:pt x="7793" y="6930"/>
                  </a:cubicBezTo>
                  <a:cubicBezTo>
                    <a:pt x="8131" y="6930"/>
                    <a:pt x="8469" y="6707"/>
                    <a:pt x="8469" y="6262"/>
                  </a:cubicBezTo>
                  <a:lnTo>
                    <a:pt x="8469" y="4092"/>
                  </a:lnTo>
                  <a:cubicBezTo>
                    <a:pt x="8398" y="1815"/>
                    <a:pt x="6512" y="0"/>
                    <a:pt x="42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0" name="Google Shape;1020;p32"/>
          <p:cNvGrpSpPr/>
          <p:nvPr/>
        </p:nvGrpSpPr>
        <p:grpSpPr>
          <a:xfrm>
            <a:off x="4028876" y="1578419"/>
            <a:ext cx="400003" cy="395232"/>
            <a:chOff x="4028876" y="1578419"/>
            <a:chExt cx="400003" cy="395232"/>
          </a:xfrm>
        </p:grpSpPr>
        <p:sp>
          <p:nvSpPr>
            <p:cNvPr id="1021" name="Google Shape;1021;p32"/>
            <p:cNvSpPr/>
            <p:nvPr/>
          </p:nvSpPr>
          <p:spPr>
            <a:xfrm>
              <a:off x="4303127" y="1734785"/>
              <a:ext cx="125752" cy="212169"/>
            </a:xfrm>
            <a:custGeom>
              <a:rect b="b" l="l" r="r" t="t"/>
              <a:pathLst>
                <a:path extrusionOk="0" h="9608" w="5694">
                  <a:moveTo>
                    <a:pt x="0" y="0"/>
                  </a:moveTo>
                  <a:lnTo>
                    <a:pt x="0" y="8077"/>
                  </a:lnTo>
                  <a:cubicBezTo>
                    <a:pt x="463" y="8255"/>
                    <a:pt x="925" y="8326"/>
                    <a:pt x="1388" y="8326"/>
                  </a:cubicBezTo>
                  <a:lnTo>
                    <a:pt x="1922" y="8326"/>
                  </a:lnTo>
                  <a:cubicBezTo>
                    <a:pt x="2055" y="8317"/>
                    <a:pt x="2188" y="8313"/>
                    <a:pt x="2322" y="8313"/>
                  </a:cubicBezTo>
                  <a:cubicBezTo>
                    <a:pt x="2722" y="8313"/>
                    <a:pt x="3122" y="8353"/>
                    <a:pt x="3523" y="8433"/>
                  </a:cubicBezTo>
                  <a:cubicBezTo>
                    <a:pt x="4092" y="8575"/>
                    <a:pt x="4555" y="8967"/>
                    <a:pt x="4804" y="9500"/>
                  </a:cubicBezTo>
                  <a:cubicBezTo>
                    <a:pt x="4804" y="9536"/>
                    <a:pt x="4839" y="9571"/>
                    <a:pt x="4839" y="9607"/>
                  </a:cubicBezTo>
                  <a:cubicBezTo>
                    <a:pt x="5337" y="9429"/>
                    <a:pt x="5693" y="8967"/>
                    <a:pt x="5693" y="8433"/>
                  </a:cubicBezTo>
                  <a:lnTo>
                    <a:pt x="5693" y="1673"/>
                  </a:lnTo>
                  <a:cubicBezTo>
                    <a:pt x="5658" y="1673"/>
                    <a:pt x="5622" y="1708"/>
                    <a:pt x="5586" y="1708"/>
                  </a:cubicBezTo>
                  <a:cubicBezTo>
                    <a:pt x="5231" y="1922"/>
                    <a:pt x="4875" y="2100"/>
                    <a:pt x="4519" y="2242"/>
                  </a:cubicBezTo>
                  <a:cubicBezTo>
                    <a:pt x="4199" y="2349"/>
                    <a:pt x="3843" y="2420"/>
                    <a:pt x="3487" y="2420"/>
                  </a:cubicBezTo>
                  <a:cubicBezTo>
                    <a:pt x="3448" y="2422"/>
                    <a:pt x="3410" y="2424"/>
                    <a:pt x="3372" y="2424"/>
                  </a:cubicBezTo>
                  <a:cubicBezTo>
                    <a:pt x="2882" y="2424"/>
                    <a:pt x="2427" y="2216"/>
                    <a:pt x="2064" y="1886"/>
                  </a:cubicBezTo>
                  <a:cubicBezTo>
                    <a:pt x="1815" y="1637"/>
                    <a:pt x="1637" y="1352"/>
                    <a:pt x="1495" y="997"/>
                  </a:cubicBezTo>
                  <a:cubicBezTo>
                    <a:pt x="1388" y="783"/>
                    <a:pt x="1281" y="605"/>
                    <a:pt x="1139" y="427"/>
                  </a:cubicBezTo>
                  <a:cubicBezTo>
                    <a:pt x="819" y="178"/>
                    <a:pt x="427" y="36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32"/>
            <p:cNvSpPr/>
            <p:nvPr/>
          </p:nvSpPr>
          <p:spPr>
            <a:xfrm>
              <a:off x="4303127" y="1937502"/>
              <a:ext cx="84100" cy="35376"/>
            </a:xfrm>
            <a:custGeom>
              <a:rect b="b" l="l" r="r" t="t"/>
              <a:pathLst>
                <a:path extrusionOk="0" h="1602" w="3808">
                  <a:moveTo>
                    <a:pt x="0" y="0"/>
                  </a:moveTo>
                  <a:lnTo>
                    <a:pt x="0" y="1601"/>
                  </a:lnTo>
                  <a:lnTo>
                    <a:pt x="3807" y="641"/>
                  </a:lnTo>
                  <a:cubicBezTo>
                    <a:pt x="3665" y="463"/>
                    <a:pt x="3452" y="320"/>
                    <a:pt x="3238" y="249"/>
                  </a:cubicBezTo>
                  <a:cubicBezTo>
                    <a:pt x="2925" y="197"/>
                    <a:pt x="2613" y="164"/>
                    <a:pt x="2300" y="164"/>
                  </a:cubicBezTo>
                  <a:cubicBezTo>
                    <a:pt x="2186" y="164"/>
                    <a:pt x="2072" y="168"/>
                    <a:pt x="1957" y="178"/>
                  </a:cubicBezTo>
                  <a:lnTo>
                    <a:pt x="1388" y="178"/>
                  </a:lnTo>
                  <a:cubicBezTo>
                    <a:pt x="925" y="178"/>
                    <a:pt x="463" y="107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32"/>
            <p:cNvSpPr/>
            <p:nvPr/>
          </p:nvSpPr>
          <p:spPr>
            <a:xfrm>
              <a:off x="4228458" y="1595709"/>
              <a:ext cx="51105" cy="111583"/>
            </a:xfrm>
            <a:custGeom>
              <a:rect b="b" l="l" r="r" t="t"/>
              <a:pathLst>
                <a:path extrusionOk="0" h="5053" w="2314">
                  <a:moveTo>
                    <a:pt x="819" y="0"/>
                  </a:moveTo>
                  <a:cubicBezTo>
                    <a:pt x="819" y="36"/>
                    <a:pt x="784" y="36"/>
                    <a:pt x="784" y="72"/>
                  </a:cubicBezTo>
                  <a:cubicBezTo>
                    <a:pt x="286" y="748"/>
                    <a:pt x="1" y="1530"/>
                    <a:pt x="1" y="2384"/>
                  </a:cubicBezTo>
                  <a:cubicBezTo>
                    <a:pt x="143" y="3665"/>
                    <a:pt x="1068" y="4697"/>
                    <a:pt x="2314" y="5053"/>
                  </a:cubicBezTo>
                  <a:lnTo>
                    <a:pt x="2314" y="356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32"/>
            <p:cNvSpPr/>
            <p:nvPr/>
          </p:nvSpPr>
          <p:spPr>
            <a:xfrm>
              <a:off x="4029671" y="1825941"/>
              <a:ext cx="124957" cy="144751"/>
            </a:xfrm>
            <a:custGeom>
              <a:rect b="b" l="l" r="r" t="t"/>
              <a:pathLst>
                <a:path extrusionOk="0" h="6555" w="5658">
                  <a:moveTo>
                    <a:pt x="1651" y="0"/>
                  </a:moveTo>
                  <a:cubicBezTo>
                    <a:pt x="1297" y="0"/>
                    <a:pt x="961" y="142"/>
                    <a:pt x="712" y="391"/>
                  </a:cubicBezTo>
                  <a:cubicBezTo>
                    <a:pt x="356" y="747"/>
                    <a:pt x="142" y="1209"/>
                    <a:pt x="0" y="1672"/>
                  </a:cubicBezTo>
                  <a:lnTo>
                    <a:pt x="0" y="5337"/>
                  </a:lnTo>
                  <a:cubicBezTo>
                    <a:pt x="0" y="6012"/>
                    <a:pt x="555" y="6554"/>
                    <a:pt x="1210" y="6554"/>
                  </a:cubicBezTo>
                  <a:cubicBezTo>
                    <a:pt x="1315" y="6554"/>
                    <a:pt x="1422" y="6540"/>
                    <a:pt x="1530" y="6511"/>
                  </a:cubicBezTo>
                  <a:lnTo>
                    <a:pt x="5657" y="5479"/>
                  </a:lnTo>
                  <a:lnTo>
                    <a:pt x="5657" y="2241"/>
                  </a:lnTo>
                  <a:cubicBezTo>
                    <a:pt x="5471" y="2283"/>
                    <a:pt x="5281" y="2303"/>
                    <a:pt x="5091" y="2303"/>
                  </a:cubicBezTo>
                  <a:cubicBezTo>
                    <a:pt x="4631" y="2303"/>
                    <a:pt x="4175" y="2183"/>
                    <a:pt x="3772" y="1957"/>
                  </a:cubicBezTo>
                  <a:cubicBezTo>
                    <a:pt x="3345" y="1672"/>
                    <a:pt x="2989" y="1281"/>
                    <a:pt x="2740" y="854"/>
                  </a:cubicBezTo>
                  <a:cubicBezTo>
                    <a:pt x="2455" y="427"/>
                    <a:pt x="2277" y="142"/>
                    <a:pt x="1957" y="35"/>
                  </a:cubicBezTo>
                  <a:cubicBezTo>
                    <a:pt x="1855" y="12"/>
                    <a:pt x="1752" y="0"/>
                    <a:pt x="16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32"/>
            <p:cNvSpPr/>
            <p:nvPr/>
          </p:nvSpPr>
          <p:spPr>
            <a:xfrm>
              <a:off x="4028876" y="1578419"/>
              <a:ext cx="124957" cy="275126"/>
            </a:xfrm>
            <a:custGeom>
              <a:rect b="b" l="l" r="r" t="t"/>
              <a:pathLst>
                <a:path extrusionOk="0" h="12459" w="5658">
                  <a:moveTo>
                    <a:pt x="3768" y="2903"/>
                  </a:moveTo>
                  <a:cubicBezTo>
                    <a:pt x="4179" y="2903"/>
                    <a:pt x="4533" y="3465"/>
                    <a:pt x="4128" y="3843"/>
                  </a:cubicBezTo>
                  <a:lnTo>
                    <a:pt x="3772" y="4164"/>
                  </a:lnTo>
                  <a:lnTo>
                    <a:pt x="4128" y="4519"/>
                  </a:lnTo>
                  <a:cubicBezTo>
                    <a:pt x="4412" y="4840"/>
                    <a:pt x="4199" y="5409"/>
                    <a:pt x="3736" y="5409"/>
                  </a:cubicBezTo>
                  <a:cubicBezTo>
                    <a:pt x="3594" y="5409"/>
                    <a:pt x="3452" y="5373"/>
                    <a:pt x="3381" y="5267"/>
                  </a:cubicBezTo>
                  <a:lnTo>
                    <a:pt x="3025" y="4911"/>
                  </a:lnTo>
                  <a:lnTo>
                    <a:pt x="2705" y="5267"/>
                  </a:lnTo>
                  <a:cubicBezTo>
                    <a:pt x="2598" y="5373"/>
                    <a:pt x="2456" y="5409"/>
                    <a:pt x="2313" y="5409"/>
                  </a:cubicBezTo>
                  <a:cubicBezTo>
                    <a:pt x="2171" y="5409"/>
                    <a:pt x="2064" y="5338"/>
                    <a:pt x="1957" y="5267"/>
                  </a:cubicBezTo>
                  <a:cubicBezTo>
                    <a:pt x="1744" y="5053"/>
                    <a:pt x="1744" y="4733"/>
                    <a:pt x="1957" y="4519"/>
                  </a:cubicBezTo>
                  <a:lnTo>
                    <a:pt x="2278" y="4164"/>
                  </a:lnTo>
                  <a:lnTo>
                    <a:pt x="1957" y="3843"/>
                  </a:lnTo>
                  <a:cubicBezTo>
                    <a:pt x="1575" y="3461"/>
                    <a:pt x="1926" y="2932"/>
                    <a:pt x="2336" y="2932"/>
                  </a:cubicBezTo>
                  <a:cubicBezTo>
                    <a:pt x="2460" y="2932"/>
                    <a:pt x="2589" y="2980"/>
                    <a:pt x="2705" y="3096"/>
                  </a:cubicBezTo>
                  <a:lnTo>
                    <a:pt x="3025" y="3416"/>
                  </a:lnTo>
                  <a:lnTo>
                    <a:pt x="3381" y="3096"/>
                  </a:lnTo>
                  <a:cubicBezTo>
                    <a:pt x="3501" y="2959"/>
                    <a:pt x="3637" y="2903"/>
                    <a:pt x="3768" y="2903"/>
                  </a:cubicBezTo>
                  <a:close/>
                  <a:moveTo>
                    <a:pt x="5658" y="1"/>
                  </a:moveTo>
                  <a:lnTo>
                    <a:pt x="926" y="1210"/>
                  </a:lnTo>
                  <a:cubicBezTo>
                    <a:pt x="392" y="1317"/>
                    <a:pt x="0" y="1815"/>
                    <a:pt x="0" y="2385"/>
                  </a:cubicBezTo>
                  <a:lnTo>
                    <a:pt x="0" y="10853"/>
                  </a:lnTo>
                  <a:cubicBezTo>
                    <a:pt x="448" y="10405"/>
                    <a:pt x="1052" y="10152"/>
                    <a:pt x="1682" y="10152"/>
                  </a:cubicBezTo>
                  <a:cubicBezTo>
                    <a:pt x="1903" y="10152"/>
                    <a:pt x="2127" y="10183"/>
                    <a:pt x="2349" y="10248"/>
                  </a:cubicBezTo>
                  <a:cubicBezTo>
                    <a:pt x="2918" y="10497"/>
                    <a:pt x="3381" y="10924"/>
                    <a:pt x="3665" y="11493"/>
                  </a:cubicBezTo>
                  <a:cubicBezTo>
                    <a:pt x="3843" y="11778"/>
                    <a:pt x="4057" y="12063"/>
                    <a:pt x="4341" y="12276"/>
                  </a:cubicBezTo>
                  <a:cubicBezTo>
                    <a:pt x="4612" y="12389"/>
                    <a:pt x="4896" y="12458"/>
                    <a:pt x="5177" y="12458"/>
                  </a:cubicBezTo>
                  <a:cubicBezTo>
                    <a:pt x="5340" y="12458"/>
                    <a:pt x="5501" y="12435"/>
                    <a:pt x="5658" y="12383"/>
                  </a:cubicBezTo>
                  <a:lnTo>
                    <a:pt x="565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32"/>
            <p:cNvSpPr/>
            <p:nvPr/>
          </p:nvSpPr>
          <p:spPr>
            <a:xfrm>
              <a:off x="4178170" y="1852926"/>
              <a:ext cx="101392" cy="120725"/>
            </a:xfrm>
            <a:custGeom>
              <a:rect b="b" l="l" r="r" t="t"/>
              <a:pathLst>
                <a:path extrusionOk="0" h="5467" w="4591">
                  <a:moveTo>
                    <a:pt x="2262" y="1"/>
                  </a:moveTo>
                  <a:cubicBezTo>
                    <a:pt x="2196" y="1"/>
                    <a:pt x="2130" y="8"/>
                    <a:pt x="2065" y="23"/>
                  </a:cubicBezTo>
                  <a:cubicBezTo>
                    <a:pt x="1566" y="130"/>
                    <a:pt x="1068" y="272"/>
                    <a:pt x="606" y="485"/>
                  </a:cubicBezTo>
                  <a:cubicBezTo>
                    <a:pt x="392" y="592"/>
                    <a:pt x="214" y="663"/>
                    <a:pt x="1" y="735"/>
                  </a:cubicBezTo>
                  <a:lnTo>
                    <a:pt x="1" y="4293"/>
                  </a:lnTo>
                  <a:lnTo>
                    <a:pt x="4591" y="5467"/>
                  </a:lnTo>
                  <a:lnTo>
                    <a:pt x="4591" y="3296"/>
                  </a:lnTo>
                  <a:cubicBezTo>
                    <a:pt x="4377" y="3154"/>
                    <a:pt x="4199" y="2941"/>
                    <a:pt x="4057" y="2727"/>
                  </a:cubicBezTo>
                  <a:cubicBezTo>
                    <a:pt x="3808" y="2336"/>
                    <a:pt x="3630" y="1909"/>
                    <a:pt x="3488" y="1482"/>
                  </a:cubicBezTo>
                  <a:cubicBezTo>
                    <a:pt x="3417" y="1197"/>
                    <a:pt x="3274" y="912"/>
                    <a:pt x="3168" y="663"/>
                  </a:cubicBezTo>
                  <a:cubicBezTo>
                    <a:pt x="3045" y="266"/>
                    <a:pt x="2661" y="1"/>
                    <a:pt x="22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32"/>
            <p:cNvSpPr/>
            <p:nvPr/>
          </p:nvSpPr>
          <p:spPr>
            <a:xfrm>
              <a:off x="4178170" y="1578419"/>
              <a:ext cx="101392" cy="306461"/>
            </a:xfrm>
            <a:custGeom>
              <a:rect b="b" l="l" r="r" t="t"/>
              <a:pathLst>
                <a:path extrusionOk="0" h="13878" w="4591">
                  <a:moveTo>
                    <a:pt x="1" y="1"/>
                  </a:moveTo>
                  <a:lnTo>
                    <a:pt x="1" y="12027"/>
                  </a:lnTo>
                  <a:lnTo>
                    <a:pt x="179" y="11956"/>
                  </a:lnTo>
                  <a:cubicBezTo>
                    <a:pt x="748" y="11707"/>
                    <a:pt x="1317" y="11493"/>
                    <a:pt x="1922" y="11387"/>
                  </a:cubicBezTo>
                  <a:cubicBezTo>
                    <a:pt x="2028" y="11370"/>
                    <a:pt x="2133" y="11362"/>
                    <a:pt x="2236" y="11362"/>
                  </a:cubicBezTo>
                  <a:cubicBezTo>
                    <a:pt x="3043" y="11362"/>
                    <a:pt x="3777" y="11840"/>
                    <a:pt x="4093" y="12596"/>
                  </a:cubicBezTo>
                  <a:cubicBezTo>
                    <a:pt x="4271" y="12916"/>
                    <a:pt x="4377" y="13237"/>
                    <a:pt x="4484" y="13557"/>
                  </a:cubicBezTo>
                  <a:cubicBezTo>
                    <a:pt x="4520" y="13664"/>
                    <a:pt x="4555" y="13770"/>
                    <a:pt x="4591" y="13877"/>
                  </a:cubicBezTo>
                  <a:lnTo>
                    <a:pt x="4591" y="6939"/>
                  </a:lnTo>
                  <a:cubicBezTo>
                    <a:pt x="3737" y="6725"/>
                    <a:pt x="2954" y="6298"/>
                    <a:pt x="2349" y="5694"/>
                  </a:cubicBezTo>
                  <a:cubicBezTo>
                    <a:pt x="1673" y="5018"/>
                    <a:pt x="1282" y="4128"/>
                    <a:pt x="1211" y="3203"/>
                  </a:cubicBezTo>
                  <a:cubicBezTo>
                    <a:pt x="1211" y="2242"/>
                    <a:pt x="1495" y="1317"/>
                    <a:pt x="2029" y="53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32"/>
            <p:cNvSpPr/>
            <p:nvPr/>
          </p:nvSpPr>
          <p:spPr>
            <a:xfrm>
              <a:off x="4302332" y="1580097"/>
              <a:ext cx="125752" cy="184654"/>
            </a:xfrm>
            <a:custGeom>
              <a:rect b="b" l="l" r="r" t="t"/>
              <a:pathLst>
                <a:path extrusionOk="0" h="8362" w="5694">
                  <a:moveTo>
                    <a:pt x="4431" y="0"/>
                  </a:moveTo>
                  <a:cubicBezTo>
                    <a:pt x="4342" y="0"/>
                    <a:pt x="4253" y="10"/>
                    <a:pt x="4164" y="31"/>
                  </a:cubicBezTo>
                  <a:lnTo>
                    <a:pt x="1" y="1063"/>
                  </a:lnTo>
                  <a:lnTo>
                    <a:pt x="36" y="5938"/>
                  </a:lnTo>
                  <a:cubicBezTo>
                    <a:pt x="748" y="5938"/>
                    <a:pt x="1424" y="6222"/>
                    <a:pt x="1922" y="6685"/>
                  </a:cubicBezTo>
                  <a:cubicBezTo>
                    <a:pt x="2135" y="6934"/>
                    <a:pt x="2313" y="7219"/>
                    <a:pt x="2456" y="7539"/>
                  </a:cubicBezTo>
                  <a:cubicBezTo>
                    <a:pt x="2562" y="7752"/>
                    <a:pt x="2669" y="7966"/>
                    <a:pt x="2847" y="8144"/>
                  </a:cubicBezTo>
                  <a:cubicBezTo>
                    <a:pt x="3075" y="8289"/>
                    <a:pt x="3340" y="8362"/>
                    <a:pt x="3606" y="8362"/>
                  </a:cubicBezTo>
                  <a:cubicBezTo>
                    <a:pt x="3795" y="8362"/>
                    <a:pt x="3986" y="8325"/>
                    <a:pt x="4164" y="8251"/>
                  </a:cubicBezTo>
                  <a:cubicBezTo>
                    <a:pt x="4484" y="8108"/>
                    <a:pt x="4768" y="7966"/>
                    <a:pt x="5053" y="7788"/>
                  </a:cubicBezTo>
                  <a:cubicBezTo>
                    <a:pt x="5267" y="7681"/>
                    <a:pt x="5480" y="7575"/>
                    <a:pt x="5694" y="7468"/>
                  </a:cubicBezTo>
                  <a:lnTo>
                    <a:pt x="5694" y="1241"/>
                  </a:lnTo>
                  <a:cubicBezTo>
                    <a:pt x="5694" y="552"/>
                    <a:pt x="5086" y="0"/>
                    <a:pt x="4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9" name="Google Shape;1029;p32"/>
          <p:cNvSpPr/>
          <p:nvPr/>
        </p:nvSpPr>
        <p:spPr>
          <a:xfrm>
            <a:off x="4715675" y="1655420"/>
            <a:ext cx="402345" cy="240456"/>
          </a:xfrm>
          <a:custGeom>
            <a:rect b="b" l="l" r="r" t="t"/>
            <a:pathLst>
              <a:path extrusionOk="0" h="10889" w="18218">
                <a:moveTo>
                  <a:pt x="12311" y="2082"/>
                </a:moveTo>
                <a:cubicBezTo>
                  <a:pt x="12560" y="2082"/>
                  <a:pt x="12809" y="2242"/>
                  <a:pt x="12845" y="2562"/>
                </a:cubicBezTo>
                <a:lnTo>
                  <a:pt x="12845" y="2918"/>
                </a:lnTo>
                <a:cubicBezTo>
                  <a:pt x="12845" y="3203"/>
                  <a:pt x="12596" y="3452"/>
                  <a:pt x="12311" y="3452"/>
                </a:cubicBezTo>
                <a:cubicBezTo>
                  <a:pt x="12026" y="3452"/>
                  <a:pt x="11777" y="3203"/>
                  <a:pt x="11777" y="2918"/>
                </a:cubicBezTo>
                <a:lnTo>
                  <a:pt x="11777" y="2562"/>
                </a:lnTo>
                <a:cubicBezTo>
                  <a:pt x="11813" y="2242"/>
                  <a:pt x="12062" y="2082"/>
                  <a:pt x="12311" y="2082"/>
                </a:cubicBezTo>
                <a:close/>
                <a:moveTo>
                  <a:pt x="12311" y="4822"/>
                </a:moveTo>
                <a:cubicBezTo>
                  <a:pt x="12560" y="4822"/>
                  <a:pt x="12809" y="4982"/>
                  <a:pt x="12845" y="5302"/>
                </a:cubicBezTo>
                <a:lnTo>
                  <a:pt x="12845" y="5658"/>
                </a:lnTo>
                <a:cubicBezTo>
                  <a:pt x="12845" y="5943"/>
                  <a:pt x="12596" y="6156"/>
                  <a:pt x="12311" y="6156"/>
                </a:cubicBezTo>
                <a:cubicBezTo>
                  <a:pt x="12026" y="6156"/>
                  <a:pt x="11777" y="5943"/>
                  <a:pt x="11777" y="5658"/>
                </a:cubicBezTo>
                <a:lnTo>
                  <a:pt x="11777" y="5302"/>
                </a:lnTo>
                <a:cubicBezTo>
                  <a:pt x="11813" y="4982"/>
                  <a:pt x="12062" y="4822"/>
                  <a:pt x="12311" y="4822"/>
                </a:cubicBezTo>
                <a:close/>
                <a:moveTo>
                  <a:pt x="12311" y="7526"/>
                </a:moveTo>
                <a:cubicBezTo>
                  <a:pt x="12560" y="7526"/>
                  <a:pt x="12809" y="7686"/>
                  <a:pt x="12845" y="8006"/>
                </a:cubicBezTo>
                <a:lnTo>
                  <a:pt x="12845" y="8362"/>
                </a:lnTo>
                <a:cubicBezTo>
                  <a:pt x="12880" y="8753"/>
                  <a:pt x="12596" y="8949"/>
                  <a:pt x="12311" y="8949"/>
                </a:cubicBezTo>
                <a:cubicBezTo>
                  <a:pt x="12026" y="8949"/>
                  <a:pt x="11742" y="8753"/>
                  <a:pt x="11777" y="8362"/>
                </a:cubicBezTo>
                <a:lnTo>
                  <a:pt x="11777" y="8006"/>
                </a:lnTo>
                <a:cubicBezTo>
                  <a:pt x="11813" y="7686"/>
                  <a:pt x="12062" y="7526"/>
                  <a:pt x="12311" y="7526"/>
                </a:cubicBezTo>
                <a:close/>
                <a:moveTo>
                  <a:pt x="7223" y="1922"/>
                </a:moveTo>
                <a:cubicBezTo>
                  <a:pt x="7365" y="1922"/>
                  <a:pt x="7472" y="2029"/>
                  <a:pt x="7472" y="2171"/>
                </a:cubicBezTo>
                <a:lnTo>
                  <a:pt x="7472" y="2740"/>
                </a:lnTo>
                <a:cubicBezTo>
                  <a:pt x="7792" y="2776"/>
                  <a:pt x="8113" y="2847"/>
                  <a:pt x="8397" y="3025"/>
                </a:cubicBezTo>
                <a:cubicBezTo>
                  <a:pt x="8504" y="3096"/>
                  <a:pt x="8540" y="3203"/>
                  <a:pt x="8504" y="3310"/>
                </a:cubicBezTo>
                <a:lnTo>
                  <a:pt x="8290" y="3843"/>
                </a:lnTo>
                <a:cubicBezTo>
                  <a:pt x="8290" y="3914"/>
                  <a:pt x="8219" y="3986"/>
                  <a:pt x="8148" y="3986"/>
                </a:cubicBezTo>
                <a:cubicBezTo>
                  <a:pt x="8113" y="4003"/>
                  <a:pt x="8077" y="4012"/>
                  <a:pt x="8041" y="4012"/>
                </a:cubicBezTo>
                <a:cubicBezTo>
                  <a:pt x="8006" y="4012"/>
                  <a:pt x="7970" y="4003"/>
                  <a:pt x="7935" y="3986"/>
                </a:cubicBezTo>
                <a:cubicBezTo>
                  <a:pt x="7686" y="3843"/>
                  <a:pt x="7365" y="3772"/>
                  <a:pt x="7045" y="3772"/>
                </a:cubicBezTo>
                <a:cubicBezTo>
                  <a:pt x="6618" y="3772"/>
                  <a:pt x="6440" y="3986"/>
                  <a:pt x="6440" y="4199"/>
                </a:cubicBezTo>
                <a:cubicBezTo>
                  <a:pt x="6440" y="4413"/>
                  <a:pt x="6583" y="4591"/>
                  <a:pt x="7294" y="4911"/>
                </a:cubicBezTo>
                <a:cubicBezTo>
                  <a:pt x="7686" y="5017"/>
                  <a:pt x="8041" y="5267"/>
                  <a:pt x="8326" y="5551"/>
                </a:cubicBezTo>
                <a:cubicBezTo>
                  <a:pt x="8575" y="5836"/>
                  <a:pt x="8717" y="6192"/>
                  <a:pt x="8682" y="6583"/>
                </a:cubicBezTo>
                <a:cubicBezTo>
                  <a:pt x="8682" y="7330"/>
                  <a:pt x="8148" y="8006"/>
                  <a:pt x="7437" y="8149"/>
                </a:cubicBezTo>
                <a:lnTo>
                  <a:pt x="7437" y="8789"/>
                </a:lnTo>
                <a:cubicBezTo>
                  <a:pt x="7437" y="8931"/>
                  <a:pt x="7330" y="9038"/>
                  <a:pt x="7187" y="9038"/>
                </a:cubicBezTo>
                <a:lnTo>
                  <a:pt x="6689" y="9038"/>
                </a:lnTo>
                <a:cubicBezTo>
                  <a:pt x="6547" y="9038"/>
                  <a:pt x="6440" y="8931"/>
                  <a:pt x="6440" y="8789"/>
                </a:cubicBezTo>
                <a:lnTo>
                  <a:pt x="6440" y="8220"/>
                </a:lnTo>
                <a:cubicBezTo>
                  <a:pt x="6013" y="8184"/>
                  <a:pt x="5657" y="8042"/>
                  <a:pt x="5302" y="7793"/>
                </a:cubicBezTo>
                <a:cubicBezTo>
                  <a:pt x="5231" y="7757"/>
                  <a:pt x="5195" y="7615"/>
                  <a:pt x="5231" y="7544"/>
                </a:cubicBezTo>
                <a:lnTo>
                  <a:pt x="5408" y="6974"/>
                </a:lnTo>
                <a:cubicBezTo>
                  <a:pt x="5444" y="6903"/>
                  <a:pt x="5515" y="6868"/>
                  <a:pt x="5586" y="6832"/>
                </a:cubicBezTo>
                <a:cubicBezTo>
                  <a:pt x="5607" y="6822"/>
                  <a:pt x="5628" y="6817"/>
                  <a:pt x="5649" y="6817"/>
                </a:cubicBezTo>
                <a:cubicBezTo>
                  <a:pt x="5699" y="6817"/>
                  <a:pt x="5749" y="6843"/>
                  <a:pt x="5800" y="6868"/>
                </a:cubicBezTo>
                <a:cubicBezTo>
                  <a:pt x="6084" y="7046"/>
                  <a:pt x="6440" y="7152"/>
                  <a:pt x="6796" y="7152"/>
                </a:cubicBezTo>
                <a:cubicBezTo>
                  <a:pt x="7259" y="7152"/>
                  <a:pt x="7508" y="6939"/>
                  <a:pt x="7508" y="6619"/>
                </a:cubicBezTo>
                <a:cubicBezTo>
                  <a:pt x="7508" y="6405"/>
                  <a:pt x="7437" y="6192"/>
                  <a:pt x="6760" y="5907"/>
                </a:cubicBezTo>
                <a:cubicBezTo>
                  <a:pt x="6369" y="5765"/>
                  <a:pt x="6013" y="5551"/>
                  <a:pt x="5729" y="5302"/>
                </a:cubicBezTo>
                <a:cubicBezTo>
                  <a:pt x="5444" y="5053"/>
                  <a:pt x="5266" y="4662"/>
                  <a:pt x="5266" y="4270"/>
                </a:cubicBezTo>
                <a:cubicBezTo>
                  <a:pt x="5266" y="3559"/>
                  <a:pt x="5764" y="2918"/>
                  <a:pt x="6476" y="2776"/>
                </a:cubicBezTo>
                <a:lnTo>
                  <a:pt x="6476" y="2171"/>
                </a:lnTo>
                <a:cubicBezTo>
                  <a:pt x="6476" y="2029"/>
                  <a:pt x="6583" y="1922"/>
                  <a:pt x="6725" y="1922"/>
                </a:cubicBezTo>
                <a:close/>
                <a:moveTo>
                  <a:pt x="1139" y="1"/>
                </a:moveTo>
                <a:cubicBezTo>
                  <a:pt x="818" y="1"/>
                  <a:pt x="498" y="179"/>
                  <a:pt x="356" y="463"/>
                </a:cubicBezTo>
                <a:cubicBezTo>
                  <a:pt x="214" y="748"/>
                  <a:pt x="214" y="1068"/>
                  <a:pt x="392" y="1317"/>
                </a:cubicBezTo>
                <a:lnTo>
                  <a:pt x="961" y="2171"/>
                </a:lnTo>
                <a:lnTo>
                  <a:pt x="249" y="3238"/>
                </a:lnTo>
                <a:cubicBezTo>
                  <a:pt x="0" y="3559"/>
                  <a:pt x="0" y="4021"/>
                  <a:pt x="249" y="4377"/>
                </a:cubicBezTo>
                <a:lnTo>
                  <a:pt x="961" y="5444"/>
                </a:lnTo>
                <a:lnTo>
                  <a:pt x="249" y="6512"/>
                </a:lnTo>
                <a:cubicBezTo>
                  <a:pt x="0" y="6868"/>
                  <a:pt x="0" y="7330"/>
                  <a:pt x="249" y="7650"/>
                </a:cubicBezTo>
                <a:lnTo>
                  <a:pt x="961" y="8718"/>
                </a:lnTo>
                <a:lnTo>
                  <a:pt x="392" y="9572"/>
                </a:lnTo>
                <a:cubicBezTo>
                  <a:pt x="214" y="9821"/>
                  <a:pt x="214" y="10141"/>
                  <a:pt x="356" y="10426"/>
                </a:cubicBezTo>
                <a:cubicBezTo>
                  <a:pt x="498" y="10710"/>
                  <a:pt x="818" y="10888"/>
                  <a:pt x="1139" y="10888"/>
                </a:cubicBezTo>
                <a:lnTo>
                  <a:pt x="11813" y="10888"/>
                </a:lnTo>
                <a:lnTo>
                  <a:pt x="11813" y="10710"/>
                </a:lnTo>
                <a:cubicBezTo>
                  <a:pt x="11831" y="10390"/>
                  <a:pt x="12080" y="10230"/>
                  <a:pt x="12329" y="10230"/>
                </a:cubicBezTo>
                <a:cubicBezTo>
                  <a:pt x="12578" y="10230"/>
                  <a:pt x="12827" y="10390"/>
                  <a:pt x="12845" y="10710"/>
                </a:cubicBezTo>
                <a:lnTo>
                  <a:pt x="12845" y="10888"/>
                </a:lnTo>
                <a:lnTo>
                  <a:pt x="17079" y="10888"/>
                </a:lnTo>
                <a:cubicBezTo>
                  <a:pt x="17399" y="10888"/>
                  <a:pt x="17719" y="10710"/>
                  <a:pt x="17862" y="10426"/>
                </a:cubicBezTo>
                <a:cubicBezTo>
                  <a:pt x="18004" y="10141"/>
                  <a:pt x="18004" y="9821"/>
                  <a:pt x="17826" y="9572"/>
                </a:cubicBezTo>
                <a:lnTo>
                  <a:pt x="17257" y="8753"/>
                </a:lnTo>
                <a:lnTo>
                  <a:pt x="17968" y="7686"/>
                </a:lnTo>
                <a:cubicBezTo>
                  <a:pt x="18218" y="7330"/>
                  <a:pt x="18182" y="6868"/>
                  <a:pt x="17968" y="6547"/>
                </a:cubicBezTo>
                <a:lnTo>
                  <a:pt x="17257" y="5480"/>
                </a:lnTo>
                <a:lnTo>
                  <a:pt x="17968" y="4413"/>
                </a:lnTo>
                <a:cubicBezTo>
                  <a:pt x="18218" y="4057"/>
                  <a:pt x="18218" y="3594"/>
                  <a:pt x="17968" y="3238"/>
                </a:cubicBezTo>
                <a:lnTo>
                  <a:pt x="17257" y="2207"/>
                </a:lnTo>
                <a:lnTo>
                  <a:pt x="17826" y="1353"/>
                </a:lnTo>
                <a:cubicBezTo>
                  <a:pt x="18004" y="1104"/>
                  <a:pt x="18004" y="748"/>
                  <a:pt x="17862" y="499"/>
                </a:cubicBezTo>
                <a:cubicBezTo>
                  <a:pt x="17719" y="214"/>
                  <a:pt x="17399" y="36"/>
                  <a:pt x="17079" y="36"/>
                </a:cubicBezTo>
                <a:lnTo>
                  <a:pt x="12845" y="36"/>
                </a:lnTo>
                <a:lnTo>
                  <a:pt x="12845" y="214"/>
                </a:lnTo>
                <a:cubicBezTo>
                  <a:pt x="12827" y="534"/>
                  <a:pt x="12578" y="694"/>
                  <a:pt x="12329" y="694"/>
                </a:cubicBezTo>
                <a:cubicBezTo>
                  <a:pt x="12080" y="694"/>
                  <a:pt x="11831" y="534"/>
                  <a:pt x="11813" y="214"/>
                </a:cubicBezTo>
                <a:lnTo>
                  <a:pt x="11813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30" name="Google Shape;1030;p32"/>
          <p:cNvGrpSpPr/>
          <p:nvPr/>
        </p:nvGrpSpPr>
        <p:grpSpPr>
          <a:xfrm>
            <a:off x="1426291" y="3403604"/>
            <a:ext cx="400004" cy="398390"/>
            <a:chOff x="1426291" y="3403604"/>
            <a:chExt cx="400004" cy="398390"/>
          </a:xfrm>
        </p:grpSpPr>
        <p:sp>
          <p:nvSpPr>
            <p:cNvPr id="1031" name="Google Shape;1031;p32"/>
            <p:cNvSpPr/>
            <p:nvPr/>
          </p:nvSpPr>
          <p:spPr>
            <a:xfrm>
              <a:off x="1426291" y="3519117"/>
              <a:ext cx="187038" cy="282877"/>
            </a:xfrm>
            <a:custGeom>
              <a:rect b="b" l="l" r="r" t="t"/>
              <a:pathLst>
                <a:path extrusionOk="0" h="12810" w="8469">
                  <a:moveTo>
                    <a:pt x="4413" y="1"/>
                  </a:moveTo>
                  <a:cubicBezTo>
                    <a:pt x="4128" y="463"/>
                    <a:pt x="3772" y="855"/>
                    <a:pt x="3310" y="1139"/>
                  </a:cubicBezTo>
                  <a:lnTo>
                    <a:pt x="1" y="3239"/>
                  </a:lnTo>
                  <a:lnTo>
                    <a:pt x="1" y="9287"/>
                  </a:lnTo>
                  <a:cubicBezTo>
                    <a:pt x="1" y="11244"/>
                    <a:pt x="1566" y="12810"/>
                    <a:pt x="3523" y="12810"/>
                  </a:cubicBezTo>
                  <a:cubicBezTo>
                    <a:pt x="5480" y="12810"/>
                    <a:pt x="7081" y="11244"/>
                    <a:pt x="7081" y="9287"/>
                  </a:cubicBezTo>
                  <a:lnTo>
                    <a:pt x="7081" y="6085"/>
                  </a:lnTo>
                  <a:cubicBezTo>
                    <a:pt x="7046" y="5445"/>
                    <a:pt x="7330" y="4840"/>
                    <a:pt x="7757" y="4413"/>
                  </a:cubicBezTo>
                  <a:cubicBezTo>
                    <a:pt x="8149" y="4021"/>
                    <a:pt x="8362" y="3559"/>
                    <a:pt x="8469" y="3025"/>
                  </a:cubicBezTo>
                  <a:lnTo>
                    <a:pt x="5516" y="1139"/>
                  </a:lnTo>
                  <a:cubicBezTo>
                    <a:pt x="5053" y="855"/>
                    <a:pt x="4697" y="463"/>
                    <a:pt x="44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32"/>
            <p:cNvSpPr/>
            <p:nvPr/>
          </p:nvSpPr>
          <p:spPr>
            <a:xfrm>
              <a:off x="1426291" y="3403604"/>
              <a:ext cx="187038" cy="159546"/>
            </a:xfrm>
            <a:custGeom>
              <a:rect b="b" l="l" r="r" t="t"/>
              <a:pathLst>
                <a:path extrusionOk="0" h="7225" w="8469">
                  <a:moveTo>
                    <a:pt x="5010" y="1"/>
                  </a:moveTo>
                  <a:cubicBezTo>
                    <a:pt x="4989" y="1"/>
                    <a:pt x="4968" y="1"/>
                    <a:pt x="4946" y="1"/>
                  </a:cubicBezTo>
                  <a:lnTo>
                    <a:pt x="3523" y="1"/>
                  </a:lnTo>
                  <a:cubicBezTo>
                    <a:pt x="1602" y="1"/>
                    <a:pt x="1" y="1567"/>
                    <a:pt x="1" y="3880"/>
                  </a:cubicBezTo>
                  <a:lnTo>
                    <a:pt x="1" y="7224"/>
                  </a:lnTo>
                  <a:lnTo>
                    <a:pt x="2740" y="5445"/>
                  </a:lnTo>
                  <a:cubicBezTo>
                    <a:pt x="3452" y="4983"/>
                    <a:pt x="3879" y="4200"/>
                    <a:pt x="3879" y="3346"/>
                  </a:cubicBezTo>
                  <a:cubicBezTo>
                    <a:pt x="3879" y="2990"/>
                    <a:pt x="4146" y="2812"/>
                    <a:pt x="4413" y="2812"/>
                  </a:cubicBezTo>
                  <a:cubicBezTo>
                    <a:pt x="4679" y="2812"/>
                    <a:pt x="4946" y="2990"/>
                    <a:pt x="4946" y="3346"/>
                  </a:cubicBezTo>
                  <a:cubicBezTo>
                    <a:pt x="4946" y="4200"/>
                    <a:pt x="5373" y="4983"/>
                    <a:pt x="6085" y="5481"/>
                  </a:cubicBezTo>
                  <a:lnTo>
                    <a:pt x="8469" y="7011"/>
                  </a:lnTo>
                  <a:lnTo>
                    <a:pt x="8469" y="3524"/>
                  </a:lnTo>
                  <a:cubicBezTo>
                    <a:pt x="8469" y="1588"/>
                    <a:pt x="6937" y="1"/>
                    <a:pt x="50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32"/>
            <p:cNvSpPr/>
            <p:nvPr/>
          </p:nvSpPr>
          <p:spPr>
            <a:xfrm>
              <a:off x="1639235" y="3519117"/>
              <a:ext cx="186265" cy="282877"/>
            </a:xfrm>
            <a:custGeom>
              <a:rect b="b" l="l" r="r" t="t"/>
              <a:pathLst>
                <a:path extrusionOk="0" h="12810" w="8434">
                  <a:moveTo>
                    <a:pt x="4022" y="1"/>
                  </a:moveTo>
                  <a:cubicBezTo>
                    <a:pt x="3737" y="463"/>
                    <a:pt x="3381" y="855"/>
                    <a:pt x="2919" y="1139"/>
                  </a:cubicBezTo>
                  <a:lnTo>
                    <a:pt x="1" y="3025"/>
                  </a:lnTo>
                  <a:cubicBezTo>
                    <a:pt x="72" y="3559"/>
                    <a:pt x="286" y="4021"/>
                    <a:pt x="677" y="4413"/>
                  </a:cubicBezTo>
                  <a:cubicBezTo>
                    <a:pt x="1140" y="4840"/>
                    <a:pt x="1389" y="5445"/>
                    <a:pt x="1389" y="6085"/>
                  </a:cubicBezTo>
                  <a:lnTo>
                    <a:pt x="1389" y="9287"/>
                  </a:lnTo>
                  <a:cubicBezTo>
                    <a:pt x="1389" y="11244"/>
                    <a:pt x="2954" y="12810"/>
                    <a:pt x="4911" y="12810"/>
                  </a:cubicBezTo>
                  <a:cubicBezTo>
                    <a:pt x="6868" y="12810"/>
                    <a:pt x="8434" y="11244"/>
                    <a:pt x="8434" y="9287"/>
                  </a:cubicBezTo>
                  <a:lnTo>
                    <a:pt x="8434" y="3239"/>
                  </a:lnTo>
                  <a:lnTo>
                    <a:pt x="5125" y="1139"/>
                  </a:lnTo>
                  <a:cubicBezTo>
                    <a:pt x="4662" y="855"/>
                    <a:pt x="4306" y="463"/>
                    <a:pt x="40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32"/>
            <p:cNvSpPr/>
            <p:nvPr/>
          </p:nvSpPr>
          <p:spPr>
            <a:xfrm>
              <a:off x="1639235" y="3403604"/>
              <a:ext cx="187060" cy="159546"/>
            </a:xfrm>
            <a:custGeom>
              <a:rect b="b" l="l" r="r" t="t"/>
              <a:pathLst>
                <a:path extrusionOk="0" h="7225" w="8470">
                  <a:moveTo>
                    <a:pt x="3460" y="1"/>
                  </a:moveTo>
                  <a:cubicBezTo>
                    <a:pt x="1533" y="1"/>
                    <a:pt x="1" y="1588"/>
                    <a:pt x="1" y="3524"/>
                  </a:cubicBezTo>
                  <a:lnTo>
                    <a:pt x="1" y="7011"/>
                  </a:lnTo>
                  <a:lnTo>
                    <a:pt x="2349" y="5481"/>
                  </a:lnTo>
                  <a:cubicBezTo>
                    <a:pt x="3061" y="4983"/>
                    <a:pt x="3488" y="4200"/>
                    <a:pt x="3488" y="3346"/>
                  </a:cubicBezTo>
                  <a:cubicBezTo>
                    <a:pt x="3488" y="2990"/>
                    <a:pt x="3755" y="2812"/>
                    <a:pt x="4022" y="2812"/>
                  </a:cubicBezTo>
                  <a:cubicBezTo>
                    <a:pt x="4288" y="2812"/>
                    <a:pt x="4555" y="2990"/>
                    <a:pt x="4555" y="3346"/>
                  </a:cubicBezTo>
                  <a:cubicBezTo>
                    <a:pt x="4555" y="4200"/>
                    <a:pt x="4982" y="4983"/>
                    <a:pt x="5730" y="5445"/>
                  </a:cubicBezTo>
                  <a:lnTo>
                    <a:pt x="8469" y="7224"/>
                  </a:lnTo>
                  <a:lnTo>
                    <a:pt x="8469" y="3880"/>
                  </a:lnTo>
                  <a:cubicBezTo>
                    <a:pt x="8469" y="1567"/>
                    <a:pt x="6868" y="1"/>
                    <a:pt x="4947" y="1"/>
                  </a:cubicBezTo>
                  <a:lnTo>
                    <a:pt x="3524" y="1"/>
                  </a:lnTo>
                  <a:cubicBezTo>
                    <a:pt x="3502" y="1"/>
                    <a:pt x="3481" y="1"/>
                    <a:pt x="34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35" name="Google Shape;1035;p32"/>
          <p:cNvSpPr/>
          <p:nvPr/>
        </p:nvSpPr>
        <p:spPr>
          <a:xfrm>
            <a:off x="7411768" y="2764845"/>
            <a:ext cx="216897" cy="399163"/>
          </a:xfrm>
          <a:custGeom>
            <a:rect b="b" l="l" r="r" t="t"/>
            <a:pathLst>
              <a:path extrusionOk="0" h="18076" w="9821">
                <a:moveTo>
                  <a:pt x="6614" y="11084"/>
                </a:moveTo>
                <a:cubicBezTo>
                  <a:pt x="6752" y="11084"/>
                  <a:pt x="6885" y="11137"/>
                  <a:pt x="6974" y="11244"/>
                </a:cubicBezTo>
                <a:cubicBezTo>
                  <a:pt x="7187" y="11457"/>
                  <a:pt x="7187" y="11778"/>
                  <a:pt x="6974" y="11991"/>
                </a:cubicBezTo>
                <a:lnTo>
                  <a:pt x="5622" y="13343"/>
                </a:lnTo>
                <a:lnTo>
                  <a:pt x="6974" y="14695"/>
                </a:lnTo>
                <a:cubicBezTo>
                  <a:pt x="7362" y="15084"/>
                  <a:pt x="6994" y="15623"/>
                  <a:pt x="6577" y="15623"/>
                </a:cubicBezTo>
                <a:cubicBezTo>
                  <a:pt x="6459" y="15623"/>
                  <a:pt x="6337" y="15580"/>
                  <a:pt x="6227" y="15478"/>
                </a:cubicBezTo>
                <a:lnTo>
                  <a:pt x="4875" y="14090"/>
                </a:lnTo>
                <a:lnTo>
                  <a:pt x="3523" y="15478"/>
                </a:lnTo>
                <a:cubicBezTo>
                  <a:pt x="3416" y="15549"/>
                  <a:pt x="3274" y="15620"/>
                  <a:pt x="3131" y="15620"/>
                </a:cubicBezTo>
                <a:cubicBezTo>
                  <a:pt x="2989" y="15620"/>
                  <a:pt x="2882" y="15549"/>
                  <a:pt x="2775" y="15478"/>
                </a:cubicBezTo>
                <a:cubicBezTo>
                  <a:pt x="2562" y="15265"/>
                  <a:pt x="2562" y="14909"/>
                  <a:pt x="2775" y="14695"/>
                </a:cubicBezTo>
                <a:lnTo>
                  <a:pt x="4127" y="13343"/>
                </a:lnTo>
                <a:lnTo>
                  <a:pt x="2775" y="11991"/>
                </a:lnTo>
                <a:cubicBezTo>
                  <a:pt x="2562" y="11778"/>
                  <a:pt x="2562" y="11457"/>
                  <a:pt x="2775" y="11244"/>
                </a:cubicBezTo>
                <a:cubicBezTo>
                  <a:pt x="2882" y="11137"/>
                  <a:pt x="3016" y="11084"/>
                  <a:pt x="3149" y="11084"/>
                </a:cubicBezTo>
                <a:cubicBezTo>
                  <a:pt x="3282" y="11084"/>
                  <a:pt x="3416" y="11137"/>
                  <a:pt x="3523" y="11244"/>
                </a:cubicBezTo>
                <a:lnTo>
                  <a:pt x="4875" y="12596"/>
                </a:lnTo>
                <a:lnTo>
                  <a:pt x="6227" y="11244"/>
                </a:lnTo>
                <a:cubicBezTo>
                  <a:pt x="6334" y="11137"/>
                  <a:pt x="6476" y="11084"/>
                  <a:pt x="6614" y="11084"/>
                </a:cubicBezTo>
                <a:close/>
                <a:moveTo>
                  <a:pt x="4875" y="0"/>
                </a:moveTo>
                <a:cubicBezTo>
                  <a:pt x="2171" y="0"/>
                  <a:pt x="0" y="2206"/>
                  <a:pt x="0" y="4911"/>
                </a:cubicBezTo>
                <a:lnTo>
                  <a:pt x="0" y="5160"/>
                </a:lnTo>
                <a:cubicBezTo>
                  <a:pt x="36" y="5836"/>
                  <a:pt x="543" y="6174"/>
                  <a:pt x="1050" y="6174"/>
                </a:cubicBezTo>
                <a:cubicBezTo>
                  <a:pt x="1557" y="6174"/>
                  <a:pt x="2064" y="5836"/>
                  <a:pt x="2099" y="5160"/>
                </a:cubicBezTo>
                <a:lnTo>
                  <a:pt x="2099" y="4911"/>
                </a:lnTo>
                <a:cubicBezTo>
                  <a:pt x="2099" y="3381"/>
                  <a:pt x="3345" y="2135"/>
                  <a:pt x="4910" y="2135"/>
                </a:cubicBezTo>
                <a:cubicBezTo>
                  <a:pt x="6440" y="2135"/>
                  <a:pt x="7686" y="3381"/>
                  <a:pt x="7686" y="4911"/>
                </a:cubicBezTo>
                <a:lnTo>
                  <a:pt x="7686" y="5729"/>
                </a:lnTo>
                <a:cubicBezTo>
                  <a:pt x="7686" y="6334"/>
                  <a:pt x="7330" y="6832"/>
                  <a:pt x="6796" y="7045"/>
                </a:cubicBezTo>
                <a:lnTo>
                  <a:pt x="890" y="9429"/>
                </a:lnTo>
                <a:cubicBezTo>
                  <a:pt x="320" y="9643"/>
                  <a:pt x="0" y="10177"/>
                  <a:pt x="0" y="10746"/>
                </a:cubicBezTo>
                <a:lnTo>
                  <a:pt x="0" y="16296"/>
                </a:lnTo>
                <a:cubicBezTo>
                  <a:pt x="0" y="17079"/>
                  <a:pt x="605" y="18075"/>
                  <a:pt x="1388" y="18075"/>
                </a:cubicBezTo>
                <a:lnTo>
                  <a:pt x="8397" y="18075"/>
                </a:lnTo>
                <a:cubicBezTo>
                  <a:pt x="9180" y="18075"/>
                  <a:pt x="9785" y="17471"/>
                  <a:pt x="9785" y="16688"/>
                </a:cubicBezTo>
                <a:lnTo>
                  <a:pt x="9785" y="4911"/>
                </a:lnTo>
                <a:cubicBezTo>
                  <a:pt x="9820" y="2206"/>
                  <a:pt x="7614" y="0"/>
                  <a:pt x="487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36" name="Google Shape;1036;p32"/>
          <p:cNvGrpSpPr/>
          <p:nvPr/>
        </p:nvGrpSpPr>
        <p:grpSpPr>
          <a:xfrm>
            <a:off x="7319828" y="3402831"/>
            <a:ext cx="399208" cy="399163"/>
            <a:chOff x="7319828" y="3402831"/>
            <a:chExt cx="399208" cy="399163"/>
          </a:xfrm>
        </p:grpSpPr>
        <p:sp>
          <p:nvSpPr>
            <p:cNvPr id="1037" name="Google Shape;1037;p32"/>
            <p:cNvSpPr/>
            <p:nvPr/>
          </p:nvSpPr>
          <p:spPr>
            <a:xfrm>
              <a:off x="7324532" y="3407556"/>
              <a:ext cx="152475" cy="152458"/>
            </a:xfrm>
            <a:custGeom>
              <a:rect b="b" l="l" r="r" t="t"/>
              <a:pathLst>
                <a:path extrusionOk="0" h="6904" w="6904">
                  <a:moveTo>
                    <a:pt x="6903" y="0"/>
                  </a:moveTo>
                  <a:cubicBezTo>
                    <a:pt x="3452" y="783"/>
                    <a:pt x="748" y="3452"/>
                    <a:pt x="1" y="6903"/>
                  </a:cubicBezTo>
                  <a:lnTo>
                    <a:pt x="4342" y="6903"/>
                  </a:lnTo>
                  <a:cubicBezTo>
                    <a:pt x="4840" y="5764"/>
                    <a:pt x="5765" y="4875"/>
                    <a:pt x="6903" y="4377"/>
                  </a:cubicBezTo>
                  <a:lnTo>
                    <a:pt x="690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32"/>
            <p:cNvSpPr/>
            <p:nvPr/>
          </p:nvSpPr>
          <p:spPr>
            <a:xfrm>
              <a:off x="7319828" y="3583554"/>
              <a:ext cx="93530" cy="39307"/>
            </a:xfrm>
            <a:custGeom>
              <a:rect b="b" l="l" r="r" t="t"/>
              <a:pathLst>
                <a:path extrusionOk="0" h="1780" w="4235">
                  <a:moveTo>
                    <a:pt x="36" y="0"/>
                  </a:moveTo>
                  <a:cubicBezTo>
                    <a:pt x="36" y="285"/>
                    <a:pt x="0" y="570"/>
                    <a:pt x="0" y="890"/>
                  </a:cubicBezTo>
                  <a:cubicBezTo>
                    <a:pt x="0" y="1175"/>
                    <a:pt x="0" y="1459"/>
                    <a:pt x="36" y="1779"/>
                  </a:cubicBezTo>
                  <a:lnTo>
                    <a:pt x="4234" y="1779"/>
                  </a:lnTo>
                  <a:cubicBezTo>
                    <a:pt x="4199" y="1459"/>
                    <a:pt x="4163" y="1175"/>
                    <a:pt x="4163" y="890"/>
                  </a:cubicBezTo>
                  <a:cubicBezTo>
                    <a:pt x="4163" y="570"/>
                    <a:pt x="4199" y="285"/>
                    <a:pt x="42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32"/>
            <p:cNvSpPr/>
            <p:nvPr/>
          </p:nvSpPr>
          <p:spPr>
            <a:xfrm>
              <a:off x="7499776" y="3402831"/>
              <a:ext cx="39311" cy="94314"/>
            </a:xfrm>
            <a:custGeom>
              <a:rect b="b" l="l" r="r" t="t"/>
              <a:pathLst>
                <a:path extrusionOk="0" h="4271" w="1780">
                  <a:moveTo>
                    <a:pt x="890" y="1"/>
                  </a:moveTo>
                  <a:cubicBezTo>
                    <a:pt x="605" y="1"/>
                    <a:pt x="285" y="1"/>
                    <a:pt x="0" y="36"/>
                  </a:cubicBezTo>
                  <a:lnTo>
                    <a:pt x="0" y="4271"/>
                  </a:lnTo>
                  <a:cubicBezTo>
                    <a:pt x="209" y="4218"/>
                    <a:pt x="436" y="4185"/>
                    <a:pt x="655" y="4185"/>
                  </a:cubicBezTo>
                  <a:cubicBezTo>
                    <a:pt x="735" y="4185"/>
                    <a:pt x="813" y="4190"/>
                    <a:pt x="890" y="4199"/>
                  </a:cubicBezTo>
                  <a:cubicBezTo>
                    <a:pt x="975" y="4190"/>
                    <a:pt x="1059" y="4185"/>
                    <a:pt x="1140" y="4185"/>
                  </a:cubicBezTo>
                  <a:cubicBezTo>
                    <a:pt x="1362" y="4185"/>
                    <a:pt x="1571" y="4218"/>
                    <a:pt x="1779" y="4271"/>
                  </a:cubicBezTo>
                  <a:lnTo>
                    <a:pt x="1779" y="36"/>
                  </a:lnTo>
                  <a:cubicBezTo>
                    <a:pt x="1495" y="36"/>
                    <a:pt x="1174" y="1"/>
                    <a:pt x="8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32"/>
            <p:cNvSpPr/>
            <p:nvPr/>
          </p:nvSpPr>
          <p:spPr>
            <a:xfrm>
              <a:off x="7499776" y="3708475"/>
              <a:ext cx="39311" cy="93519"/>
            </a:xfrm>
            <a:custGeom>
              <a:rect b="b" l="l" r="r" t="t"/>
              <a:pathLst>
                <a:path extrusionOk="0" h="4235" w="1780">
                  <a:moveTo>
                    <a:pt x="0" y="1"/>
                  </a:moveTo>
                  <a:lnTo>
                    <a:pt x="0" y="4199"/>
                  </a:lnTo>
                  <a:cubicBezTo>
                    <a:pt x="285" y="4235"/>
                    <a:pt x="605" y="4235"/>
                    <a:pt x="890" y="4235"/>
                  </a:cubicBezTo>
                  <a:cubicBezTo>
                    <a:pt x="1210" y="4235"/>
                    <a:pt x="1495" y="4235"/>
                    <a:pt x="1779" y="4199"/>
                  </a:cubicBezTo>
                  <a:lnTo>
                    <a:pt x="1779" y="1"/>
                  </a:lnTo>
                  <a:cubicBezTo>
                    <a:pt x="1495" y="72"/>
                    <a:pt x="1210" y="72"/>
                    <a:pt x="890" y="72"/>
                  </a:cubicBezTo>
                  <a:cubicBezTo>
                    <a:pt x="813" y="81"/>
                    <a:pt x="735" y="86"/>
                    <a:pt x="655" y="86"/>
                  </a:cubicBezTo>
                  <a:cubicBezTo>
                    <a:pt x="436" y="86"/>
                    <a:pt x="209" y="53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32"/>
            <p:cNvSpPr/>
            <p:nvPr/>
          </p:nvSpPr>
          <p:spPr>
            <a:xfrm>
              <a:off x="7561857" y="3407556"/>
              <a:ext cx="152453" cy="152458"/>
            </a:xfrm>
            <a:custGeom>
              <a:rect b="b" l="l" r="r" t="t"/>
              <a:pathLst>
                <a:path extrusionOk="0" h="6904" w="6903">
                  <a:moveTo>
                    <a:pt x="0" y="0"/>
                  </a:moveTo>
                  <a:lnTo>
                    <a:pt x="0" y="4377"/>
                  </a:lnTo>
                  <a:cubicBezTo>
                    <a:pt x="1139" y="4875"/>
                    <a:pt x="2064" y="5764"/>
                    <a:pt x="2562" y="6903"/>
                  </a:cubicBezTo>
                  <a:lnTo>
                    <a:pt x="6903" y="6903"/>
                  </a:lnTo>
                  <a:cubicBezTo>
                    <a:pt x="6156" y="3452"/>
                    <a:pt x="3451" y="748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32"/>
            <p:cNvSpPr/>
            <p:nvPr/>
          </p:nvSpPr>
          <p:spPr>
            <a:xfrm>
              <a:off x="7561857" y="3645628"/>
              <a:ext cx="152453" cy="152435"/>
            </a:xfrm>
            <a:custGeom>
              <a:rect b="b" l="l" r="r" t="t"/>
              <a:pathLst>
                <a:path extrusionOk="0" h="6903" w="6903">
                  <a:moveTo>
                    <a:pt x="2526" y="0"/>
                  </a:moveTo>
                  <a:cubicBezTo>
                    <a:pt x="2028" y="1139"/>
                    <a:pt x="1139" y="2028"/>
                    <a:pt x="0" y="2527"/>
                  </a:cubicBezTo>
                  <a:lnTo>
                    <a:pt x="0" y="6903"/>
                  </a:lnTo>
                  <a:cubicBezTo>
                    <a:pt x="3451" y="6120"/>
                    <a:pt x="6120" y="3452"/>
                    <a:pt x="6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32"/>
            <p:cNvSpPr/>
            <p:nvPr/>
          </p:nvSpPr>
          <p:spPr>
            <a:xfrm>
              <a:off x="7324532" y="3645628"/>
              <a:ext cx="152475" cy="152435"/>
            </a:xfrm>
            <a:custGeom>
              <a:rect b="b" l="l" r="r" t="t"/>
              <a:pathLst>
                <a:path extrusionOk="0" h="6903" w="6904">
                  <a:moveTo>
                    <a:pt x="1" y="0"/>
                  </a:moveTo>
                  <a:cubicBezTo>
                    <a:pt x="748" y="3452"/>
                    <a:pt x="3452" y="6120"/>
                    <a:pt x="6903" y="6903"/>
                  </a:cubicBezTo>
                  <a:lnTo>
                    <a:pt x="6903" y="2527"/>
                  </a:lnTo>
                  <a:cubicBezTo>
                    <a:pt x="5765" y="2028"/>
                    <a:pt x="4840" y="1139"/>
                    <a:pt x="43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32"/>
            <p:cNvSpPr/>
            <p:nvPr/>
          </p:nvSpPr>
          <p:spPr>
            <a:xfrm>
              <a:off x="7625506" y="3583554"/>
              <a:ext cx="93530" cy="39307"/>
            </a:xfrm>
            <a:custGeom>
              <a:rect b="b" l="l" r="r" t="t"/>
              <a:pathLst>
                <a:path extrusionOk="0" h="1780" w="4235">
                  <a:moveTo>
                    <a:pt x="0" y="0"/>
                  </a:moveTo>
                  <a:cubicBezTo>
                    <a:pt x="36" y="285"/>
                    <a:pt x="71" y="570"/>
                    <a:pt x="71" y="890"/>
                  </a:cubicBezTo>
                  <a:cubicBezTo>
                    <a:pt x="71" y="1175"/>
                    <a:pt x="36" y="1459"/>
                    <a:pt x="0" y="1779"/>
                  </a:cubicBezTo>
                  <a:lnTo>
                    <a:pt x="4199" y="1779"/>
                  </a:lnTo>
                  <a:cubicBezTo>
                    <a:pt x="4234" y="1459"/>
                    <a:pt x="4234" y="1175"/>
                    <a:pt x="4234" y="890"/>
                  </a:cubicBezTo>
                  <a:cubicBezTo>
                    <a:pt x="4234" y="570"/>
                    <a:pt x="4234" y="285"/>
                    <a:pt x="4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5" name="Google Shape;1045;p32"/>
          <p:cNvGrpSpPr/>
          <p:nvPr/>
        </p:nvGrpSpPr>
        <p:grpSpPr>
          <a:xfrm>
            <a:off x="4748670" y="2155059"/>
            <a:ext cx="335559" cy="400024"/>
            <a:chOff x="4748670" y="2155059"/>
            <a:chExt cx="335559" cy="400024"/>
          </a:xfrm>
        </p:grpSpPr>
        <p:sp>
          <p:nvSpPr>
            <p:cNvPr id="1046" name="Google Shape;1046;p32"/>
            <p:cNvSpPr/>
            <p:nvPr/>
          </p:nvSpPr>
          <p:spPr>
            <a:xfrm>
              <a:off x="4748670" y="2155059"/>
              <a:ext cx="335559" cy="234229"/>
            </a:xfrm>
            <a:custGeom>
              <a:rect b="b" l="l" r="r" t="t"/>
              <a:pathLst>
                <a:path extrusionOk="0" h="10607" w="15194">
                  <a:moveTo>
                    <a:pt x="5093" y="5874"/>
                  </a:moveTo>
                  <a:cubicBezTo>
                    <a:pt x="5515" y="5874"/>
                    <a:pt x="5860" y="6420"/>
                    <a:pt x="5480" y="6800"/>
                  </a:cubicBezTo>
                  <a:lnTo>
                    <a:pt x="4519" y="7796"/>
                  </a:lnTo>
                  <a:cubicBezTo>
                    <a:pt x="4413" y="7867"/>
                    <a:pt x="4270" y="7938"/>
                    <a:pt x="4128" y="7938"/>
                  </a:cubicBezTo>
                  <a:cubicBezTo>
                    <a:pt x="3630" y="7938"/>
                    <a:pt x="3381" y="7369"/>
                    <a:pt x="3737" y="7013"/>
                  </a:cubicBezTo>
                  <a:lnTo>
                    <a:pt x="4697" y="6053"/>
                  </a:lnTo>
                  <a:cubicBezTo>
                    <a:pt x="4824" y="5926"/>
                    <a:pt x="4962" y="5874"/>
                    <a:pt x="5093" y="5874"/>
                  </a:cubicBezTo>
                  <a:close/>
                  <a:moveTo>
                    <a:pt x="8188" y="5874"/>
                  </a:moveTo>
                  <a:cubicBezTo>
                    <a:pt x="8610" y="5874"/>
                    <a:pt x="8956" y="6420"/>
                    <a:pt x="8576" y="6800"/>
                  </a:cubicBezTo>
                  <a:lnTo>
                    <a:pt x="6049" y="9326"/>
                  </a:lnTo>
                  <a:cubicBezTo>
                    <a:pt x="5943" y="9433"/>
                    <a:pt x="5800" y="9468"/>
                    <a:pt x="5658" y="9504"/>
                  </a:cubicBezTo>
                  <a:cubicBezTo>
                    <a:pt x="5516" y="9504"/>
                    <a:pt x="5373" y="9433"/>
                    <a:pt x="5266" y="9326"/>
                  </a:cubicBezTo>
                  <a:cubicBezTo>
                    <a:pt x="5053" y="9113"/>
                    <a:pt x="5053" y="8757"/>
                    <a:pt x="5266" y="8543"/>
                  </a:cubicBezTo>
                  <a:lnTo>
                    <a:pt x="7793" y="6053"/>
                  </a:lnTo>
                  <a:cubicBezTo>
                    <a:pt x="7919" y="5926"/>
                    <a:pt x="8057" y="5874"/>
                    <a:pt x="8188" y="5874"/>
                  </a:cubicBezTo>
                  <a:close/>
                  <a:moveTo>
                    <a:pt x="10205" y="1"/>
                  </a:moveTo>
                  <a:cubicBezTo>
                    <a:pt x="10184" y="1"/>
                    <a:pt x="10163" y="2"/>
                    <a:pt x="10141" y="4"/>
                  </a:cubicBezTo>
                  <a:lnTo>
                    <a:pt x="5089" y="4"/>
                  </a:lnTo>
                  <a:cubicBezTo>
                    <a:pt x="4413" y="75"/>
                    <a:pt x="4413" y="1036"/>
                    <a:pt x="5089" y="1107"/>
                  </a:cubicBezTo>
                  <a:lnTo>
                    <a:pt x="7081" y="1107"/>
                  </a:lnTo>
                  <a:lnTo>
                    <a:pt x="7081" y="4238"/>
                  </a:lnTo>
                  <a:lnTo>
                    <a:pt x="4092" y="4238"/>
                  </a:lnTo>
                  <a:cubicBezTo>
                    <a:pt x="4065" y="4236"/>
                    <a:pt x="4038" y="4235"/>
                    <a:pt x="4011" y="4235"/>
                  </a:cubicBezTo>
                  <a:cubicBezTo>
                    <a:pt x="3509" y="4235"/>
                    <a:pt x="3048" y="4546"/>
                    <a:pt x="2811" y="4985"/>
                  </a:cubicBezTo>
                  <a:lnTo>
                    <a:pt x="285" y="9824"/>
                  </a:lnTo>
                  <a:cubicBezTo>
                    <a:pt x="143" y="10073"/>
                    <a:pt x="36" y="10322"/>
                    <a:pt x="1" y="10607"/>
                  </a:cubicBezTo>
                  <a:lnTo>
                    <a:pt x="15194" y="10607"/>
                  </a:lnTo>
                  <a:cubicBezTo>
                    <a:pt x="15158" y="10322"/>
                    <a:pt x="15051" y="10073"/>
                    <a:pt x="14944" y="9824"/>
                  </a:cubicBezTo>
                  <a:lnTo>
                    <a:pt x="12383" y="4985"/>
                  </a:lnTo>
                  <a:cubicBezTo>
                    <a:pt x="12146" y="4546"/>
                    <a:pt x="11685" y="4235"/>
                    <a:pt x="11183" y="4235"/>
                  </a:cubicBezTo>
                  <a:cubicBezTo>
                    <a:pt x="11156" y="4235"/>
                    <a:pt x="11129" y="4236"/>
                    <a:pt x="11102" y="4238"/>
                  </a:cubicBezTo>
                  <a:lnTo>
                    <a:pt x="8149" y="4238"/>
                  </a:lnTo>
                  <a:lnTo>
                    <a:pt x="8149" y="1107"/>
                  </a:lnTo>
                  <a:lnTo>
                    <a:pt x="10141" y="1107"/>
                  </a:lnTo>
                  <a:cubicBezTo>
                    <a:pt x="10163" y="1109"/>
                    <a:pt x="10184" y="1110"/>
                    <a:pt x="10205" y="1110"/>
                  </a:cubicBezTo>
                  <a:cubicBezTo>
                    <a:pt x="10903" y="1110"/>
                    <a:pt x="10903" y="1"/>
                    <a:pt x="10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32"/>
            <p:cNvSpPr/>
            <p:nvPr/>
          </p:nvSpPr>
          <p:spPr>
            <a:xfrm>
              <a:off x="4748670" y="2413623"/>
              <a:ext cx="335559" cy="141460"/>
            </a:xfrm>
            <a:custGeom>
              <a:rect b="b" l="l" r="r" t="t"/>
              <a:pathLst>
                <a:path extrusionOk="0" h="6406" w="15194">
                  <a:moveTo>
                    <a:pt x="11920" y="1104"/>
                  </a:moveTo>
                  <a:cubicBezTo>
                    <a:pt x="12632" y="1104"/>
                    <a:pt x="12632" y="2171"/>
                    <a:pt x="11920" y="2171"/>
                  </a:cubicBezTo>
                  <a:lnTo>
                    <a:pt x="9714" y="2171"/>
                  </a:lnTo>
                  <a:cubicBezTo>
                    <a:pt x="9002" y="2171"/>
                    <a:pt x="9002" y="1104"/>
                    <a:pt x="9714" y="1104"/>
                  </a:cubicBezTo>
                  <a:close/>
                  <a:moveTo>
                    <a:pt x="1" y="1"/>
                  </a:moveTo>
                  <a:cubicBezTo>
                    <a:pt x="36" y="286"/>
                    <a:pt x="143" y="570"/>
                    <a:pt x="285" y="819"/>
                  </a:cubicBezTo>
                  <a:lnTo>
                    <a:pt x="2811" y="5623"/>
                  </a:lnTo>
                  <a:cubicBezTo>
                    <a:pt x="3060" y="6121"/>
                    <a:pt x="3559" y="6405"/>
                    <a:pt x="4092" y="6405"/>
                  </a:cubicBezTo>
                  <a:lnTo>
                    <a:pt x="11102" y="6405"/>
                  </a:lnTo>
                  <a:cubicBezTo>
                    <a:pt x="11635" y="6405"/>
                    <a:pt x="12134" y="6121"/>
                    <a:pt x="12383" y="5623"/>
                  </a:cubicBezTo>
                  <a:lnTo>
                    <a:pt x="14909" y="819"/>
                  </a:lnTo>
                  <a:cubicBezTo>
                    <a:pt x="15051" y="570"/>
                    <a:pt x="15158" y="286"/>
                    <a:pt x="15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8" name="Google Shape;1048;p32"/>
          <p:cNvGrpSpPr/>
          <p:nvPr/>
        </p:nvGrpSpPr>
        <p:grpSpPr>
          <a:xfrm>
            <a:off x="4029671" y="3455475"/>
            <a:ext cx="399208" cy="294669"/>
            <a:chOff x="4029671" y="3455475"/>
            <a:chExt cx="399208" cy="294669"/>
          </a:xfrm>
        </p:grpSpPr>
        <p:sp>
          <p:nvSpPr>
            <p:cNvPr id="1049" name="Google Shape;1049;p32"/>
            <p:cNvSpPr/>
            <p:nvPr/>
          </p:nvSpPr>
          <p:spPr>
            <a:xfrm>
              <a:off x="4029671" y="3521480"/>
              <a:ext cx="399208" cy="228664"/>
            </a:xfrm>
            <a:custGeom>
              <a:rect b="b" l="l" r="r" t="t"/>
              <a:pathLst>
                <a:path extrusionOk="0" h="10355" w="18076">
                  <a:moveTo>
                    <a:pt x="9856" y="1"/>
                  </a:moveTo>
                  <a:lnTo>
                    <a:pt x="10852" y="2100"/>
                  </a:lnTo>
                  <a:cubicBezTo>
                    <a:pt x="10995" y="2384"/>
                    <a:pt x="10852" y="2705"/>
                    <a:pt x="10603" y="2811"/>
                  </a:cubicBezTo>
                  <a:cubicBezTo>
                    <a:pt x="10553" y="2837"/>
                    <a:pt x="10502" y="2862"/>
                    <a:pt x="10452" y="2862"/>
                  </a:cubicBezTo>
                  <a:cubicBezTo>
                    <a:pt x="10431" y="2862"/>
                    <a:pt x="10410" y="2857"/>
                    <a:pt x="10390" y="2847"/>
                  </a:cubicBezTo>
                  <a:cubicBezTo>
                    <a:pt x="10367" y="2851"/>
                    <a:pt x="10345" y="2853"/>
                    <a:pt x="10324" y="2853"/>
                  </a:cubicBezTo>
                  <a:cubicBezTo>
                    <a:pt x="10140" y="2853"/>
                    <a:pt x="9987" y="2722"/>
                    <a:pt x="9892" y="2562"/>
                  </a:cubicBezTo>
                  <a:lnTo>
                    <a:pt x="9002" y="748"/>
                  </a:lnTo>
                  <a:lnTo>
                    <a:pt x="8112" y="2562"/>
                  </a:lnTo>
                  <a:cubicBezTo>
                    <a:pt x="8006" y="2740"/>
                    <a:pt x="7844" y="2815"/>
                    <a:pt x="7683" y="2815"/>
                  </a:cubicBezTo>
                  <a:cubicBezTo>
                    <a:pt x="7361" y="2815"/>
                    <a:pt x="7045" y="2515"/>
                    <a:pt x="7187" y="2135"/>
                  </a:cubicBezTo>
                  <a:lnTo>
                    <a:pt x="8184" y="36"/>
                  </a:lnTo>
                  <a:lnTo>
                    <a:pt x="3345" y="36"/>
                  </a:lnTo>
                  <a:lnTo>
                    <a:pt x="3345" y="1495"/>
                  </a:lnTo>
                  <a:cubicBezTo>
                    <a:pt x="3345" y="2634"/>
                    <a:pt x="2633" y="3630"/>
                    <a:pt x="1601" y="3986"/>
                  </a:cubicBezTo>
                  <a:lnTo>
                    <a:pt x="178" y="4519"/>
                  </a:lnTo>
                  <a:cubicBezTo>
                    <a:pt x="107" y="4519"/>
                    <a:pt x="36" y="4555"/>
                    <a:pt x="0" y="4555"/>
                  </a:cubicBezTo>
                  <a:lnTo>
                    <a:pt x="0" y="9679"/>
                  </a:lnTo>
                  <a:cubicBezTo>
                    <a:pt x="0" y="10070"/>
                    <a:pt x="320" y="10355"/>
                    <a:pt x="712" y="10355"/>
                  </a:cubicBezTo>
                  <a:lnTo>
                    <a:pt x="6262" y="10355"/>
                  </a:lnTo>
                  <a:cubicBezTo>
                    <a:pt x="6547" y="10355"/>
                    <a:pt x="6760" y="10212"/>
                    <a:pt x="6903" y="9999"/>
                  </a:cubicBezTo>
                  <a:lnTo>
                    <a:pt x="9038" y="6014"/>
                  </a:lnTo>
                  <a:lnTo>
                    <a:pt x="11172" y="9999"/>
                  </a:lnTo>
                  <a:cubicBezTo>
                    <a:pt x="11279" y="10212"/>
                    <a:pt x="11528" y="10355"/>
                    <a:pt x="11777" y="10355"/>
                  </a:cubicBezTo>
                  <a:lnTo>
                    <a:pt x="17363" y="10355"/>
                  </a:lnTo>
                  <a:cubicBezTo>
                    <a:pt x="17755" y="10355"/>
                    <a:pt x="18075" y="10070"/>
                    <a:pt x="18075" y="9679"/>
                  </a:cubicBezTo>
                  <a:lnTo>
                    <a:pt x="18075" y="4519"/>
                  </a:lnTo>
                  <a:cubicBezTo>
                    <a:pt x="18004" y="4519"/>
                    <a:pt x="17933" y="4519"/>
                    <a:pt x="17897" y="4484"/>
                  </a:cubicBezTo>
                  <a:lnTo>
                    <a:pt x="16474" y="3986"/>
                  </a:lnTo>
                  <a:cubicBezTo>
                    <a:pt x="15407" y="3594"/>
                    <a:pt x="14695" y="2598"/>
                    <a:pt x="14695" y="1495"/>
                  </a:cubicBezTo>
                  <a:lnTo>
                    <a:pt x="1469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32"/>
            <p:cNvSpPr/>
            <p:nvPr/>
          </p:nvSpPr>
          <p:spPr>
            <a:xfrm>
              <a:off x="4029671" y="3455475"/>
              <a:ext cx="399208" cy="142233"/>
            </a:xfrm>
            <a:custGeom>
              <a:rect b="b" l="l" r="r" t="t"/>
              <a:pathLst>
                <a:path extrusionOk="0" h="6441" w="18076">
                  <a:moveTo>
                    <a:pt x="676" y="1"/>
                  </a:moveTo>
                  <a:cubicBezTo>
                    <a:pt x="285" y="1"/>
                    <a:pt x="0" y="321"/>
                    <a:pt x="0" y="712"/>
                  </a:cubicBezTo>
                  <a:lnTo>
                    <a:pt x="0" y="6441"/>
                  </a:lnTo>
                  <a:lnTo>
                    <a:pt x="1245" y="5978"/>
                  </a:lnTo>
                  <a:cubicBezTo>
                    <a:pt x="1850" y="5765"/>
                    <a:pt x="2277" y="5160"/>
                    <a:pt x="2277" y="4484"/>
                  </a:cubicBezTo>
                  <a:lnTo>
                    <a:pt x="2277" y="2990"/>
                  </a:lnTo>
                  <a:lnTo>
                    <a:pt x="36" y="2990"/>
                  </a:lnTo>
                  <a:lnTo>
                    <a:pt x="36" y="1958"/>
                  </a:lnTo>
                  <a:lnTo>
                    <a:pt x="18040" y="1958"/>
                  </a:lnTo>
                  <a:lnTo>
                    <a:pt x="18040" y="2990"/>
                  </a:lnTo>
                  <a:lnTo>
                    <a:pt x="15762" y="2990"/>
                  </a:lnTo>
                  <a:lnTo>
                    <a:pt x="15762" y="4484"/>
                  </a:lnTo>
                  <a:cubicBezTo>
                    <a:pt x="15762" y="5160"/>
                    <a:pt x="16189" y="5729"/>
                    <a:pt x="16830" y="5978"/>
                  </a:cubicBezTo>
                  <a:lnTo>
                    <a:pt x="18075" y="6405"/>
                  </a:lnTo>
                  <a:lnTo>
                    <a:pt x="18075" y="712"/>
                  </a:lnTo>
                  <a:cubicBezTo>
                    <a:pt x="18075" y="321"/>
                    <a:pt x="17755" y="1"/>
                    <a:pt x="17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1" name="Google Shape;1051;p32"/>
          <p:cNvGrpSpPr/>
          <p:nvPr/>
        </p:nvGrpSpPr>
        <p:grpSpPr>
          <a:xfrm>
            <a:off x="3410452" y="3403316"/>
            <a:ext cx="399208" cy="399473"/>
            <a:chOff x="3410452" y="3403316"/>
            <a:chExt cx="399208" cy="399473"/>
          </a:xfrm>
        </p:grpSpPr>
        <p:sp>
          <p:nvSpPr>
            <p:cNvPr id="1052" name="Google Shape;1052;p32"/>
            <p:cNvSpPr/>
            <p:nvPr/>
          </p:nvSpPr>
          <p:spPr>
            <a:xfrm>
              <a:off x="3410452" y="3730491"/>
              <a:ext cx="187833" cy="72298"/>
            </a:xfrm>
            <a:custGeom>
              <a:rect b="b" l="l" r="r" t="t"/>
              <a:pathLst>
                <a:path extrusionOk="0" h="3274" w="8505">
                  <a:moveTo>
                    <a:pt x="0" y="0"/>
                  </a:moveTo>
                  <a:lnTo>
                    <a:pt x="0" y="2384"/>
                  </a:lnTo>
                  <a:cubicBezTo>
                    <a:pt x="0" y="2882"/>
                    <a:pt x="392" y="3273"/>
                    <a:pt x="890" y="3273"/>
                  </a:cubicBezTo>
                  <a:lnTo>
                    <a:pt x="7615" y="3273"/>
                  </a:lnTo>
                  <a:cubicBezTo>
                    <a:pt x="8113" y="3273"/>
                    <a:pt x="8504" y="2882"/>
                    <a:pt x="8504" y="2384"/>
                  </a:cubicBezTo>
                  <a:lnTo>
                    <a:pt x="850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32"/>
            <p:cNvSpPr/>
            <p:nvPr/>
          </p:nvSpPr>
          <p:spPr>
            <a:xfrm>
              <a:off x="3410452" y="3403471"/>
              <a:ext cx="187833" cy="233522"/>
            </a:xfrm>
            <a:custGeom>
              <a:rect b="b" l="l" r="r" t="t"/>
              <a:pathLst>
                <a:path extrusionOk="0" h="10575" w="8505">
                  <a:moveTo>
                    <a:pt x="3243" y="0"/>
                  </a:moveTo>
                  <a:cubicBezTo>
                    <a:pt x="3175" y="0"/>
                    <a:pt x="3096" y="88"/>
                    <a:pt x="3096" y="150"/>
                  </a:cubicBezTo>
                  <a:lnTo>
                    <a:pt x="3096" y="5807"/>
                  </a:lnTo>
                  <a:cubicBezTo>
                    <a:pt x="3096" y="6412"/>
                    <a:pt x="2811" y="7444"/>
                    <a:pt x="2171" y="7835"/>
                  </a:cubicBezTo>
                  <a:lnTo>
                    <a:pt x="427" y="8831"/>
                  </a:lnTo>
                  <a:cubicBezTo>
                    <a:pt x="178" y="9009"/>
                    <a:pt x="0" y="9294"/>
                    <a:pt x="0" y="9614"/>
                  </a:cubicBezTo>
                  <a:lnTo>
                    <a:pt x="0" y="10575"/>
                  </a:lnTo>
                  <a:lnTo>
                    <a:pt x="8504" y="10575"/>
                  </a:lnTo>
                  <a:lnTo>
                    <a:pt x="8504" y="4099"/>
                  </a:lnTo>
                  <a:cubicBezTo>
                    <a:pt x="8504" y="3957"/>
                    <a:pt x="8469" y="3815"/>
                    <a:pt x="8397" y="3672"/>
                  </a:cubicBezTo>
                  <a:lnTo>
                    <a:pt x="6440" y="79"/>
                  </a:lnTo>
                  <a:cubicBezTo>
                    <a:pt x="6405" y="7"/>
                    <a:pt x="6369" y="7"/>
                    <a:pt x="6298" y="7"/>
                  </a:cubicBezTo>
                  <a:lnTo>
                    <a:pt x="3274" y="7"/>
                  </a:lnTo>
                  <a:cubicBezTo>
                    <a:pt x="3264" y="3"/>
                    <a:pt x="3254" y="0"/>
                    <a:pt x="3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32"/>
            <p:cNvSpPr/>
            <p:nvPr/>
          </p:nvSpPr>
          <p:spPr>
            <a:xfrm>
              <a:off x="3410452" y="3660556"/>
              <a:ext cx="187833" cy="46373"/>
            </a:xfrm>
            <a:custGeom>
              <a:rect b="b" l="l" r="r" t="t"/>
              <a:pathLst>
                <a:path extrusionOk="0" h="2100" w="8505">
                  <a:moveTo>
                    <a:pt x="0" y="0"/>
                  </a:moveTo>
                  <a:lnTo>
                    <a:pt x="0" y="2100"/>
                  </a:lnTo>
                  <a:lnTo>
                    <a:pt x="8504" y="210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32"/>
            <p:cNvSpPr/>
            <p:nvPr/>
          </p:nvSpPr>
          <p:spPr>
            <a:xfrm>
              <a:off x="3621827" y="3403316"/>
              <a:ext cx="187833" cy="233677"/>
            </a:xfrm>
            <a:custGeom>
              <a:rect b="b" l="l" r="r" t="t"/>
              <a:pathLst>
                <a:path extrusionOk="0" h="10582" w="8505">
                  <a:moveTo>
                    <a:pt x="2156" y="1"/>
                  </a:moveTo>
                  <a:cubicBezTo>
                    <a:pt x="2116" y="1"/>
                    <a:pt x="2090" y="34"/>
                    <a:pt x="2064" y="86"/>
                  </a:cubicBezTo>
                  <a:lnTo>
                    <a:pt x="107" y="3679"/>
                  </a:lnTo>
                  <a:cubicBezTo>
                    <a:pt x="36" y="3822"/>
                    <a:pt x="1" y="3964"/>
                    <a:pt x="1" y="4106"/>
                  </a:cubicBezTo>
                  <a:lnTo>
                    <a:pt x="1" y="10582"/>
                  </a:lnTo>
                  <a:lnTo>
                    <a:pt x="8504" y="10582"/>
                  </a:lnTo>
                  <a:lnTo>
                    <a:pt x="8504" y="9586"/>
                  </a:lnTo>
                  <a:cubicBezTo>
                    <a:pt x="8504" y="9265"/>
                    <a:pt x="8326" y="8981"/>
                    <a:pt x="8077" y="8838"/>
                  </a:cubicBezTo>
                  <a:lnTo>
                    <a:pt x="6334" y="7807"/>
                  </a:lnTo>
                  <a:cubicBezTo>
                    <a:pt x="6014" y="7593"/>
                    <a:pt x="5765" y="7237"/>
                    <a:pt x="5622" y="6846"/>
                  </a:cubicBezTo>
                  <a:cubicBezTo>
                    <a:pt x="5480" y="6526"/>
                    <a:pt x="5409" y="6170"/>
                    <a:pt x="5409" y="5814"/>
                  </a:cubicBezTo>
                  <a:lnTo>
                    <a:pt x="5409" y="157"/>
                  </a:lnTo>
                  <a:cubicBezTo>
                    <a:pt x="5409" y="95"/>
                    <a:pt x="5329" y="7"/>
                    <a:pt x="5262" y="7"/>
                  </a:cubicBezTo>
                  <a:cubicBezTo>
                    <a:pt x="5251" y="7"/>
                    <a:pt x="5241" y="10"/>
                    <a:pt x="5231" y="14"/>
                  </a:cubicBezTo>
                  <a:lnTo>
                    <a:pt x="2207" y="14"/>
                  </a:lnTo>
                  <a:cubicBezTo>
                    <a:pt x="2187" y="5"/>
                    <a:pt x="2171" y="1"/>
                    <a:pt x="21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32"/>
            <p:cNvSpPr/>
            <p:nvPr/>
          </p:nvSpPr>
          <p:spPr>
            <a:xfrm>
              <a:off x="3621827" y="3730491"/>
              <a:ext cx="187833" cy="72298"/>
            </a:xfrm>
            <a:custGeom>
              <a:rect b="b" l="l" r="r" t="t"/>
              <a:pathLst>
                <a:path extrusionOk="0" h="3274" w="8505">
                  <a:moveTo>
                    <a:pt x="1" y="0"/>
                  </a:moveTo>
                  <a:lnTo>
                    <a:pt x="1" y="2384"/>
                  </a:lnTo>
                  <a:cubicBezTo>
                    <a:pt x="1" y="2882"/>
                    <a:pt x="392" y="3273"/>
                    <a:pt x="890" y="3273"/>
                  </a:cubicBezTo>
                  <a:lnTo>
                    <a:pt x="7615" y="3273"/>
                  </a:lnTo>
                  <a:cubicBezTo>
                    <a:pt x="8113" y="3273"/>
                    <a:pt x="8504" y="2882"/>
                    <a:pt x="8504" y="2384"/>
                  </a:cubicBezTo>
                  <a:lnTo>
                    <a:pt x="850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32"/>
            <p:cNvSpPr/>
            <p:nvPr/>
          </p:nvSpPr>
          <p:spPr>
            <a:xfrm>
              <a:off x="3621827" y="3660556"/>
              <a:ext cx="187833" cy="46373"/>
            </a:xfrm>
            <a:custGeom>
              <a:rect b="b" l="l" r="r" t="t"/>
              <a:pathLst>
                <a:path extrusionOk="0" h="2100" w="8505">
                  <a:moveTo>
                    <a:pt x="1" y="0"/>
                  </a:moveTo>
                  <a:lnTo>
                    <a:pt x="1" y="2100"/>
                  </a:lnTo>
                  <a:lnTo>
                    <a:pt x="8504" y="210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8" name="Google Shape;1058;p32"/>
          <p:cNvGrpSpPr/>
          <p:nvPr/>
        </p:nvGrpSpPr>
        <p:grpSpPr>
          <a:xfrm>
            <a:off x="2746444" y="3403626"/>
            <a:ext cx="401572" cy="399163"/>
            <a:chOff x="2746444" y="3403626"/>
            <a:chExt cx="401572" cy="399163"/>
          </a:xfrm>
        </p:grpSpPr>
        <p:sp>
          <p:nvSpPr>
            <p:cNvPr id="1059" name="Google Shape;1059;p32"/>
            <p:cNvSpPr/>
            <p:nvPr/>
          </p:nvSpPr>
          <p:spPr>
            <a:xfrm>
              <a:off x="2813229" y="3420121"/>
              <a:ext cx="334787" cy="382668"/>
            </a:xfrm>
            <a:custGeom>
              <a:rect b="b" l="l" r="r" t="t"/>
              <a:pathLst>
                <a:path extrusionOk="0" h="17329" w="15159">
                  <a:moveTo>
                    <a:pt x="15158" y="1"/>
                  </a:moveTo>
                  <a:lnTo>
                    <a:pt x="1282" y="13877"/>
                  </a:lnTo>
                  <a:cubicBezTo>
                    <a:pt x="1282" y="14055"/>
                    <a:pt x="1246" y="14269"/>
                    <a:pt x="1175" y="14411"/>
                  </a:cubicBezTo>
                  <a:lnTo>
                    <a:pt x="214" y="16510"/>
                  </a:lnTo>
                  <a:cubicBezTo>
                    <a:pt x="1" y="16866"/>
                    <a:pt x="250" y="17328"/>
                    <a:pt x="677" y="17328"/>
                  </a:cubicBezTo>
                  <a:cubicBezTo>
                    <a:pt x="748" y="17328"/>
                    <a:pt x="784" y="17328"/>
                    <a:pt x="855" y="17293"/>
                  </a:cubicBezTo>
                  <a:lnTo>
                    <a:pt x="890" y="17293"/>
                  </a:lnTo>
                  <a:cubicBezTo>
                    <a:pt x="5480" y="16048"/>
                    <a:pt x="9394" y="13130"/>
                    <a:pt x="11920" y="9074"/>
                  </a:cubicBezTo>
                  <a:cubicBezTo>
                    <a:pt x="13628" y="6334"/>
                    <a:pt x="14731" y="3239"/>
                    <a:pt x="151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32"/>
            <p:cNvSpPr/>
            <p:nvPr/>
          </p:nvSpPr>
          <p:spPr>
            <a:xfrm>
              <a:off x="2746444" y="3403626"/>
              <a:ext cx="385074" cy="330796"/>
            </a:xfrm>
            <a:custGeom>
              <a:rect b="b" l="l" r="r" t="t"/>
              <a:pathLst>
                <a:path extrusionOk="0" h="14980" w="17436">
                  <a:moveTo>
                    <a:pt x="17435" y="0"/>
                  </a:moveTo>
                  <a:lnTo>
                    <a:pt x="17435" y="0"/>
                  </a:lnTo>
                  <a:cubicBezTo>
                    <a:pt x="14197" y="392"/>
                    <a:pt x="11102" y="1459"/>
                    <a:pt x="8362" y="3203"/>
                  </a:cubicBezTo>
                  <a:cubicBezTo>
                    <a:pt x="4306" y="5729"/>
                    <a:pt x="1353" y="9678"/>
                    <a:pt x="107" y="14268"/>
                  </a:cubicBezTo>
                  <a:cubicBezTo>
                    <a:pt x="0" y="14624"/>
                    <a:pt x="250" y="14980"/>
                    <a:pt x="605" y="14980"/>
                  </a:cubicBezTo>
                  <a:cubicBezTo>
                    <a:pt x="712" y="14980"/>
                    <a:pt x="819" y="14944"/>
                    <a:pt x="926" y="14909"/>
                  </a:cubicBezTo>
                  <a:lnTo>
                    <a:pt x="2989" y="13948"/>
                  </a:lnTo>
                  <a:cubicBezTo>
                    <a:pt x="3132" y="13877"/>
                    <a:pt x="3309" y="13841"/>
                    <a:pt x="3487" y="13841"/>
                  </a:cubicBezTo>
                  <a:lnTo>
                    <a:pt x="3559" y="13841"/>
                  </a:lnTo>
                  <a:lnTo>
                    <a:pt x="174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1" name="Google Shape;1061;p32"/>
          <p:cNvGrpSpPr/>
          <p:nvPr/>
        </p:nvGrpSpPr>
        <p:grpSpPr>
          <a:xfrm>
            <a:off x="6671523" y="2210133"/>
            <a:ext cx="399208" cy="290738"/>
            <a:chOff x="6671523" y="2210133"/>
            <a:chExt cx="399208" cy="290738"/>
          </a:xfrm>
        </p:grpSpPr>
        <p:sp>
          <p:nvSpPr>
            <p:cNvPr id="1062" name="Google Shape;1062;p32"/>
            <p:cNvSpPr/>
            <p:nvPr/>
          </p:nvSpPr>
          <p:spPr>
            <a:xfrm>
              <a:off x="6970929" y="2269071"/>
              <a:ext cx="37743" cy="36944"/>
            </a:xfrm>
            <a:custGeom>
              <a:rect b="b" l="l" r="r" t="t"/>
              <a:pathLst>
                <a:path extrusionOk="0" h="1673" w="1709">
                  <a:moveTo>
                    <a:pt x="0" y="0"/>
                  </a:moveTo>
                  <a:lnTo>
                    <a:pt x="0" y="1672"/>
                  </a:lnTo>
                  <a:lnTo>
                    <a:pt x="1708" y="1672"/>
                  </a:lnTo>
                  <a:lnTo>
                    <a:pt x="17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32"/>
            <p:cNvSpPr/>
            <p:nvPr/>
          </p:nvSpPr>
          <p:spPr>
            <a:xfrm>
              <a:off x="6671523" y="2210133"/>
              <a:ext cx="399208" cy="290738"/>
            </a:xfrm>
            <a:custGeom>
              <a:rect b="b" l="l" r="r" t="t"/>
              <a:pathLst>
                <a:path extrusionOk="0" h="13166" w="18076">
                  <a:moveTo>
                    <a:pt x="4128" y="3025"/>
                  </a:moveTo>
                  <a:cubicBezTo>
                    <a:pt x="4840" y="3025"/>
                    <a:pt x="4840" y="4057"/>
                    <a:pt x="4128" y="4057"/>
                  </a:cubicBezTo>
                  <a:lnTo>
                    <a:pt x="2314" y="4057"/>
                  </a:lnTo>
                  <a:cubicBezTo>
                    <a:pt x="1602" y="4057"/>
                    <a:pt x="1602" y="3025"/>
                    <a:pt x="2314" y="3025"/>
                  </a:cubicBezTo>
                  <a:close/>
                  <a:moveTo>
                    <a:pt x="15372" y="1602"/>
                  </a:moveTo>
                  <a:cubicBezTo>
                    <a:pt x="15870" y="1602"/>
                    <a:pt x="16297" y="2029"/>
                    <a:pt x="16297" y="2527"/>
                  </a:cubicBezTo>
                  <a:lnTo>
                    <a:pt x="16297" y="4484"/>
                  </a:lnTo>
                  <a:cubicBezTo>
                    <a:pt x="16297" y="4982"/>
                    <a:pt x="15870" y="5409"/>
                    <a:pt x="15372" y="5409"/>
                  </a:cubicBezTo>
                  <a:lnTo>
                    <a:pt x="13415" y="5409"/>
                  </a:lnTo>
                  <a:cubicBezTo>
                    <a:pt x="12917" y="5409"/>
                    <a:pt x="12490" y="4982"/>
                    <a:pt x="12490" y="4484"/>
                  </a:cubicBezTo>
                  <a:lnTo>
                    <a:pt x="12490" y="2527"/>
                  </a:lnTo>
                  <a:cubicBezTo>
                    <a:pt x="12490" y="2029"/>
                    <a:pt x="12917" y="1602"/>
                    <a:pt x="13415" y="1602"/>
                  </a:cubicBezTo>
                  <a:close/>
                  <a:moveTo>
                    <a:pt x="6619" y="5124"/>
                  </a:moveTo>
                  <a:cubicBezTo>
                    <a:pt x="7259" y="5195"/>
                    <a:pt x="7259" y="6120"/>
                    <a:pt x="6619" y="6192"/>
                  </a:cubicBezTo>
                  <a:lnTo>
                    <a:pt x="2314" y="6192"/>
                  </a:lnTo>
                  <a:cubicBezTo>
                    <a:pt x="1638" y="6120"/>
                    <a:pt x="1638" y="5195"/>
                    <a:pt x="2314" y="5124"/>
                  </a:cubicBezTo>
                  <a:close/>
                  <a:moveTo>
                    <a:pt x="6619" y="7259"/>
                  </a:moveTo>
                  <a:cubicBezTo>
                    <a:pt x="7295" y="7259"/>
                    <a:pt x="7295" y="8326"/>
                    <a:pt x="6619" y="8326"/>
                  </a:cubicBezTo>
                  <a:lnTo>
                    <a:pt x="2314" y="8326"/>
                  </a:lnTo>
                  <a:cubicBezTo>
                    <a:pt x="1602" y="8326"/>
                    <a:pt x="1602" y="7259"/>
                    <a:pt x="2314" y="7259"/>
                  </a:cubicBezTo>
                  <a:close/>
                  <a:moveTo>
                    <a:pt x="6619" y="9358"/>
                  </a:moveTo>
                  <a:cubicBezTo>
                    <a:pt x="7295" y="9358"/>
                    <a:pt x="7295" y="10426"/>
                    <a:pt x="6619" y="10426"/>
                  </a:cubicBezTo>
                  <a:lnTo>
                    <a:pt x="2314" y="10426"/>
                  </a:lnTo>
                  <a:cubicBezTo>
                    <a:pt x="1602" y="10426"/>
                    <a:pt x="1602" y="9358"/>
                    <a:pt x="2314" y="9358"/>
                  </a:cubicBezTo>
                  <a:close/>
                  <a:moveTo>
                    <a:pt x="8718" y="1815"/>
                  </a:moveTo>
                  <a:cubicBezTo>
                    <a:pt x="8985" y="1815"/>
                    <a:pt x="9252" y="1993"/>
                    <a:pt x="9252" y="2349"/>
                  </a:cubicBezTo>
                  <a:lnTo>
                    <a:pt x="9252" y="10817"/>
                  </a:lnTo>
                  <a:cubicBezTo>
                    <a:pt x="9252" y="11173"/>
                    <a:pt x="8985" y="11351"/>
                    <a:pt x="8718" y="11351"/>
                  </a:cubicBezTo>
                  <a:cubicBezTo>
                    <a:pt x="8451" y="11351"/>
                    <a:pt x="8185" y="11173"/>
                    <a:pt x="8185" y="10817"/>
                  </a:cubicBezTo>
                  <a:lnTo>
                    <a:pt x="8185" y="2349"/>
                  </a:lnTo>
                  <a:cubicBezTo>
                    <a:pt x="8185" y="1993"/>
                    <a:pt x="8451" y="1815"/>
                    <a:pt x="8718" y="1815"/>
                  </a:cubicBezTo>
                  <a:close/>
                  <a:moveTo>
                    <a:pt x="1424" y="1"/>
                  </a:moveTo>
                  <a:cubicBezTo>
                    <a:pt x="641" y="1"/>
                    <a:pt x="1" y="641"/>
                    <a:pt x="1" y="1424"/>
                  </a:cubicBezTo>
                  <a:lnTo>
                    <a:pt x="1" y="11742"/>
                  </a:lnTo>
                  <a:cubicBezTo>
                    <a:pt x="1" y="12525"/>
                    <a:pt x="641" y="13165"/>
                    <a:pt x="1424" y="13165"/>
                  </a:cubicBezTo>
                  <a:lnTo>
                    <a:pt x="16653" y="13165"/>
                  </a:lnTo>
                  <a:cubicBezTo>
                    <a:pt x="17436" y="13165"/>
                    <a:pt x="18076" y="12525"/>
                    <a:pt x="18076" y="11742"/>
                  </a:cubicBezTo>
                  <a:lnTo>
                    <a:pt x="18076" y="1424"/>
                  </a:lnTo>
                  <a:cubicBezTo>
                    <a:pt x="18076" y="641"/>
                    <a:pt x="17436" y="1"/>
                    <a:pt x="1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4" name="Google Shape;1064;p32"/>
          <p:cNvGrpSpPr/>
          <p:nvPr/>
        </p:nvGrpSpPr>
        <p:grpSpPr>
          <a:xfrm>
            <a:off x="2723652" y="1578617"/>
            <a:ext cx="392141" cy="397508"/>
            <a:chOff x="2723652" y="1578617"/>
            <a:chExt cx="392141" cy="397508"/>
          </a:xfrm>
        </p:grpSpPr>
        <p:sp>
          <p:nvSpPr>
            <p:cNvPr id="1065" name="Google Shape;1065;p32"/>
            <p:cNvSpPr/>
            <p:nvPr/>
          </p:nvSpPr>
          <p:spPr>
            <a:xfrm>
              <a:off x="2905169" y="1578617"/>
              <a:ext cx="85690" cy="43039"/>
            </a:xfrm>
            <a:custGeom>
              <a:rect b="b" l="l" r="r" t="t"/>
              <a:pathLst>
                <a:path extrusionOk="0" h="1949" w="3880">
                  <a:moveTo>
                    <a:pt x="1953" y="1"/>
                  </a:moveTo>
                  <a:cubicBezTo>
                    <a:pt x="1015" y="1"/>
                    <a:pt x="72" y="614"/>
                    <a:pt x="1" y="1842"/>
                  </a:cubicBezTo>
                  <a:lnTo>
                    <a:pt x="1" y="1949"/>
                  </a:lnTo>
                  <a:cubicBezTo>
                    <a:pt x="357" y="1877"/>
                    <a:pt x="712" y="1806"/>
                    <a:pt x="1068" y="1771"/>
                  </a:cubicBezTo>
                  <a:cubicBezTo>
                    <a:pt x="1104" y="1308"/>
                    <a:pt x="1495" y="952"/>
                    <a:pt x="1958" y="952"/>
                  </a:cubicBezTo>
                  <a:cubicBezTo>
                    <a:pt x="2420" y="952"/>
                    <a:pt x="2812" y="1308"/>
                    <a:pt x="2847" y="1771"/>
                  </a:cubicBezTo>
                  <a:cubicBezTo>
                    <a:pt x="3203" y="1806"/>
                    <a:pt x="3559" y="1877"/>
                    <a:pt x="3879" y="1949"/>
                  </a:cubicBezTo>
                  <a:lnTo>
                    <a:pt x="3879" y="1842"/>
                  </a:lnTo>
                  <a:cubicBezTo>
                    <a:pt x="3826" y="614"/>
                    <a:pt x="2892" y="1"/>
                    <a:pt x="19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32"/>
            <p:cNvSpPr/>
            <p:nvPr/>
          </p:nvSpPr>
          <p:spPr>
            <a:xfrm>
              <a:off x="2946821" y="1761483"/>
              <a:ext cx="47969" cy="47963"/>
            </a:xfrm>
            <a:custGeom>
              <a:rect b="b" l="l" r="r" t="t"/>
              <a:pathLst>
                <a:path extrusionOk="0" h="2172" w="2172">
                  <a:moveTo>
                    <a:pt x="2171" y="1"/>
                  </a:moveTo>
                  <a:lnTo>
                    <a:pt x="1" y="1282"/>
                  </a:lnTo>
                  <a:lnTo>
                    <a:pt x="855" y="2171"/>
                  </a:lnTo>
                  <a:lnTo>
                    <a:pt x="217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32"/>
            <p:cNvSpPr/>
            <p:nvPr/>
          </p:nvSpPr>
          <p:spPr>
            <a:xfrm>
              <a:off x="2902033" y="1807061"/>
              <a:ext cx="47174" cy="47168"/>
            </a:xfrm>
            <a:custGeom>
              <a:rect b="b" l="l" r="r" t="t"/>
              <a:pathLst>
                <a:path extrusionOk="0" h="2136" w="2136">
                  <a:moveTo>
                    <a:pt x="1281" y="1"/>
                  </a:moveTo>
                  <a:lnTo>
                    <a:pt x="0" y="2136"/>
                  </a:lnTo>
                  <a:lnTo>
                    <a:pt x="2135" y="855"/>
                  </a:lnTo>
                  <a:lnTo>
                    <a:pt x="128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32"/>
            <p:cNvSpPr/>
            <p:nvPr/>
          </p:nvSpPr>
          <p:spPr>
            <a:xfrm>
              <a:off x="2902033" y="1807061"/>
              <a:ext cx="47174" cy="47168"/>
            </a:xfrm>
            <a:custGeom>
              <a:rect b="b" l="l" r="r" t="t"/>
              <a:pathLst>
                <a:path extrusionOk="0" h="2136" w="2136">
                  <a:moveTo>
                    <a:pt x="1281" y="1"/>
                  </a:moveTo>
                  <a:lnTo>
                    <a:pt x="0" y="2136"/>
                  </a:lnTo>
                  <a:lnTo>
                    <a:pt x="2135" y="855"/>
                  </a:lnTo>
                  <a:lnTo>
                    <a:pt x="128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32"/>
            <p:cNvSpPr/>
            <p:nvPr/>
          </p:nvSpPr>
          <p:spPr>
            <a:xfrm>
              <a:off x="2946821" y="1761483"/>
              <a:ext cx="47969" cy="47963"/>
            </a:xfrm>
            <a:custGeom>
              <a:rect b="b" l="l" r="r" t="t"/>
              <a:pathLst>
                <a:path extrusionOk="0" h="2172" w="2172">
                  <a:moveTo>
                    <a:pt x="2171" y="1"/>
                  </a:moveTo>
                  <a:lnTo>
                    <a:pt x="1" y="1282"/>
                  </a:lnTo>
                  <a:lnTo>
                    <a:pt x="855" y="2171"/>
                  </a:lnTo>
                  <a:lnTo>
                    <a:pt x="217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32"/>
            <p:cNvSpPr/>
            <p:nvPr/>
          </p:nvSpPr>
          <p:spPr>
            <a:xfrm>
              <a:off x="2723652" y="1640493"/>
              <a:ext cx="392141" cy="335632"/>
            </a:xfrm>
            <a:custGeom>
              <a:rect b="b" l="l" r="r" t="t"/>
              <a:pathLst>
                <a:path extrusionOk="0" h="15199" w="17756">
                  <a:moveTo>
                    <a:pt x="10177" y="1068"/>
                  </a:moveTo>
                  <a:cubicBezTo>
                    <a:pt x="10710" y="1068"/>
                    <a:pt x="11031" y="1780"/>
                    <a:pt x="10604" y="2171"/>
                  </a:cubicBezTo>
                  <a:cubicBezTo>
                    <a:pt x="10479" y="2296"/>
                    <a:pt x="10325" y="2352"/>
                    <a:pt x="10174" y="2352"/>
                  </a:cubicBezTo>
                  <a:cubicBezTo>
                    <a:pt x="9850" y="2352"/>
                    <a:pt x="9536" y="2096"/>
                    <a:pt x="9536" y="1708"/>
                  </a:cubicBezTo>
                  <a:cubicBezTo>
                    <a:pt x="9536" y="1353"/>
                    <a:pt x="9821" y="1104"/>
                    <a:pt x="10177" y="1068"/>
                  </a:cubicBezTo>
                  <a:close/>
                  <a:moveTo>
                    <a:pt x="4828" y="6429"/>
                  </a:moveTo>
                  <a:cubicBezTo>
                    <a:pt x="5144" y="6429"/>
                    <a:pt x="5444" y="6666"/>
                    <a:pt x="5444" y="7046"/>
                  </a:cubicBezTo>
                  <a:cubicBezTo>
                    <a:pt x="5444" y="7401"/>
                    <a:pt x="5160" y="7686"/>
                    <a:pt x="4840" y="7686"/>
                  </a:cubicBezTo>
                  <a:cubicBezTo>
                    <a:pt x="4270" y="7686"/>
                    <a:pt x="3986" y="7010"/>
                    <a:pt x="4377" y="6619"/>
                  </a:cubicBezTo>
                  <a:cubicBezTo>
                    <a:pt x="4508" y="6488"/>
                    <a:pt x="4670" y="6429"/>
                    <a:pt x="4828" y="6429"/>
                  </a:cubicBezTo>
                  <a:close/>
                  <a:moveTo>
                    <a:pt x="15502" y="6429"/>
                  </a:moveTo>
                  <a:cubicBezTo>
                    <a:pt x="15818" y="6429"/>
                    <a:pt x="16119" y="6666"/>
                    <a:pt x="16119" y="7046"/>
                  </a:cubicBezTo>
                  <a:cubicBezTo>
                    <a:pt x="16119" y="7401"/>
                    <a:pt x="15834" y="7686"/>
                    <a:pt x="15514" y="7686"/>
                  </a:cubicBezTo>
                  <a:cubicBezTo>
                    <a:pt x="14945" y="7686"/>
                    <a:pt x="14660" y="7010"/>
                    <a:pt x="15051" y="6619"/>
                  </a:cubicBezTo>
                  <a:cubicBezTo>
                    <a:pt x="15182" y="6488"/>
                    <a:pt x="15344" y="6429"/>
                    <a:pt x="15502" y="6429"/>
                  </a:cubicBezTo>
                  <a:close/>
                  <a:moveTo>
                    <a:pt x="13087" y="3900"/>
                  </a:moveTo>
                  <a:cubicBezTo>
                    <a:pt x="13641" y="3900"/>
                    <a:pt x="14078" y="4517"/>
                    <a:pt x="13735" y="5089"/>
                  </a:cubicBezTo>
                  <a:lnTo>
                    <a:pt x="11813" y="8326"/>
                  </a:lnTo>
                  <a:cubicBezTo>
                    <a:pt x="11600" y="8682"/>
                    <a:pt x="11280" y="9002"/>
                    <a:pt x="10924" y="9216"/>
                  </a:cubicBezTo>
                  <a:lnTo>
                    <a:pt x="7722" y="11173"/>
                  </a:lnTo>
                  <a:cubicBezTo>
                    <a:pt x="7593" y="11245"/>
                    <a:pt x="7452" y="11282"/>
                    <a:pt x="7314" y="11282"/>
                  </a:cubicBezTo>
                  <a:cubicBezTo>
                    <a:pt x="7109" y="11282"/>
                    <a:pt x="6910" y="11200"/>
                    <a:pt x="6761" y="11031"/>
                  </a:cubicBezTo>
                  <a:cubicBezTo>
                    <a:pt x="6476" y="10782"/>
                    <a:pt x="6441" y="10390"/>
                    <a:pt x="6619" y="10070"/>
                  </a:cubicBezTo>
                  <a:lnTo>
                    <a:pt x="8540" y="6832"/>
                  </a:lnTo>
                  <a:cubicBezTo>
                    <a:pt x="8789" y="6476"/>
                    <a:pt x="9074" y="6192"/>
                    <a:pt x="9430" y="5943"/>
                  </a:cubicBezTo>
                  <a:lnTo>
                    <a:pt x="12667" y="4021"/>
                  </a:lnTo>
                  <a:cubicBezTo>
                    <a:pt x="12808" y="3937"/>
                    <a:pt x="12951" y="3900"/>
                    <a:pt x="13087" y="3900"/>
                  </a:cubicBezTo>
                  <a:close/>
                  <a:moveTo>
                    <a:pt x="10150" y="11758"/>
                  </a:moveTo>
                  <a:cubicBezTo>
                    <a:pt x="10472" y="11758"/>
                    <a:pt x="10782" y="12021"/>
                    <a:pt x="10782" y="12383"/>
                  </a:cubicBezTo>
                  <a:cubicBezTo>
                    <a:pt x="10782" y="12738"/>
                    <a:pt x="10497" y="13023"/>
                    <a:pt x="10177" y="13023"/>
                  </a:cubicBezTo>
                  <a:cubicBezTo>
                    <a:pt x="9607" y="13023"/>
                    <a:pt x="9323" y="12347"/>
                    <a:pt x="9714" y="11956"/>
                  </a:cubicBezTo>
                  <a:cubicBezTo>
                    <a:pt x="9841" y="11818"/>
                    <a:pt x="9997" y="11758"/>
                    <a:pt x="10150" y="11758"/>
                  </a:cubicBezTo>
                  <a:close/>
                  <a:moveTo>
                    <a:pt x="10177" y="1"/>
                  </a:moveTo>
                  <a:cubicBezTo>
                    <a:pt x="3381" y="1"/>
                    <a:pt x="1" y="8184"/>
                    <a:pt x="4804" y="12952"/>
                  </a:cubicBezTo>
                  <a:cubicBezTo>
                    <a:pt x="6345" y="14504"/>
                    <a:pt x="8243" y="15198"/>
                    <a:pt x="10105" y="15198"/>
                  </a:cubicBezTo>
                  <a:cubicBezTo>
                    <a:pt x="14007" y="15198"/>
                    <a:pt x="17755" y="12155"/>
                    <a:pt x="17755" y="7579"/>
                  </a:cubicBezTo>
                  <a:cubicBezTo>
                    <a:pt x="17755" y="3381"/>
                    <a:pt x="14340" y="1"/>
                    <a:pt x="10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1" name="Google Shape;1071;p32"/>
          <p:cNvGrpSpPr/>
          <p:nvPr/>
        </p:nvGrpSpPr>
        <p:grpSpPr>
          <a:xfrm>
            <a:off x="3408884" y="2764757"/>
            <a:ext cx="405480" cy="399251"/>
            <a:chOff x="3408884" y="2764757"/>
            <a:chExt cx="405480" cy="399251"/>
          </a:xfrm>
        </p:grpSpPr>
        <p:sp>
          <p:nvSpPr>
            <p:cNvPr id="1072" name="Google Shape;1072;p32"/>
            <p:cNvSpPr/>
            <p:nvPr/>
          </p:nvSpPr>
          <p:spPr>
            <a:xfrm>
              <a:off x="3539318" y="3090915"/>
              <a:ext cx="69965" cy="73093"/>
            </a:xfrm>
            <a:custGeom>
              <a:rect b="b" l="l" r="r" t="t"/>
              <a:pathLst>
                <a:path extrusionOk="0" h="3310" w="3168">
                  <a:moveTo>
                    <a:pt x="2278" y="0"/>
                  </a:moveTo>
                  <a:lnTo>
                    <a:pt x="392" y="1459"/>
                  </a:lnTo>
                  <a:lnTo>
                    <a:pt x="356" y="1459"/>
                  </a:lnTo>
                  <a:cubicBezTo>
                    <a:pt x="250" y="1530"/>
                    <a:pt x="107" y="1602"/>
                    <a:pt x="1" y="1673"/>
                  </a:cubicBezTo>
                  <a:lnTo>
                    <a:pt x="1424" y="3096"/>
                  </a:lnTo>
                  <a:cubicBezTo>
                    <a:pt x="1566" y="3238"/>
                    <a:pt x="1753" y="3309"/>
                    <a:pt x="1940" y="3309"/>
                  </a:cubicBezTo>
                  <a:cubicBezTo>
                    <a:pt x="2127" y="3309"/>
                    <a:pt x="2313" y="3238"/>
                    <a:pt x="2456" y="3096"/>
                  </a:cubicBezTo>
                  <a:lnTo>
                    <a:pt x="2883" y="2669"/>
                  </a:lnTo>
                  <a:cubicBezTo>
                    <a:pt x="3096" y="2455"/>
                    <a:pt x="3167" y="2135"/>
                    <a:pt x="3061" y="1851"/>
                  </a:cubicBezTo>
                  <a:lnTo>
                    <a:pt x="227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32"/>
            <p:cNvSpPr/>
            <p:nvPr/>
          </p:nvSpPr>
          <p:spPr>
            <a:xfrm>
              <a:off x="3408884" y="2966480"/>
              <a:ext cx="74669" cy="68677"/>
            </a:xfrm>
            <a:custGeom>
              <a:rect b="b" l="l" r="r" t="t"/>
              <a:pathLst>
                <a:path extrusionOk="0" h="3110" w="3381">
                  <a:moveTo>
                    <a:pt x="1268" y="0"/>
                  </a:moveTo>
                  <a:cubicBezTo>
                    <a:pt x="1076" y="0"/>
                    <a:pt x="895" y="80"/>
                    <a:pt x="747" y="227"/>
                  </a:cubicBezTo>
                  <a:lnTo>
                    <a:pt x="285" y="654"/>
                  </a:lnTo>
                  <a:cubicBezTo>
                    <a:pt x="0" y="939"/>
                    <a:pt x="0" y="1401"/>
                    <a:pt x="285" y="1686"/>
                  </a:cubicBezTo>
                  <a:lnTo>
                    <a:pt x="1708" y="3109"/>
                  </a:lnTo>
                  <a:cubicBezTo>
                    <a:pt x="1779" y="3002"/>
                    <a:pt x="1850" y="2860"/>
                    <a:pt x="1921" y="2753"/>
                  </a:cubicBezTo>
                  <a:lnTo>
                    <a:pt x="1957" y="2718"/>
                  </a:lnTo>
                  <a:lnTo>
                    <a:pt x="3380" y="868"/>
                  </a:lnTo>
                  <a:lnTo>
                    <a:pt x="1530" y="49"/>
                  </a:lnTo>
                  <a:cubicBezTo>
                    <a:pt x="1442" y="16"/>
                    <a:pt x="1354" y="0"/>
                    <a:pt x="12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32"/>
            <p:cNvSpPr/>
            <p:nvPr/>
          </p:nvSpPr>
          <p:spPr>
            <a:xfrm>
              <a:off x="3687044" y="2962064"/>
              <a:ext cx="124184" cy="130441"/>
            </a:xfrm>
            <a:custGeom>
              <a:rect b="b" l="l" r="r" t="t"/>
              <a:pathLst>
                <a:path extrusionOk="0" h="5907" w="5623">
                  <a:moveTo>
                    <a:pt x="3203" y="0"/>
                  </a:moveTo>
                  <a:cubicBezTo>
                    <a:pt x="2812" y="320"/>
                    <a:pt x="2420" y="641"/>
                    <a:pt x="1993" y="961"/>
                  </a:cubicBezTo>
                  <a:lnTo>
                    <a:pt x="1" y="2455"/>
                  </a:lnTo>
                  <a:lnTo>
                    <a:pt x="3239" y="5693"/>
                  </a:lnTo>
                  <a:cubicBezTo>
                    <a:pt x="3381" y="5835"/>
                    <a:pt x="3568" y="5907"/>
                    <a:pt x="3755" y="5907"/>
                  </a:cubicBezTo>
                  <a:cubicBezTo>
                    <a:pt x="3941" y="5907"/>
                    <a:pt x="4128" y="5835"/>
                    <a:pt x="4270" y="5693"/>
                  </a:cubicBezTo>
                  <a:lnTo>
                    <a:pt x="5338" y="4626"/>
                  </a:lnTo>
                  <a:cubicBezTo>
                    <a:pt x="5587" y="4412"/>
                    <a:pt x="5623" y="4021"/>
                    <a:pt x="5445" y="3736"/>
                  </a:cubicBezTo>
                  <a:lnTo>
                    <a:pt x="320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32"/>
            <p:cNvSpPr/>
            <p:nvPr/>
          </p:nvSpPr>
          <p:spPr>
            <a:xfrm>
              <a:off x="3480373" y="2764757"/>
              <a:ext cx="132046" cy="122690"/>
            </a:xfrm>
            <a:custGeom>
              <a:rect b="b" l="l" r="r" t="t"/>
              <a:pathLst>
                <a:path extrusionOk="0" h="5556" w="5979">
                  <a:moveTo>
                    <a:pt x="1852" y="0"/>
                  </a:moveTo>
                  <a:cubicBezTo>
                    <a:pt x="1663" y="0"/>
                    <a:pt x="1478" y="73"/>
                    <a:pt x="1353" y="218"/>
                  </a:cubicBezTo>
                  <a:lnTo>
                    <a:pt x="286" y="1285"/>
                  </a:lnTo>
                  <a:cubicBezTo>
                    <a:pt x="1" y="1570"/>
                    <a:pt x="1" y="2033"/>
                    <a:pt x="286" y="2317"/>
                  </a:cubicBezTo>
                  <a:lnTo>
                    <a:pt x="3523" y="5555"/>
                  </a:lnTo>
                  <a:lnTo>
                    <a:pt x="5018" y="3598"/>
                  </a:lnTo>
                  <a:cubicBezTo>
                    <a:pt x="5303" y="3171"/>
                    <a:pt x="5623" y="2744"/>
                    <a:pt x="5979" y="2353"/>
                  </a:cubicBezTo>
                  <a:lnTo>
                    <a:pt x="2243" y="111"/>
                  </a:lnTo>
                  <a:cubicBezTo>
                    <a:pt x="2124" y="37"/>
                    <a:pt x="1987" y="0"/>
                    <a:pt x="1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32"/>
            <p:cNvSpPr/>
            <p:nvPr/>
          </p:nvSpPr>
          <p:spPr>
            <a:xfrm>
              <a:off x="3465443" y="2765022"/>
              <a:ext cx="348921" cy="342036"/>
            </a:xfrm>
            <a:custGeom>
              <a:rect b="b" l="l" r="r" t="t"/>
              <a:pathLst>
                <a:path extrusionOk="0" h="15489" w="15799">
                  <a:moveTo>
                    <a:pt x="11932" y="1794"/>
                  </a:moveTo>
                  <a:cubicBezTo>
                    <a:pt x="11974" y="1794"/>
                    <a:pt x="12017" y="1798"/>
                    <a:pt x="12063" y="1807"/>
                  </a:cubicBezTo>
                  <a:cubicBezTo>
                    <a:pt x="12881" y="1985"/>
                    <a:pt x="13557" y="2661"/>
                    <a:pt x="13735" y="3479"/>
                  </a:cubicBezTo>
                  <a:cubicBezTo>
                    <a:pt x="13806" y="3800"/>
                    <a:pt x="13628" y="4120"/>
                    <a:pt x="13308" y="4155"/>
                  </a:cubicBezTo>
                  <a:lnTo>
                    <a:pt x="13201" y="4155"/>
                  </a:lnTo>
                  <a:cubicBezTo>
                    <a:pt x="12952" y="4155"/>
                    <a:pt x="12739" y="3977"/>
                    <a:pt x="12703" y="3693"/>
                  </a:cubicBezTo>
                  <a:cubicBezTo>
                    <a:pt x="12597" y="3266"/>
                    <a:pt x="12276" y="2946"/>
                    <a:pt x="11814" y="2839"/>
                  </a:cubicBezTo>
                  <a:cubicBezTo>
                    <a:pt x="11181" y="2706"/>
                    <a:pt x="11327" y="1794"/>
                    <a:pt x="11932" y="1794"/>
                  </a:cubicBezTo>
                  <a:close/>
                  <a:moveTo>
                    <a:pt x="4284" y="10751"/>
                  </a:moveTo>
                  <a:cubicBezTo>
                    <a:pt x="4693" y="10751"/>
                    <a:pt x="5044" y="11281"/>
                    <a:pt x="4662" y="11663"/>
                  </a:cubicBezTo>
                  <a:lnTo>
                    <a:pt x="3132" y="13193"/>
                  </a:lnTo>
                  <a:cubicBezTo>
                    <a:pt x="3025" y="13300"/>
                    <a:pt x="2919" y="13335"/>
                    <a:pt x="2776" y="13335"/>
                  </a:cubicBezTo>
                  <a:cubicBezTo>
                    <a:pt x="2314" y="13335"/>
                    <a:pt x="2065" y="12801"/>
                    <a:pt x="2385" y="12446"/>
                  </a:cubicBezTo>
                  <a:lnTo>
                    <a:pt x="3915" y="10916"/>
                  </a:lnTo>
                  <a:cubicBezTo>
                    <a:pt x="4031" y="10800"/>
                    <a:pt x="4160" y="10751"/>
                    <a:pt x="4284" y="10751"/>
                  </a:cubicBezTo>
                  <a:close/>
                  <a:moveTo>
                    <a:pt x="12928" y="0"/>
                  </a:moveTo>
                  <a:cubicBezTo>
                    <a:pt x="11952" y="0"/>
                    <a:pt x="10991" y="261"/>
                    <a:pt x="10142" y="775"/>
                  </a:cubicBezTo>
                  <a:cubicBezTo>
                    <a:pt x="8718" y="1629"/>
                    <a:pt x="7473" y="2803"/>
                    <a:pt x="6548" y="4191"/>
                  </a:cubicBezTo>
                  <a:lnTo>
                    <a:pt x="214" y="12481"/>
                  </a:lnTo>
                  <a:cubicBezTo>
                    <a:pt x="1" y="12766"/>
                    <a:pt x="37" y="13157"/>
                    <a:pt x="321" y="13406"/>
                  </a:cubicBezTo>
                  <a:lnTo>
                    <a:pt x="2171" y="15292"/>
                  </a:lnTo>
                  <a:cubicBezTo>
                    <a:pt x="2306" y="15427"/>
                    <a:pt x="2483" y="15489"/>
                    <a:pt x="2662" y="15489"/>
                  </a:cubicBezTo>
                  <a:cubicBezTo>
                    <a:pt x="2813" y="15489"/>
                    <a:pt x="2966" y="15445"/>
                    <a:pt x="3096" y="15363"/>
                  </a:cubicBezTo>
                  <a:lnTo>
                    <a:pt x="11387" y="9030"/>
                  </a:lnTo>
                  <a:cubicBezTo>
                    <a:pt x="12774" y="8105"/>
                    <a:pt x="13949" y="6860"/>
                    <a:pt x="14803" y="5436"/>
                  </a:cubicBezTo>
                  <a:cubicBezTo>
                    <a:pt x="15621" y="4084"/>
                    <a:pt x="15799" y="2412"/>
                    <a:pt x="15301" y="918"/>
                  </a:cubicBezTo>
                  <a:cubicBezTo>
                    <a:pt x="15194" y="597"/>
                    <a:pt x="14981" y="348"/>
                    <a:pt x="14660" y="277"/>
                  </a:cubicBezTo>
                  <a:cubicBezTo>
                    <a:pt x="14091" y="92"/>
                    <a:pt x="13507" y="0"/>
                    <a:pt x="129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77" name="Google Shape;1077;p32"/>
          <p:cNvSpPr/>
          <p:nvPr/>
        </p:nvSpPr>
        <p:spPr>
          <a:xfrm>
            <a:off x="5364731" y="3473980"/>
            <a:ext cx="399208" cy="258100"/>
          </a:xfrm>
          <a:custGeom>
            <a:rect b="b" l="l" r="r" t="t"/>
            <a:pathLst>
              <a:path extrusionOk="0" h="11688" w="18076">
                <a:moveTo>
                  <a:pt x="9501" y="6172"/>
                </a:moveTo>
                <a:lnTo>
                  <a:pt x="9501" y="7275"/>
                </a:lnTo>
                <a:lnTo>
                  <a:pt x="8540" y="7275"/>
                </a:lnTo>
                <a:lnTo>
                  <a:pt x="8540" y="6172"/>
                </a:lnTo>
                <a:close/>
                <a:moveTo>
                  <a:pt x="4907" y="0"/>
                </a:moveTo>
                <a:cubicBezTo>
                  <a:pt x="4302" y="0"/>
                  <a:pt x="3688" y="270"/>
                  <a:pt x="3274" y="871"/>
                </a:cubicBezTo>
                <a:lnTo>
                  <a:pt x="641" y="4678"/>
                </a:lnTo>
                <a:cubicBezTo>
                  <a:pt x="250" y="4891"/>
                  <a:pt x="1" y="5318"/>
                  <a:pt x="1" y="5781"/>
                </a:cubicBezTo>
                <a:lnTo>
                  <a:pt x="1" y="8663"/>
                </a:lnTo>
                <a:cubicBezTo>
                  <a:pt x="1" y="10335"/>
                  <a:pt x="1353" y="11687"/>
                  <a:pt x="2990" y="11687"/>
                </a:cubicBezTo>
                <a:lnTo>
                  <a:pt x="4484" y="11687"/>
                </a:lnTo>
                <a:cubicBezTo>
                  <a:pt x="6441" y="11687"/>
                  <a:pt x="8149" y="10264"/>
                  <a:pt x="8505" y="8343"/>
                </a:cubicBezTo>
                <a:lnTo>
                  <a:pt x="9608" y="8343"/>
                </a:lnTo>
                <a:cubicBezTo>
                  <a:pt x="9964" y="10264"/>
                  <a:pt x="11636" y="11687"/>
                  <a:pt x="13593" y="11687"/>
                </a:cubicBezTo>
                <a:lnTo>
                  <a:pt x="15087" y="11687"/>
                </a:lnTo>
                <a:cubicBezTo>
                  <a:pt x="16760" y="11687"/>
                  <a:pt x="18076" y="10335"/>
                  <a:pt x="18076" y="8663"/>
                </a:cubicBezTo>
                <a:lnTo>
                  <a:pt x="18076" y="5781"/>
                </a:lnTo>
                <a:cubicBezTo>
                  <a:pt x="18076" y="5318"/>
                  <a:pt x="17827" y="4891"/>
                  <a:pt x="17436" y="4678"/>
                </a:cubicBezTo>
                <a:lnTo>
                  <a:pt x="14803" y="871"/>
                </a:lnTo>
                <a:cubicBezTo>
                  <a:pt x="14392" y="275"/>
                  <a:pt x="13785" y="9"/>
                  <a:pt x="13184" y="9"/>
                </a:cubicBezTo>
                <a:cubicBezTo>
                  <a:pt x="12170" y="9"/>
                  <a:pt x="11173" y="767"/>
                  <a:pt x="11173" y="1974"/>
                </a:cubicBezTo>
                <a:cubicBezTo>
                  <a:pt x="11173" y="2329"/>
                  <a:pt x="11440" y="2507"/>
                  <a:pt x="11707" y="2507"/>
                </a:cubicBezTo>
                <a:cubicBezTo>
                  <a:pt x="11974" y="2507"/>
                  <a:pt x="12241" y="2329"/>
                  <a:pt x="12241" y="1974"/>
                </a:cubicBezTo>
                <a:cubicBezTo>
                  <a:pt x="12241" y="1418"/>
                  <a:pt x="12699" y="1070"/>
                  <a:pt x="13165" y="1070"/>
                </a:cubicBezTo>
                <a:cubicBezTo>
                  <a:pt x="13444" y="1070"/>
                  <a:pt x="13726" y="1195"/>
                  <a:pt x="13913" y="1476"/>
                </a:cubicBezTo>
                <a:lnTo>
                  <a:pt x="16048" y="4535"/>
                </a:lnTo>
                <a:lnTo>
                  <a:pt x="10782" y="4535"/>
                </a:lnTo>
                <a:cubicBezTo>
                  <a:pt x="10355" y="4535"/>
                  <a:pt x="9964" y="4749"/>
                  <a:pt x="9715" y="5140"/>
                </a:cubicBezTo>
                <a:lnTo>
                  <a:pt x="8362" y="5140"/>
                </a:lnTo>
                <a:cubicBezTo>
                  <a:pt x="8149" y="4749"/>
                  <a:pt x="7722" y="4535"/>
                  <a:pt x="7331" y="4535"/>
                </a:cubicBezTo>
                <a:lnTo>
                  <a:pt x="2029" y="4535"/>
                </a:lnTo>
                <a:lnTo>
                  <a:pt x="4164" y="1476"/>
                </a:lnTo>
                <a:cubicBezTo>
                  <a:pt x="4350" y="1183"/>
                  <a:pt x="4630" y="1055"/>
                  <a:pt x="4909" y="1055"/>
                </a:cubicBezTo>
                <a:cubicBezTo>
                  <a:pt x="5375" y="1055"/>
                  <a:pt x="5836" y="1416"/>
                  <a:pt x="5836" y="1974"/>
                </a:cubicBezTo>
                <a:cubicBezTo>
                  <a:pt x="5836" y="2329"/>
                  <a:pt x="6103" y="2507"/>
                  <a:pt x="6370" y="2507"/>
                </a:cubicBezTo>
                <a:cubicBezTo>
                  <a:pt x="6637" y="2507"/>
                  <a:pt x="6904" y="2329"/>
                  <a:pt x="6904" y="1974"/>
                </a:cubicBezTo>
                <a:cubicBezTo>
                  <a:pt x="6904" y="751"/>
                  <a:pt x="5917" y="0"/>
                  <a:pt x="4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78" name="Google Shape;1078;p32"/>
          <p:cNvGrpSpPr/>
          <p:nvPr/>
        </p:nvGrpSpPr>
        <p:grpSpPr>
          <a:xfrm>
            <a:off x="6042100" y="2155920"/>
            <a:ext cx="357556" cy="399163"/>
            <a:chOff x="6042100" y="2155920"/>
            <a:chExt cx="357556" cy="399163"/>
          </a:xfrm>
        </p:grpSpPr>
        <p:sp>
          <p:nvSpPr>
            <p:cNvPr id="1079" name="Google Shape;1079;p32"/>
            <p:cNvSpPr/>
            <p:nvPr/>
          </p:nvSpPr>
          <p:spPr>
            <a:xfrm>
              <a:off x="6042100" y="2155920"/>
              <a:ext cx="345785" cy="399163"/>
            </a:xfrm>
            <a:custGeom>
              <a:rect b="b" l="l" r="r" t="t"/>
              <a:pathLst>
                <a:path extrusionOk="0" h="18076" w="15657">
                  <a:moveTo>
                    <a:pt x="12774" y="2847"/>
                  </a:moveTo>
                  <a:cubicBezTo>
                    <a:pt x="13059" y="2847"/>
                    <a:pt x="13308" y="3096"/>
                    <a:pt x="13308" y="3381"/>
                  </a:cubicBezTo>
                  <a:lnTo>
                    <a:pt x="13308" y="6227"/>
                  </a:lnTo>
                  <a:cubicBezTo>
                    <a:pt x="13308" y="6512"/>
                    <a:pt x="13059" y="6761"/>
                    <a:pt x="12774" y="6761"/>
                  </a:cubicBezTo>
                  <a:lnTo>
                    <a:pt x="5729" y="6761"/>
                  </a:lnTo>
                  <a:cubicBezTo>
                    <a:pt x="5445" y="6725"/>
                    <a:pt x="5231" y="6512"/>
                    <a:pt x="5231" y="6227"/>
                  </a:cubicBezTo>
                  <a:lnTo>
                    <a:pt x="5231" y="3381"/>
                  </a:lnTo>
                  <a:cubicBezTo>
                    <a:pt x="5231" y="3096"/>
                    <a:pt x="5445" y="2847"/>
                    <a:pt x="5765" y="2847"/>
                  </a:cubicBezTo>
                  <a:close/>
                  <a:moveTo>
                    <a:pt x="2527" y="0"/>
                  </a:moveTo>
                  <a:cubicBezTo>
                    <a:pt x="2135" y="0"/>
                    <a:pt x="1815" y="321"/>
                    <a:pt x="1815" y="712"/>
                  </a:cubicBezTo>
                  <a:lnTo>
                    <a:pt x="1815" y="2313"/>
                  </a:lnTo>
                  <a:lnTo>
                    <a:pt x="712" y="2313"/>
                  </a:lnTo>
                  <a:cubicBezTo>
                    <a:pt x="1" y="2349"/>
                    <a:pt x="1" y="3381"/>
                    <a:pt x="712" y="3381"/>
                  </a:cubicBezTo>
                  <a:lnTo>
                    <a:pt x="1815" y="3381"/>
                  </a:lnTo>
                  <a:lnTo>
                    <a:pt x="1815" y="4804"/>
                  </a:lnTo>
                  <a:lnTo>
                    <a:pt x="712" y="4804"/>
                  </a:lnTo>
                  <a:cubicBezTo>
                    <a:pt x="1" y="4804"/>
                    <a:pt x="1" y="5871"/>
                    <a:pt x="712" y="5871"/>
                  </a:cubicBezTo>
                  <a:lnTo>
                    <a:pt x="1815" y="5871"/>
                  </a:lnTo>
                  <a:lnTo>
                    <a:pt x="1815" y="7259"/>
                  </a:lnTo>
                  <a:lnTo>
                    <a:pt x="712" y="7259"/>
                  </a:lnTo>
                  <a:cubicBezTo>
                    <a:pt x="1" y="7259"/>
                    <a:pt x="1" y="8326"/>
                    <a:pt x="712" y="8326"/>
                  </a:cubicBezTo>
                  <a:lnTo>
                    <a:pt x="1815" y="8326"/>
                  </a:lnTo>
                  <a:lnTo>
                    <a:pt x="1815" y="9750"/>
                  </a:lnTo>
                  <a:lnTo>
                    <a:pt x="712" y="9750"/>
                  </a:lnTo>
                  <a:cubicBezTo>
                    <a:pt x="1" y="9750"/>
                    <a:pt x="1" y="10817"/>
                    <a:pt x="712" y="10817"/>
                  </a:cubicBezTo>
                  <a:lnTo>
                    <a:pt x="1815" y="10817"/>
                  </a:lnTo>
                  <a:lnTo>
                    <a:pt x="1815" y="12205"/>
                  </a:lnTo>
                  <a:lnTo>
                    <a:pt x="712" y="12205"/>
                  </a:lnTo>
                  <a:cubicBezTo>
                    <a:pt x="72" y="12276"/>
                    <a:pt x="72" y="13201"/>
                    <a:pt x="712" y="13272"/>
                  </a:cubicBezTo>
                  <a:lnTo>
                    <a:pt x="1815" y="13272"/>
                  </a:lnTo>
                  <a:lnTo>
                    <a:pt x="1815" y="14695"/>
                  </a:lnTo>
                  <a:lnTo>
                    <a:pt x="712" y="14695"/>
                  </a:lnTo>
                  <a:cubicBezTo>
                    <a:pt x="1" y="14695"/>
                    <a:pt x="1" y="15763"/>
                    <a:pt x="712" y="15763"/>
                  </a:cubicBezTo>
                  <a:lnTo>
                    <a:pt x="1815" y="15763"/>
                  </a:lnTo>
                  <a:lnTo>
                    <a:pt x="1815" y="17364"/>
                  </a:lnTo>
                  <a:cubicBezTo>
                    <a:pt x="1815" y="17755"/>
                    <a:pt x="2135" y="18075"/>
                    <a:pt x="2527" y="18075"/>
                  </a:cubicBezTo>
                  <a:lnTo>
                    <a:pt x="14945" y="18075"/>
                  </a:lnTo>
                  <a:cubicBezTo>
                    <a:pt x="15336" y="18075"/>
                    <a:pt x="15656" y="17755"/>
                    <a:pt x="15656" y="17364"/>
                  </a:cubicBezTo>
                  <a:lnTo>
                    <a:pt x="15656" y="12738"/>
                  </a:lnTo>
                  <a:lnTo>
                    <a:pt x="13557" y="12738"/>
                  </a:lnTo>
                  <a:cubicBezTo>
                    <a:pt x="12276" y="12738"/>
                    <a:pt x="11244" y="11706"/>
                    <a:pt x="11244" y="10461"/>
                  </a:cubicBezTo>
                  <a:cubicBezTo>
                    <a:pt x="11244" y="9180"/>
                    <a:pt x="12276" y="8148"/>
                    <a:pt x="13557" y="8148"/>
                  </a:cubicBezTo>
                  <a:lnTo>
                    <a:pt x="15656" y="8148"/>
                  </a:lnTo>
                  <a:lnTo>
                    <a:pt x="15656" y="712"/>
                  </a:lnTo>
                  <a:cubicBezTo>
                    <a:pt x="15656" y="321"/>
                    <a:pt x="15336" y="0"/>
                    <a:pt x="149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32"/>
            <p:cNvSpPr/>
            <p:nvPr/>
          </p:nvSpPr>
          <p:spPr>
            <a:xfrm>
              <a:off x="6306921" y="2359410"/>
              <a:ext cx="92735" cy="54235"/>
            </a:xfrm>
            <a:custGeom>
              <a:rect b="b" l="l" r="r" t="t"/>
              <a:pathLst>
                <a:path extrusionOk="0" h="2456" w="4199">
                  <a:moveTo>
                    <a:pt x="1566" y="1"/>
                  </a:moveTo>
                  <a:cubicBezTo>
                    <a:pt x="0" y="108"/>
                    <a:pt x="0" y="2385"/>
                    <a:pt x="1566" y="2456"/>
                  </a:cubicBezTo>
                  <a:lnTo>
                    <a:pt x="4021" y="2456"/>
                  </a:lnTo>
                  <a:cubicBezTo>
                    <a:pt x="4128" y="2456"/>
                    <a:pt x="4199" y="2385"/>
                    <a:pt x="4199" y="2314"/>
                  </a:cubicBezTo>
                  <a:lnTo>
                    <a:pt x="4199" y="143"/>
                  </a:lnTo>
                  <a:cubicBezTo>
                    <a:pt x="4199" y="72"/>
                    <a:pt x="4128" y="1"/>
                    <a:pt x="40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32"/>
            <p:cNvSpPr/>
            <p:nvPr/>
          </p:nvSpPr>
          <p:spPr>
            <a:xfrm>
              <a:off x="6180396" y="2242351"/>
              <a:ext cx="132841" cy="39307"/>
            </a:xfrm>
            <a:custGeom>
              <a:rect b="b" l="l" r="r" t="t"/>
              <a:pathLst>
                <a:path extrusionOk="0" h="1780" w="6015">
                  <a:moveTo>
                    <a:pt x="1" y="0"/>
                  </a:moveTo>
                  <a:lnTo>
                    <a:pt x="1" y="1779"/>
                  </a:lnTo>
                  <a:lnTo>
                    <a:pt x="6014" y="1779"/>
                  </a:lnTo>
                  <a:lnTo>
                    <a:pt x="601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2" name="Google Shape;1082;p32"/>
          <p:cNvGrpSpPr/>
          <p:nvPr/>
        </p:nvGrpSpPr>
        <p:grpSpPr>
          <a:xfrm>
            <a:off x="6023240" y="1581576"/>
            <a:ext cx="399208" cy="388145"/>
            <a:chOff x="6023240" y="1581576"/>
            <a:chExt cx="399208" cy="388145"/>
          </a:xfrm>
        </p:grpSpPr>
        <p:sp>
          <p:nvSpPr>
            <p:cNvPr id="1083" name="Google Shape;1083;p32"/>
            <p:cNvSpPr/>
            <p:nvPr/>
          </p:nvSpPr>
          <p:spPr>
            <a:xfrm>
              <a:off x="6065687" y="1581576"/>
              <a:ext cx="93530" cy="35376"/>
            </a:xfrm>
            <a:custGeom>
              <a:rect b="b" l="l" r="r" t="t"/>
              <a:pathLst>
                <a:path extrusionOk="0" h="1602" w="4235">
                  <a:moveTo>
                    <a:pt x="676" y="0"/>
                  </a:moveTo>
                  <a:cubicBezTo>
                    <a:pt x="320" y="0"/>
                    <a:pt x="0" y="320"/>
                    <a:pt x="0" y="712"/>
                  </a:cubicBezTo>
                  <a:lnTo>
                    <a:pt x="0" y="1601"/>
                  </a:lnTo>
                  <a:lnTo>
                    <a:pt x="4234" y="1601"/>
                  </a:lnTo>
                  <a:lnTo>
                    <a:pt x="4234" y="712"/>
                  </a:lnTo>
                  <a:cubicBezTo>
                    <a:pt x="4234" y="320"/>
                    <a:pt x="3914" y="0"/>
                    <a:pt x="35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32"/>
            <p:cNvSpPr/>
            <p:nvPr/>
          </p:nvSpPr>
          <p:spPr>
            <a:xfrm>
              <a:off x="6023240" y="1640493"/>
              <a:ext cx="85690" cy="329228"/>
            </a:xfrm>
            <a:custGeom>
              <a:rect b="b" l="l" r="r" t="t"/>
              <a:pathLst>
                <a:path extrusionOk="0" h="14909" w="3880">
                  <a:moveTo>
                    <a:pt x="1602" y="1"/>
                  </a:moveTo>
                  <a:cubicBezTo>
                    <a:pt x="712" y="1"/>
                    <a:pt x="1" y="712"/>
                    <a:pt x="1" y="1566"/>
                  </a:cubicBezTo>
                  <a:lnTo>
                    <a:pt x="1" y="13308"/>
                  </a:lnTo>
                  <a:cubicBezTo>
                    <a:pt x="1" y="14197"/>
                    <a:pt x="712" y="14909"/>
                    <a:pt x="1602" y="14909"/>
                  </a:cubicBezTo>
                  <a:lnTo>
                    <a:pt x="2989" y="14909"/>
                  </a:lnTo>
                  <a:cubicBezTo>
                    <a:pt x="3488" y="14909"/>
                    <a:pt x="3879" y="14482"/>
                    <a:pt x="3879" y="14019"/>
                  </a:cubicBezTo>
                  <a:lnTo>
                    <a:pt x="38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32"/>
            <p:cNvSpPr/>
            <p:nvPr/>
          </p:nvSpPr>
          <p:spPr>
            <a:xfrm>
              <a:off x="6132472" y="1640493"/>
              <a:ext cx="289976" cy="329228"/>
            </a:xfrm>
            <a:custGeom>
              <a:rect b="b" l="l" r="r" t="t"/>
              <a:pathLst>
                <a:path extrusionOk="0" h="14909" w="13130">
                  <a:moveTo>
                    <a:pt x="4057" y="1424"/>
                  </a:moveTo>
                  <a:cubicBezTo>
                    <a:pt x="4768" y="1424"/>
                    <a:pt x="4768" y="2456"/>
                    <a:pt x="4057" y="2456"/>
                  </a:cubicBezTo>
                  <a:lnTo>
                    <a:pt x="1957" y="2456"/>
                  </a:lnTo>
                  <a:cubicBezTo>
                    <a:pt x="1637" y="2456"/>
                    <a:pt x="1424" y="2242"/>
                    <a:pt x="1424" y="1922"/>
                  </a:cubicBezTo>
                  <a:cubicBezTo>
                    <a:pt x="1424" y="1637"/>
                    <a:pt x="1637" y="1424"/>
                    <a:pt x="1957" y="1424"/>
                  </a:cubicBezTo>
                  <a:close/>
                  <a:moveTo>
                    <a:pt x="6546" y="4306"/>
                  </a:moveTo>
                  <a:cubicBezTo>
                    <a:pt x="8912" y="4306"/>
                    <a:pt x="11173" y="6129"/>
                    <a:pt x="11173" y="8896"/>
                  </a:cubicBezTo>
                  <a:cubicBezTo>
                    <a:pt x="11137" y="11422"/>
                    <a:pt x="9109" y="13486"/>
                    <a:pt x="6583" y="13486"/>
                  </a:cubicBezTo>
                  <a:cubicBezTo>
                    <a:pt x="2491" y="13486"/>
                    <a:pt x="427" y="8540"/>
                    <a:pt x="3309" y="5658"/>
                  </a:cubicBezTo>
                  <a:cubicBezTo>
                    <a:pt x="4254" y="4724"/>
                    <a:pt x="5412" y="4306"/>
                    <a:pt x="6546" y="4306"/>
                  </a:cubicBezTo>
                  <a:close/>
                  <a:moveTo>
                    <a:pt x="0" y="1"/>
                  </a:moveTo>
                  <a:lnTo>
                    <a:pt x="0" y="14019"/>
                  </a:lnTo>
                  <a:cubicBezTo>
                    <a:pt x="0" y="14517"/>
                    <a:pt x="392" y="14909"/>
                    <a:pt x="890" y="14909"/>
                  </a:cubicBezTo>
                  <a:lnTo>
                    <a:pt x="10853" y="14909"/>
                  </a:lnTo>
                  <a:cubicBezTo>
                    <a:pt x="12098" y="14909"/>
                    <a:pt x="13130" y="13877"/>
                    <a:pt x="13130" y="12632"/>
                  </a:cubicBezTo>
                  <a:lnTo>
                    <a:pt x="13130" y="2278"/>
                  </a:lnTo>
                  <a:cubicBezTo>
                    <a:pt x="13130" y="1032"/>
                    <a:pt x="12098" y="1"/>
                    <a:pt x="108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32"/>
            <p:cNvSpPr/>
            <p:nvPr/>
          </p:nvSpPr>
          <p:spPr>
            <a:xfrm>
              <a:off x="6235410" y="1805493"/>
              <a:ext cx="73101" cy="62604"/>
            </a:xfrm>
            <a:custGeom>
              <a:rect b="b" l="l" r="r" t="t"/>
              <a:pathLst>
                <a:path extrusionOk="0" h="2835" w="3310">
                  <a:moveTo>
                    <a:pt x="1922" y="1"/>
                  </a:moveTo>
                  <a:cubicBezTo>
                    <a:pt x="641" y="1"/>
                    <a:pt x="1" y="1530"/>
                    <a:pt x="890" y="2420"/>
                  </a:cubicBezTo>
                  <a:cubicBezTo>
                    <a:pt x="1188" y="2706"/>
                    <a:pt x="1545" y="2834"/>
                    <a:pt x="1892" y="2834"/>
                  </a:cubicBezTo>
                  <a:cubicBezTo>
                    <a:pt x="2623" y="2834"/>
                    <a:pt x="3310" y="2268"/>
                    <a:pt x="3310" y="1424"/>
                  </a:cubicBezTo>
                  <a:cubicBezTo>
                    <a:pt x="3310" y="641"/>
                    <a:pt x="2669" y="1"/>
                    <a:pt x="19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32"/>
            <p:cNvSpPr/>
            <p:nvPr/>
          </p:nvSpPr>
          <p:spPr>
            <a:xfrm>
              <a:off x="6173329" y="1759142"/>
              <a:ext cx="182334" cy="155925"/>
            </a:xfrm>
            <a:custGeom>
              <a:rect b="b" l="l" r="r" t="t"/>
              <a:pathLst>
                <a:path extrusionOk="0" h="7061" w="8256">
                  <a:moveTo>
                    <a:pt x="4696" y="1045"/>
                  </a:moveTo>
                  <a:cubicBezTo>
                    <a:pt x="5969" y="1045"/>
                    <a:pt x="7188" y="2032"/>
                    <a:pt x="7188" y="3523"/>
                  </a:cubicBezTo>
                  <a:cubicBezTo>
                    <a:pt x="7188" y="4875"/>
                    <a:pt x="6085" y="5978"/>
                    <a:pt x="4733" y="5978"/>
                  </a:cubicBezTo>
                  <a:cubicBezTo>
                    <a:pt x="2527" y="5978"/>
                    <a:pt x="1424" y="3345"/>
                    <a:pt x="2954" y="1779"/>
                  </a:cubicBezTo>
                  <a:cubicBezTo>
                    <a:pt x="3461" y="1272"/>
                    <a:pt x="4085" y="1045"/>
                    <a:pt x="4696" y="1045"/>
                  </a:cubicBezTo>
                  <a:close/>
                  <a:moveTo>
                    <a:pt x="4733" y="0"/>
                  </a:moveTo>
                  <a:cubicBezTo>
                    <a:pt x="1566" y="0"/>
                    <a:pt x="1" y="3807"/>
                    <a:pt x="2207" y="6013"/>
                  </a:cubicBezTo>
                  <a:cubicBezTo>
                    <a:pt x="2931" y="6738"/>
                    <a:pt x="3818" y="7061"/>
                    <a:pt x="4688" y="7061"/>
                  </a:cubicBezTo>
                  <a:cubicBezTo>
                    <a:pt x="6511" y="7061"/>
                    <a:pt x="8255" y="5642"/>
                    <a:pt x="8255" y="3523"/>
                  </a:cubicBezTo>
                  <a:cubicBezTo>
                    <a:pt x="8255" y="1566"/>
                    <a:pt x="6654" y="0"/>
                    <a:pt x="4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8" name="Google Shape;1088;p32"/>
          <p:cNvGrpSpPr/>
          <p:nvPr/>
        </p:nvGrpSpPr>
        <p:grpSpPr>
          <a:xfrm>
            <a:off x="2755079" y="2156914"/>
            <a:ext cx="386642" cy="398169"/>
            <a:chOff x="2755079" y="2156914"/>
            <a:chExt cx="386642" cy="398169"/>
          </a:xfrm>
        </p:grpSpPr>
        <p:sp>
          <p:nvSpPr>
            <p:cNvPr id="1089" name="Google Shape;1089;p32"/>
            <p:cNvSpPr/>
            <p:nvPr/>
          </p:nvSpPr>
          <p:spPr>
            <a:xfrm>
              <a:off x="2755079" y="2326419"/>
              <a:ext cx="386642" cy="227869"/>
            </a:xfrm>
            <a:custGeom>
              <a:rect b="b" l="l" r="r" t="t"/>
              <a:pathLst>
                <a:path extrusionOk="0" h="10319" w="17507">
                  <a:moveTo>
                    <a:pt x="5551" y="0"/>
                  </a:moveTo>
                  <a:lnTo>
                    <a:pt x="179" y="9002"/>
                  </a:lnTo>
                  <a:cubicBezTo>
                    <a:pt x="1" y="9287"/>
                    <a:pt x="1" y="9607"/>
                    <a:pt x="179" y="9892"/>
                  </a:cubicBezTo>
                  <a:cubicBezTo>
                    <a:pt x="321" y="10177"/>
                    <a:pt x="606" y="10319"/>
                    <a:pt x="926" y="10319"/>
                  </a:cubicBezTo>
                  <a:lnTo>
                    <a:pt x="3381" y="10319"/>
                  </a:lnTo>
                  <a:lnTo>
                    <a:pt x="8327" y="1957"/>
                  </a:lnTo>
                  <a:cubicBezTo>
                    <a:pt x="8398" y="1779"/>
                    <a:pt x="8576" y="1673"/>
                    <a:pt x="8754" y="1673"/>
                  </a:cubicBezTo>
                  <a:cubicBezTo>
                    <a:pt x="8932" y="1673"/>
                    <a:pt x="9110" y="1779"/>
                    <a:pt x="9216" y="1957"/>
                  </a:cubicBezTo>
                  <a:lnTo>
                    <a:pt x="14162" y="10319"/>
                  </a:lnTo>
                  <a:lnTo>
                    <a:pt x="16582" y="10319"/>
                  </a:lnTo>
                  <a:cubicBezTo>
                    <a:pt x="16902" y="10319"/>
                    <a:pt x="17186" y="10177"/>
                    <a:pt x="17364" y="9892"/>
                  </a:cubicBezTo>
                  <a:cubicBezTo>
                    <a:pt x="17507" y="9607"/>
                    <a:pt x="17507" y="9287"/>
                    <a:pt x="17329" y="9002"/>
                  </a:cubicBezTo>
                  <a:lnTo>
                    <a:pt x="1199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32"/>
            <p:cNvSpPr/>
            <p:nvPr/>
          </p:nvSpPr>
          <p:spPr>
            <a:xfrm>
              <a:off x="2855676" y="2397922"/>
              <a:ext cx="184675" cy="157161"/>
            </a:xfrm>
            <a:custGeom>
              <a:rect b="b" l="l" r="r" t="t"/>
              <a:pathLst>
                <a:path extrusionOk="0" h="7117" w="8362">
                  <a:moveTo>
                    <a:pt x="4199" y="0"/>
                  </a:moveTo>
                  <a:lnTo>
                    <a:pt x="0" y="7116"/>
                  </a:lnTo>
                  <a:lnTo>
                    <a:pt x="8362" y="7116"/>
                  </a:lnTo>
                  <a:lnTo>
                    <a:pt x="41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32"/>
            <p:cNvSpPr/>
            <p:nvPr/>
          </p:nvSpPr>
          <p:spPr>
            <a:xfrm>
              <a:off x="2892603" y="2156914"/>
              <a:ext cx="113186" cy="145965"/>
            </a:xfrm>
            <a:custGeom>
              <a:rect b="b" l="l" r="r" t="t"/>
              <a:pathLst>
                <a:path extrusionOk="0" h="6610" w="5125">
                  <a:moveTo>
                    <a:pt x="983" y="0"/>
                  </a:moveTo>
                  <a:cubicBezTo>
                    <a:pt x="617" y="0"/>
                    <a:pt x="147" y="442"/>
                    <a:pt x="427" y="774"/>
                  </a:cubicBezTo>
                  <a:lnTo>
                    <a:pt x="1957" y="3336"/>
                  </a:lnTo>
                  <a:lnTo>
                    <a:pt x="0" y="6609"/>
                  </a:lnTo>
                  <a:lnTo>
                    <a:pt x="5124" y="6609"/>
                  </a:lnTo>
                  <a:lnTo>
                    <a:pt x="3167" y="3336"/>
                  </a:lnTo>
                  <a:lnTo>
                    <a:pt x="4697" y="774"/>
                  </a:lnTo>
                  <a:cubicBezTo>
                    <a:pt x="4847" y="374"/>
                    <a:pt x="4540" y="44"/>
                    <a:pt x="4209" y="44"/>
                  </a:cubicBezTo>
                  <a:cubicBezTo>
                    <a:pt x="4068" y="44"/>
                    <a:pt x="3924" y="103"/>
                    <a:pt x="3808" y="240"/>
                  </a:cubicBezTo>
                  <a:lnTo>
                    <a:pt x="2562" y="2304"/>
                  </a:lnTo>
                  <a:lnTo>
                    <a:pt x="1317" y="240"/>
                  </a:lnTo>
                  <a:cubicBezTo>
                    <a:pt x="1257" y="69"/>
                    <a:pt x="1128" y="0"/>
                    <a:pt x="9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2" name="Google Shape;1092;p32"/>
          <p:cNvGrpSpPr/>
          <p:nvPr/>
        </p:nvGrpSpPr>
        <p:grpSpPr>
          <a:xfrm>
            <a:off x="1435721" y="2764845"/>
            <a:ext cx="359146" cy="399163"/>
            <a:chOff x="1435721" y="2764845"/>
            <a:chExt cx="359146" cy="399163"/>
          </a:xfrm>
        </p:grpSpPr>
        <p:sp>
          <p:nvSpPr>
            <p:cNvPr id="1093" name="Google Shape;1093;p32"/>
            <p:cNvSpPr/>
            <p:nvPr/>
          </p:nvSpPr>
          <p:spPr>
            <a:xfrm>
              <a:off x="1464012" y="2833985"/>
              <a:ext cx="301769" cy="196446"/>
            </a:xfrm>
            <a:custGeom>
              <a:rect b="b" l="l" r="r" t="t"/>
              <a:pathLst>
                <a:path extrusionOk="0" h="8896" w="13664">
                  <a:moveTo>
                    <a:pt x="9287" y="1566"/>
                  </a:moveTo>
                  <a:cubicBezTo>
                    <a:pt x="9928" y="1602"/>
                    <a:pt x="9928" y="2562"/>
                    <a:pt x="9287" y="2634"/>
                  </a:cubicBezTo>
                  <a:lnTo>
                    <a:pt x="4412" y="2634"/>
                  </a:lnTo>
                  <a:cubicBezTo>
                    <a:pt x="3736" y="2562"/>
                    <a:pt x="3736" y="1602"/>
                    <a:pt x="4412" y="1566"/>
                  </a:cubicBezTo>
                  <a:close/>
                  <a:moveTo>
                    <a:pt x="3345" y="1"/>
                  </a:moveTo>
                  <a:cubicBezTo>
                    <a:pt x="2776" y="1"/>
                    <a:pt x="2313" y="463"/>
                    <a:pt x="2313" y="1032"/>
                  </a:cubicBezTo>
                  <a:lnTo>
                    <a:pt x="2313" y="2776"/>
                  </a:lnTo>
                  <a:cubicBezTo>
                    <a:pt x="2313" y="2954"/>
                    <a:pt x="2135" y="3132"/>
                    <a:pt x="1957" y="3132"/>
                  </a:cubicBezTo>
                  <a:lnTo>
                    <a:pt x="1744" y="3132"/>
                  </a:lnTo>
                  <a:cubicBezTo>
                    <a:pt x="1210" y="3132"/>
                    <a:pt x="783" y="3487"/>
                    <a:pt x="712" y="4021"/>
                  </a:cubicBezTo>
                  <a:lnTo>
                    <a:pt x="0" y="8896"/>
                  </a:lnTo>
                  <a:lnTo>
                    <a:pt x="6263" y="5693"/>
                  </a:lnTo>
                  <a:cubicBezTo>
                    <a:pt x="6458" y="5604"/>
                    <a:pt x="6663" y="5560"/>
                    <a:pt x="6863" y="5560"/>
                  </a:cubicBezTo>
                  <a:cubicBezTo>
                    <a:pt x="7063" y="5560"/>
                    <a:pt x="7259" y="5604"/>
                    <a:pt x="7437" y="5693"/>
                  </a:cubicBezTo>
                  <a:lnTo>
                    <a:pt x="13664" y="8896"/>
                  </a:lnTo>
                  <a:lnTo>
                    <a:pt x="12987" y="4021"/>
                  </a:lnTo>
                  <a:cubicBezTo>
                    <a:pt x="12881" y="3487"/>
                    <a:pt x="12454" y="3132"/>
                    <a:pt x="11920" y="3132"/>
                  </a:cubicBezTo>
                  <a:lnTo>
                    <a:pt x="11778" y="3132"/>
                  </a:lnTo>
                  <a:cubicBezTo>
                    <a:pt x="11564" y="3132"/>
                    <a:pt x="11422" y="2954"/>
                    <a:pt x="11422" y="2776"/>
                  </a:cubicBezTo>
                  <a:lnTo>
                    <a:pt x="11422" y="1032"/>
                  </a:lnTo>
                  <a:cubicBezTo>
                    <a:pt x="11422" y="463"/>
                    <a:pt x="10924" y="1"/>
                    <a:pt x="103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32"/>
            <p:cNvSpPr/>
            <p:nvPr/>
          </p:nvSpPr>
          <p:spPr>
            <a:xfrm>
              <a:off x="1626668" y="2985626"/>
              <a:ext cx="168199" cy="178382"/>
            </a:xfrm>
            <a:custGeom>
              <a:rect b="b" l="l" r="r" t="t"/>
              <a:pathLst>
                <a:path extrusionOk="0" h="8078" w="7616">
                  <a:moveTo>
                    <a:pt x="1775" y="2486"/>
                  </a:moveTo>
                  <a:cubicBezTo>
                    <a:pt x="2137" y="2486"/>
                    <a:pt x="2491" y="2772"/>
                    <a:pt x="2491" y="3203"/>
                  </a:cubicBezTo>
                  <a:cubicBezTo>
                    <a:pt x="2456" y="3594"/>
                    <a:pt x="2171" y="3914"/>
                    <a:pt x="1780" y="3914"/>
                  </a:cubicBezTo>
                  <a:cubicBezTo>
                    <a:pt x="1139" y="3914"/>
                    <a:pt x="819" y="3132"/>
                    <a:pt x="1282" y="2705"/>
                  </a:cubicBezTo>
                  <a:cubicBezTo>
                    <a:pt x="1421" y="2553"/>
                    <a:pt x="1599" y="2486"/>
                    <a:pt x="1775" y="2486"/>
                  </a:cubicBezTo>
                  <a:close/>
                  <a:moveTo>
                    <a:pt x="1" y="1"/>
                  </a:moveTo>
                  <a:lnTo>
                    <a:pt x="1" y="8077"/>
                  </a:lnTo>
                  <a:lnTo>
                    <a:pt x="5409" y="8077"/>
                  </a:lnTo>
                  <a:cubicBezTo>
                    <a:pt x="5516" y="8077"/>
                    <a:pt x="5587" y="8042"/>
                    <a:pt x="5622" y="7971"/>
                  </a:cubicBezTo>
                  <a:lnTo>
                    <a:pt x="7579" y="4128"/>
                  </a:lnTo>
                  <a:cubicBezTo>
                    <a:pt x="7615" y="4092"/>
                    <a:pt x="7615" y="4021"/>
                    <a:pt x="7615" y="3950"/>
                  </a:cubicBezTo>
                  <a:cubicBezTo>
                    <a:pt x="7579" y="3914"/>
                    <a:pt x="7544" y="3879"/>
                    <a:pt x="7508" y="38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32"/>
            <p:cNvSpPr/>
            <p:nvPr/>
          </p:nvSpPr>
          <p:spPr>
            <a:xfrm>
              <a:off x="1435721" y="2985626"/>
              <a:ext cx="168177" cy="178382"/>
            </a:xfrm>
            <a:custGeom>
              <a:rect b="b" l="l" r="r" t="t"/>
              <a:pathLst>
                <a:path extrusionOk="0" h="8078" w="7615">
                  <a:moveTo>
                    <a:pt x="5818" y="2491"/>
                  </a:moveTo>
                  <a:cubicBezTo>
                    <a:pt x="6446" y="2505"/>
                    <a:pt x="6757" y="3278"/>
                    <a:pt x="6298" y="3701"/>
                  </a:cubicBezTo>
                  <a:cubicBezTo>
                    <a:pt x="6159" y="3852"/>
                    <a:pt x="5981" y="3920"/>
                    <a:pt x="5805" y="3920"/>
                  </a:cubicBezTo>
                  <a:cubicBezTo>
                    <a:pt x="5443" y="3920"/>
                    <a:pt x="5089" y="3634"/>
                    <a:pt x="5089" y="3203"/>
                  </a:cubicBezTo>
                  <a:cubicBezTo>
                    <a:pt x="5089" y="2817"/>
                    <a:pt x="5400" y="2500"/>
                    <a:pt x="5818" y="2491"/>
                  </a:cubicBezTo>
                  <a:close/>
                  <a:moveTo>
                    <a:pt x="7615" y="1"/>
                  </a:moveTo>
                  <a:lnTo>
                    <a:pt x="143" y="3843"/>
                  </a:lnTo>
                  <a:cubicBezTo>
                    <a:pt x="72" y="3879"/>
                    <a:pt x="36" y="3914"/>
                    <a:pt x="36" y="3950"/>
                  </a:cubicBezTo>
                  <a:cubicBezTo>
                    <a:pt x="1" y="4021"/>
                    <a:pt x="1" y="4092"/>
                    <a:pt x="36" y="4128"/>
                  </a:cubicBezTo>
                  <a:lnTo>
                    <a:pt x="1993" y="7971"/>
                  </a:lnTo>
                  <a:cubicBezTo>
                    <a:pt x="2029" y="8042"/>
                    <a:pt x="2100" y="8077"/>
                    <a:pt x="2207" y="8077"/>
                  </a:cubicBezTo>
                  <a:lnTo>
                    <a:pt x="7615" y="8077"/>
                  </a:lnTo>
                  <a:lnTo>
                    <a:pt x="76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32"/>
            <p:cNvSpPr/>
            <p:nvPr/>
          </p:nvSpPr>
          <p:spPr>
            <a:xfrm>
              <a:off x="1567745" y="2764845"/>
              <a:ext cx="94303" cy="44805"/>
            </a:xfrm>
            <a:custGeom>
              <a:rect b="b" l="l" r="r" t="t"/>
              <a:pathLst>
                <a:path extrusionOk="0" h="2029" w="4270">
                  <a:moveTo>
                    <a:pt x="712" y="0"/>
                  </a:moveTo>
                  <a:cubicBezTo>
                    <a:pt x="320" y="0"/>
                    <a:pt x="36" y="321"/>
                    <a:pt x="0" y="712"/>
                  </a:cubicBezTo>
                  <a:lnTo>
                    <a:pt x="0" y="2029"/>
                  </a:lnTo>
                  <a:lnTo>
                    <a:pt x="4270" y="2029"/>
                  </a:lnTo>
                  <a:lnTo>
                    <a:pt x="4270" y="712"/>
                  </a:lnTo>
                  <a:cubicBezTo>
                    <a:pt x="4270" y="321"/>
                    <a:pt x="3950" y="0"/>
                    <a:pt x="35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32"/>
            <p:cNvSpPr/>
            <p:nvPr/>
          </p:nvSpPr>
          <p:spPr>
            <a:xfrm>
              <a:off x="1568518" y="2764845"/>
              <a:ext cx="93530" cy="44805"/>
            </a:xfrm>
            <a:custGeom>
              <a:rect b="b" l="l" r="r" t="t"/>
              <a:pathLst>
                <a:path extrusionOk="0" h="2029" w="4235">
                  <a:moveTo>
                    <a:pt x="677" y="0"/>
                  </a:moveTo>
                  <a:cubicBezTo>
                    <a:pt x="285" y="0"/>
                    <a:pt x="1" y="321"/>
                    <a:pt x="1" y="712"/>
                  </a:cubicBezTo>
                  <a:lnTo>
                    <a:pt x="1" y="2029"/>
                  </a:lnTo>
                  <a:lnTo>
                    <a:pt x="4235" y="2029"/>
                  </a:lnTo>
                  <a:lnTo>
                    <a:pt x="4235" y="712"/>
                  </a:lnTo>
                  <a:cubicBezTo>
                    <a:pt x="4235" y="321"/>
                    <a:pt x="3915" y="0"/>
                    <a:pt x="35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8" name="Google Shape;1098;p32"/>
          <p:cNvGrpSpPr/>
          <p:nvPr/>
        </p:nvGrpSpPr>
        <p:grpSpPr>
          <a:xfrm>
            <a:off x="4716448" y="4031409"/>
            <a:ext cx="400004" cy="399164"/>
            <a:chOff x="4716448" y="4031409"/>
            <a:chExt cx="400004" cy="399164"/>
          </a:xfrm>
        </p:grpSpPr>
        <p:sp>
          <p:nvSpPr>
            <p:cNvPr id="1099" name="Google Shape;1099;p32"/>
            <p:cNvSpPr/>
            <p:nvPr/>
          </p:nvSpPr>
          <p:spPr>
            <a:xfrm>
              <a:off x="4716448" y="4217631"/>
              <a:ext cx="82532" cy="212942"/>
            </a:xfrm>
            <a:custGeom>
              <a:rect b="b" l="l" r="r" t="t"/>
              <a:pathLst>
                <a:path extrusionOk="0" h="9643" w="3737">
                  <a:moveTo>
                    <a:pt x="1780" y="1601"/>
                  </a:moveTo>
                  <a:cubicBezTo>
                    <a:pt x="2047" y="1601"/>
                    <a:pt x="2313" y="1779"/>
                    <a:pt x="2313" y="2135"/>
                  </a:cubicBezTo>
                  <a:lnTo>
                    <a:pt x="2313" y="4803"/>
                  </a:lnTo>
                  <a:cubicBezTo>
                    <a:pt x="2313" y="5159"/>
                    <a:pt x="2047" y="5337"/>
                    <a:pt x="1780" y="5337"/>
                  </a:cubicBezTo>
                  <a:cubicBezTo>
                    <a:pt x="1513" y="5337"/>
                    <a:pt x="1246" y="5159"/>
                    <a:pt x="1246" y="4803"/>
                  </a:cubicBezTo>
                  <a:lnTo>
                    <a:pt x="1246" y="2135"/>
                  </a:lnTo>
                  <a:cubicBezTo>
                    <a:pt x="1246" y="1779"/>
                    <a:pt x="1513" y="1601"/>
                    <a:pt x="1780" y="1601"/>
                  </a:cubicBezTo>
                  <a:close/>
                  <a:moveTo>
                    <a:pt x="712" y="0"/>
                  </a:moveTo>
                  <a:cubicBezTo>
                    <a:pt x="321" y="0"/>
                    <a:pt x="36" y="320"/>
                    <a:pt x="36" y="712"/>
                  </a:cubicBezTo>
                  <a:lnTo>
                    <a:pt x="36" y="9322"/>
                  </a:lnTo>
                  <a:cubicBezTo>
                    <a:pt x="1" y="9500"/>
                    <a:pt x="179" y="9642"/>
                    <a:pt x="392" y="9642"/>
                  </a:cubicBezTo>
                  <a:lnTo>
                    <a:pt x="3737" y="9642"/>
                  </a:lnTo>
                  <a:lnTo>
                    <a:pt x="373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32"/>
            <p:cNvSpPr/>
            <p:nvPr/>
          </p:nvSpPr>
          <p:spPr>
            <a:xfrm>
              <a:off x="5033920" y="4217631"/>
              <a:ext cx="82532" cy="212942"/>
            </a:xfrm>
            <a:custGeom>
              <a:rect b="b" l="l" r="r" t="t"/>
              <a:pathLst>
                <a:path extrusionOk="0" h="9643" w="3737">
                  <a:moveTo>
                    <a:pt x="1957" y="1637"/>
                  </a:moveTo>
                  <a:cubicBezTo>
                    <a:pt x="2224" y="1637"/>
                    <a:pt x="2491" y="1815"/>
                    <a:pt x="2491" y="2170"/>
                  </a:cubicBezTo>
                  <a:lnTo>
                    <a:pt x="2491" y="4839"/>
                  </a:lnTo>
                  <a:cubicBezTo>
                    <a:pt x="2491" y="5177"/>
                    <a:pt x="2224" y="5346"/>
                    <a:pt x="1957" y="5346"/>
                  </a:cubicBezTo>
                  <a:cubicBezTo>
                    <a:pt x="1690" y="5346"/>
                    <a:pt x="1424" y="5177"/>
                    <a:pt x="1424" y="4839"/>
                  </a:cubicBezTo>
                  <a:lnTo>
                    <a:pt x="1424" y="2170"/>
                  </a:lnTo>
                  <a:cubicBezTo>
                    <a:pt x="1424" y="1815"/>
                    <a:pt x="1690" y="1637"/>
                    <a:pt x="1957" y="1637"/>
                  </a:cubicBezTo>
                  <a:close/>
                  <a:moveTo>
                    <a:pt x="0" y="0"/>
                  </a:moveTo>
                  <a:lnTo>
                    <a:pt x="0" y="9642"/>
                  </a:lnTo>
                  <a:lnTo>
                    <a:pt x="3381" y="9642"/>
                  </a:lnTo>
                  <a:cubicBezTo>
                    <a:pt x="3558" y="9642"/>
                    <a:pt x="3736" y="9500"/>
                    <a:pt x="3736" y="9287"/>
                  </a:cubicBezTo>
                  <a:lnTo>
                    <a:pt x="3736" y="712"/>
                  </a:lnTo>
                  <a:cubicBezTo>
                    <a:pt x="3736" y="320"/>
                    <a:pt x="3416" y="0"/>
                    <a:pt x="3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2"/>
            <p:cNvSpPr/>
            <p:nvPr/>
          </p:nvSpPr>
          <p:spPr>
            <a:xfrm>
              <a:off x="4822544" y="4031409"/>
              <a:ext cx="188606" cy="399163"/>
            </a:xfrm>
            <a:custGeom>
              <a:rect b="b" l="l" r="r" t="t"/>
              <a:pathLst>
                <a:path extrusionOk="0" h="18076" w="8540">
                  <a:moveTo>
                    <a:pt x="4234" y="1602"/>
                  </a:moveTo>
                  <a:cubicBezTo>
                    <a:pt x="4501" y="1602"/>
                    <a:pt x="4768" y="1779"/>
                    <a:pt x="4768" y="2135"/>
                  </a:cubicBezTo>
                  <a:lnTo>
                    <a:pt x="4768" y="4804"/>
                  </a:lnTo>
                  <a:cubicBezTo>
                    <a:pt x="4768" y="5160"/>
                    <a:pt x="4501" y="5338"/>
                    <a:pt x="4234" y="5338"/>
                  </a:cubicBezTo>
                  <a:cubicBezTo>
                    <a:pt x="3967" y="5338"/>
                    <a:pt x="3701" y="5160"/>
                    <a:pt x="3701" y="4804"/>
                  </a:cubicBezTo>
                  <a:lnTo>
                    <a:pt x="3701" y="2135"/>
                  </a:lnTo>
                  <a:cubicBezTo>
                    <a:pt x="3701" y="1779"/>
                    <a:pt x="3967" y="1602"/>
                    <a:pt x="4234" y="1602"/>
                  </a:cubicBezTo>
                  <a:close/>
                  <a:moveTo>
                    <a:pt x="6405" y="1602"/>
                  </a:moveTo>
                  <a:cubicBezTo>
                    <a:pt x="6672" y="1602"/>
                    <a:pt x="6938" y="1779"/>
                    <a:pt x="6938" y="2135"/>
                  </a:cubicBezTo>
                  <a:lnTo>
                    <a:pt x="6938" y="4804"/>
                  </a:lnTo>
                  <a:cubicBezTo>
                    <a:pt x="6938" y="5160"/>
                    <a:pt x="6672" y="5338"/>
                    <a:pt x="6405" y="5338"/>
                  </a:cubicBezTo>
                  <a:cubicBezTo>
                    <a:pt x="6138" y="5338"/>
                    <a:pt x="5871" y="5160"/>
                    <a:pt x="5871" y="4804"/>
                  </a:cubicBezTo>
                  <a:lnTo>
                    <a:pt x="5871" y="2135"/>
                  </a:lnTo>
                  <a:cubicBezTo>
                    <a:pt x="5871" y="1779"/>
                    <a:pt x="6138" y="1602"/>
                    <a:pt x="6405" y="1602"/>
                  </a:cubicBezTo>
                  <a:close/>
                  <a:moveTo>
                    <a:pt x="2086" y="1655"/>
                  </a:moveTo>
                  <a:cubicBezTo>
                    <a:pt x="2340" y="1655"/>
                    <a:pt x="2598" y="1815"/>
                    <a:pt x="2633" y="2135"/>
                  </a:cubicBezTo>
                  <a:lnTo>
                    <a:pt x="2633" y="4804"/>
                  </a:lnTo>
                  <a:cubicBezTo>
                    <a:pt x="2669" y="5195"/>
                    <a:pt x="2384" y="5391"/>
                    <a:pt x="2099" y="5391"/>
                  </a:cubicBezTo>
                  <a:cubicBezTo>
                    <a:pt x="1815" y="5391"/>
                    <a:pt x="1530" y="5195"/>
                    <a:pt x="1566" y="4804"/>
                  </a:cubicBezTo>
                  <a:lnTo>
                    <a:pt x="1566" y="2135"/>
                  </a:lnTo>
                  <a:cubicBezTo>
                    <a:pt x="1583" y="1815"/>
                    <a:pt x="1833" y="1655"/>
                    <a:pt x="2086" y="1655"/>
                  </a:cubicBezTo>
                  <a:close/>
                  <a:moveTo>
                    <a:pt x="4234" y="6761"/>
                  </a:moveTo>
                  <a:cubicBezTo>
                    <a:pt x="4501" y="6761"/>
                    <a:pt x="4768" y="6939"/>
                    <a:pt x="4768" y="7294"/>
                  </a:cubicBezTo>
                  <a:lnTo>
                    <a:pt x="4768" y="9963"/>
                  </a:lnTo>
                  <a:cubicBezTo>
                    <a:pt x="4768" y="10319"/>
                    <a:pt x="4501" y="10497"/>
                    <a:pt x="4234" y="10497"/>
                  </a:cubicBezTo>
                  <a:cubicBezTo>
                    <a:pt x="3967" y="10497"/>
                    <a:pt x="3701" y="10319"/>
                    <a:pt x="3701" y="9963"/>
                  </a:cubicBezTo>
                  <a:lnTo>
                    <a:pt x="3701" y="7294"/>
                  </a:lnTo>
                  <a:cubicBezTo>
                    <a:pt x="3701" y="6939"/>
                    <a:pt x="3967" y="6761"/>
                    <a:pt x="4234" y="6761"/>
                  </a:cubicBezTo>
                  <a:close/>
                  <a:moveTo>
                    <a:pt x="6405" y="6761"/>
                  </a:moveTo>
                  <a:cubicBezTo>
                    <a:pt x="6672" y="6761"/>
                    <a:pt x="6938" y="6939"/>
                    <a:pt x="6938" y="7294"/>
                  </a:cubicBezTo>
                  <a:lnTo>
                    <a:pt x="6938" y="9963"/>
                  </a:lnTo>
                  <a:cubicBezTo>
                    <a:pt x="6938" y="10319"/>
                    <a:pt x="6672" y="10497"/>
                    <a:pt x="6405" y="10497"/>
                  </a:cubicBezTo>
                  <a:cubicBezTo>
                    <a:pt x="6138" y="10497"/>
                    <a:pt x="5871" y="10319"/>
                    <a:pt x="5871" y="9963"/>
                  </a:cubicBezTo>
                  <a:lnTo>
                    <a:pt x="5871" y="7294"/>
                  </a:lnTo>
                  <a:cubicBezTo>
                    <a:pt x="5871" y="6939"/>
                    <a:pt x="6138" y="6761"/>
                    <a:pt x="6405" y="6761"/>
                  </a:cubicBezTo>
                  <a:close/>
                  <a:moveTo>
                    <a:pt x="2086" y="6814"/>
                  </a:moveTo>
                  <a:cubicBezTo>
                    <a:pt x="2340" y="6814"/>
                    <a:pt x="2598" y="6974"/>
                    <a:pt x="2633" y="7294"/>
                  </a:cubicBezTo>
                  <a:lnTo>
                    <a:pt x="2633" y="9963"/>
                  </a:lnTo>
                  <a:cubicBezTo>
                    <a:pt x="2669" y="10354"/>
                    <a:pt x="2384" y="10550"/>
                    <a:pt x="2099" y="10550"/>
                  </a:cubicBezTo>
                  <a:cubicBezTo>
                    <a:pt x="1815" y="10550"/>
                    <a:pt x="1530" y="10354"/>
                    <a:pt x="1566" y="9963"/>
                  </a:cubicBezTo>
                  <a:lnTo>
                    <a:pt x="1566" y="7294"/>
                  </a:lnTo>
                  <a:cubicBezTo>
                    <a:pt x="1583" y="6974"/>
                    <a:pt x="1833" y="6814"/>
                    <a:pt x="2086" y="6814"/>
                  </a:cubicBezTo>
                  <a:close/>
                  <a:moveTo>
                    <a:pt x="712" y="0"/>
                  </a:moveTo>
                  <a:cubicBezTo>
                    <a:pt x="320" y="0"/>
                    <a:pt x="0" y="321"/>
                    <a:pt x="0" y="712"/>
                  </a:cubicBezTo>
                  <a:lnTo>
                    <a:pt x="0" y="18075"/>
                  </a:lnTo>
                  <a:lnTo>
                    <a:pt x="2491" y="18075"/>
                  </a:lnTo>
                  <a:lnTo>
                    <a:pt x="2491" y="13343"/>
                  </a:lnTo>
                  <a:cubicBezTo>
                    <a:pt x="2491" y="12952"/>
                    <a:pt x="2811" y="12632"/>
                    <a:pt x="3202" y="12632"/>
                  </a:cubicBezTo>
                  <a:lnTo>
                    <a:pt x="5337" y="12632"/>
                  </a:lnTo>
                  <a:cubicBezTo>
                    <a:pt x="5729" y="12632"/>
                    <a:pt x="6013" y="12952"/>
                    <a:pt x="6013" y="13343"/>
                  </a:cubicBezTo>
                  <a:lnTo>
                    <a:pt x="6013" y="18075"/>
                  </a:lnTo>
                  <a:lnTo>
                    <a:pt x="8540" y="18075"/>
                  </a:lnTo>
                  <a:lnTo>
                    <a:pt x="8540" y="712"/>
                  </a:lnTo>
                  <a:cubicBezTo>
                    <a:pt x="8540" y="321"/>
                    <a:pt x="8219" y="0"/>
                    <a:pt x="78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2" name="Google Shape;1102;p32"/>
          <p:cNvSpPr/>
          <p:nvPr/>
        </p:nvSpPr>
        <p:spPr>
          <a:xfrm>
            <a:off x="4690520" y="2809628"/>
            <a:ext cx="429067" cy="310060"/>
          </a:xfrm>
          <a:custGeom>
            <a:rect b="b" l="l" r="r" t="t"/>
            <a:pathLst>
              <a:path extrusionOk="0" h="14041" w="19428">
                <a:moveTo>
                  <a:pt x="12347" y="4341"/>
                </a:moveTo>
                <a:lnTo>
                  <a:pt x="10426" y="8931"/>
                </a:lnTo>
                <a:lnTo>
                  <a:pt x="8220" y="4341"/>
                </a:lnTo>
                <a:close/>
                <a:moveTo>
                  <a:pt x="6370" y="7971"/>
                </a:moveTo>
                <a:cubicBezTo>
                  <a:pt x="7010" y="8362"/>
                  <a:pt x="7437" y="9002"/>
                  <a:pt x="7579" y="9714"/>
                </a:cubicBezTo>
                <a:lnTo>
                  <a:pt x="5729" y="9714"/>
                </a:lnTo>
                <a:lnTo>
                  <a:pt x="6370" y="7971"/>
                </a:lnTo>
                <a:close/>
                <a:moveTo>
                  <a:pt x="7437" y="5195"/>
                </a:moveTo>
                <a:lnTo>
                  <a:pt x="9607" y="9714"/>
                </a:lnTo>
                <a:lnTo>
                  <a:pt x="8647" y="9714"/>
                </a:lnTo>
                <a:cubicBezTo>
                  <a:pt x="8469" y="8575"/>
                  <a:pt x="7793" y="7544"/>
                  <a:pt x="6761" y="6974"/>
                </a:cubicBezTo>
                <a:lnTo>
                  <a:pt x="7437" y="5195"/>
                </a:lnTo>
                <a:close/>
                <a:moveTo>
                  <a:pt x="4946" y="7579"/>
                </a:moveTo>
                <a:cubicBezTo>
                  <a:pt x="5089" y="7579"/>
                  <a:pt x="5231" y="7579"/>
                  <a:pt x="5373" y="7615"/>
                </a:cubicBezTo>
                <a:lnTo>
                  <a:pt x="4448" y="10034"/>
                </a:lnTo>
                <a:cubicBezTo>
                  <a:pt x="4341" y="10390"/>
                  <a:pt x="4590" y="10781"/>
                  <a:pt x="4946" y="10781"/>
                </a:cubicBezTo>
                <a:lnTo>
                  <a:pt x="7579" y="10781"/>
                </a:lnTo>
                <a:cubicBezTo>
                  <a:pt x="7330" y="12027"/>
                  <a:pt x="6227" y="12952"/>
                  <a:pt x="4946" y="12952"/>
                </a:cubicBezTo>
                <a:cubicBezTo>
                  <a:pt x="3452" y="12952"/>
                  <a:pt x="2242" y="11742"/>
                  <a:pt x="2242" y="10248"/>
                </a:cubicBezTo>
                <a:cubicBezTo>
                  <a:pt x="2242" y="8753"/>
                  <a:pt x="3452" y="7579"/>
                  <a:pt x="4946" y="7579"/>
                </a:cubicBezTo>
                <a:close/>
                <a:moveTo>
                  <a:pt x="15346" y="7602"/>
                </a:moveTo>
                <a:cubicBezTo>
                  <a:pt x="16727" y="7602"/>
                  <a:pt x="17870" y="8661"/>
                  <a:pt x="18004" y="10034"/>
                </a:cubicBezTo>
                <a:cubicBezTo>
                  <a:pt x="18111" y="11529"/>
                  <a:pt x="17008" y="12810"/>
                  <a:pt x="15549" y="12952"/>
                </a:cubicBezTo>
                <a:lnTo>
                  <a:pt x="15514" y="12952"/>
                </a:lnTo>
                <a:cubicBezTo>
                  <a:pt x="15488" y="12953"/>
                  <a:pt x="15461" y="12953"/>
                  <a:pt x="15435" y="12953"/>
                </a:cubicBezTo>
                <a:cubicBezTo>
                  <a:pt x="12754" y="12953"/>
                  <a:pt x="11730" y="9345"/>
                  <a:pt x="14126" y="7971"/>
                </a:cubicBezTo>
                <a:lnTo>
                  <a:pt x="14126" y="7971"/>
                </a:lnTo>
                <a:lnTo>
                  <a:pt x="15016" y="10426"/>
                </a:lnTo>
                <a:cubicBezTo>
                  <a:pt x="15087" y="10639"/>
                  <a:pt x="15265" y="10781"/>
                  <a:pt x="15514" y="10781"/>
                </a:cubicBezTo>
                <a:cubicBezTo>
                  <a:pt x="15549" y="10781"/>
                  <a:pt x="15621" y="10746"/>
                  <a:pt x="15692" y="10746"/>
                </a:cubicBezTo>
                <a:cubicBezTo>
                  <a:pt x="15941" y="10639"/>
                  <a:pt x="16083" y="10319"/>
                  <a:pt x="15976" y="10070"/>
                </a:cubicBezTo>
                <a:lnTo>
                  <a:pt x="15087" y="7615"/>
                </a:lnTo>
                <a:cubicBezTo>
                  <a:pt x="15174" y="7606"/>
                  <a:pt x="15261" y="7602"/>
                  <a:pt x="15346" y="7602"/>
                </a:cubicBezTo>
                <a:close/>
                <a:moveTo>
                  <a:pt x="6298" y="1"/>
                </a:moveTo>
                <a:cubicBezTo>
                  <a:pt x="5729" y="36"/>
                  <a:pt x="5267" y="499"/>
                  <a:pt x="5267" y="1068"/>
                </a:cubicBezTo>
                <a:lnTo>
                  <a:pt x="5267" y="1424"/>
                </a:lnTo>
                <a:cubicBezTo>
                  <a:pt x="5267" y="1993"/>
                  <a:pt x="5729" y="2491"/>
                  <a:pt x="6298" y="2491"/>
                </a:cubicBezTo>
                <a:lnTo>
                  <a:pt x="6868" y="2491"/>
                </a:lnTo>
                <a:lnTo>
                  <a:pt x="6868" y="3772"/>
                </a:lnTo>
                <a:lnTo>
                  <a:pt x="5765" y="6619"/>
                </a:lnTo>
                <a:cubicBezTo>
                  <a:pt x="5516" y="6547"/>
                  <a:pt x="5231" y="6512"/>
                  <a:pt x="4946" y="6512"/>
                </a:cubicBezTo>
                <a:cubicBezTo>
                  <a:pt x="1708" y="6512"/>
                  <a:pt x="1" y="10319"/>
                  <a:pt x="2100" y="12738"/>
                </a:cubicBezTo>
                <a:cubicBezTo>
                  <a:pt x="2881" y="13623"/>
                  <a:pt x="3909" y="14028"/>
                  <a:pt x="4920" y="14028"/>
                </a:cubicBezTo>
                <a:cubicBezTo>
                  <a:pt x="6674" y="14028"/>
                  <a:pt x="8376" y="12812"/>
                  <a:pt x="8647" y="10781"/>
                </a:cubicBezTo>
                <a:lnTo>
                  <a:pt x="10426" y="10781"/>
                </a:lnTo>
                <a:cubicBezTo>
                  <a:pt x="10639" y="10781"/>
                  <a:pt x="10817" y="10639"/>
                  <a:pt x="10924" y="10461"/>
                </a:cubicBezTo>
                <a:lnTo>
                  <a:pt x="13094" y="5302"/>
                </a:lnTo>
                <a:lnTo>
                  <a:pt x="13735" y="6974"/>
                </a:lnTo>
                <a:cubicBezTo>
                  <a:pt x="10141" y="8902"/>
                  <a:pt x="11797" y="14040"/>
                  <a:pt x="15398" y="14040"/>
                </a:cubicBezTo>
                <a:cubicBezTo>
                  <a:pt x="15719" y="14040"/>
                  <a:pt x="16055" y="14000"/>
                  <a:pt x="16403" y="13913"/>
                </a:cubicBezTo>
                <a:cubicBezTo>
                  <a:pt x="18254" y="13450"/>
                  <a:pt x="19428" y="11707"/>
                  <a:pt x="19214" y="9821"/>
                </a:cubicBezTo>
                <a:cubicBezTo>
                  <a:pt x="19001" y="7935"/>
                  <a:pt x="17400" y="6547"/>
                  <a:pt x="15514" y="6547"/>
                </a:cubicBezTo>
                <a:lnTo>
                  <a:pt x="15514" y="6512"/>
                </a:lnTo>
                <a:cubicBezTo>
                  <a:pt x="15265" y="6512"/>
                  <a:pt x="14980" y="6547"/>
                  <a:pt x="14731" y="6583"/>
                </a:cubicBezTo>
                <a:lnTo>
                  <a:pt x="12810" y="1424"/>
                </a:lnTo>
                <a:lnTo>
                  <a:pt x="15656" y="1424"/>
                </a:lnTo>
                <a:cubicBezTo>
                  <a:pt x="16510" y="1424"/>
                  <a:pt x="16510" y="2669"/>
                  <a:pt x="15656" y="2669"/>
                </a:cubicBezTo>
                <a:lnTo>
                  <a:pt x="15336" y="2669"/>
                </a:lnTo>
                <a:cubicBezTo>
                  <a:pt x="14695" y="2740"/>
                  <a:pt x="14695" y="3665"/>
                  <a:pt x="15336" y="3737"/>
                </a:cubicBezTo>
                <a:lnTo>
                  <a:pt x="15656" y="3737"/>
                </a:lnTo>
                <a:cubicBezTo>
                  <a:pt x="17791" y="3630"/>
                  <a:pt x="17791" y="463"/>
                  <a:pt x="15656" y="356"/>
                </a:cubicBezTo>
                <a:lnTo>
                  <a:pt x="12561" y="356"/>
                </a:lnTo>
                <a:cubicBezTo>
                  <a:pt x="12276" y="356"/>
                  <a:pt x="12027" y="499"/>
                  <a:pt x="11849" y="748"/>
                </a:cubicBezTo>
                <a:cubicBezTo>
                  <a:pt x="11671" y="961"/>
                  <a:pt x="11635" y="1281"/>
                  <a:pt x="11742" y="1531"/>
                </a:cubicBezTo>
                <a:lnTo>
                  <a:pt x="12383" y="3310"/>
                </a:lnTo>
                <a:lnTo>
                  <a:pt x="7899" y="3310"/>
                </a:lnTo>
                <a:lnTo>
                  <a:pt x="7899" y="2491"/>
                </a:lnTo>
                <a:lnTo>
                  <a:pt x="8433" y="2491"/>
                </a:lnTo>
                <a:cubicBezTo>
                  <a:pt x="9003" y="2491"/>
                  <a:pt x="9465" y="1993"/>
                  <a:pt x="9465" y="1424"/>
                </a:cubicBezTo>
                <a:lnTo>
                  <a:pt x="9465" y="1068"/>
                </a:lnTo>
                <a:cubicBezTo>
                  <a:pt x="9465" y="499"/>
                  <a:pt x="9003" y="36"/>
                  <a:pt x="843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03" name="Google Shape;1103;p32"/>
          <p:cNvGrpSpPr/>
          <p:nvPr/>
        </p:nvGrpSpPr>
        <p:grpSpPr>
          <a:xfrm>
            <a:off x="7319828" y="2155920"/>
            <a:ext cx="399208" cy="399163"/>
            <a:chOff x="7319828" y="2155920"/>
            <a:chExt cx="399208" cy="399163"/>
          </a:xfrm>
        </p:grpSpPr>
        <p:sp>
          <p:nvSpPr>
            <p:cNvPr id="1104" name="Google Shape;1104;p32"/>
            <p:cNvSpPr/>
            <p:nvPr/>
          </p:nvSpPr>
          <p:spPr>
            <a:xfrm>
              <a:off x="7319828" y="2346051"/>
              <a:ext cx="39311" cy="117103"/>
            </a:xfrm>
            <a:custGeom>
              <a:rect b="b" l="l" r="r" t="t"/>
              <a:pathLst>
                <a:path extrusionOk="0" h="5303" w="1780">
                  <a:moveTo>
                    <a:pt x="1423" y="1"/>
                  </a:moveTo>
                  <a:cubicBezTo>
                    <a:pt x="641" y="1"/>
                    <a:pt x="0" y="641"/>
                    <a:pt x="0" y="1424"/>
                  </a:cubicBezTo>
                  <a:lnTo>
                    <a:pt x="0" y="3879"/>
                  </a:lnTo>
                  <a:cubicBezTo>
                    <a:pt x="0" y="4662"/>
                    <a:pt x="641" y="5302"/>
                    <a:pt x="1423" y="5302"/>
                  </a:cubicBezTo>
                  <a:lnTo>
                    <a:pt x="1779" y="5302"/>
                  </a:lnTo>
                  <a:lnTo>
                    <a:pt x="17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2"/>
            <p:cNvSpPr/>
            <p:nvPr/>
          </p:nvSpPr>
          <p:spPr>
            <a:xfrm>
              <a:off x="7679725" y="2346051"/>
              <a:ext cx="39311" cy="117103"/>
            </a:xfrm>
            <a:custGeom>
              <a:rect b="b" l="l" r="r" t="t"/>
              <a:pathLst>
                <a:path extrusionOk="0" h="5303" w="1780">
                  <a:moveTo>
                    <a:pt x="0" y="1"/>
                  </a:moveTo>
                  <a:lnTo>
                    <a:pt x="0" y="5302"/>
                  </a:lnTo>
                  <a:lnTo>
                    <a:pt x="356" y="5302"/>
                  </a:lnTo>
                  <a:cubicBezTo>
                    <a:pt x="1139" y="5302"/>
                    <a:pt x="1779" y="4662"/>
                    <a:pt x="1779" y="3879"/>
                  </a:cubicBezTo>
                  <a:lnTo>
                    <a:pt x="1779" y="1424"/>
                  </a:lnTo>
                  <a:cubicBezTo>
                    <a:pt x="1779" y="641"/>
                    <a:pt x="1139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32"/>
            <p:cNvSpPr/>
            <p:nvPr/>
          </p:nvSpPr>
          <p:spPr>
            <a:xfrm>
              <a:off x="7483257" y="2508710"/>
              <a:ext cx="85690" cy="46373"/>
            </a:xfrm>
            <a:custGeom>
              <a:rect b="b" l="l" r="r" t="t"/>
              <a:pathLst>
                <a:path extrusionOk="0" h="2100" w="3880">
                  <a:moveTo>
                    <a:pt x="713" y="0"/>
                  </a:moveTo>
                  <a:cubicBezTo>
                    <a:pt x="321" y="0"/>
                    <a:pt x="1" y="285"/>
                    <a:pt x="1" y="676"/>
                  </a:cubicBezTo>
                  <a:lnTo>
                    <a:pt x="1" y="1388"/>
                  </a:lnTo>
                  <a:cubicBezTo>
                    <a:pt x="1" y="1779"/>
                    <a:pt x="321" y="2099"/>
                    <a:pt x="713" y="2099"/>
                  </a:cubicBezTo>
                  <a:lnTo>
                    <a:pt x="3203" y="2099"/>
                  </a:lnTo>
                  <a:cubicBezTo>
                    <a:pt x="3559" y="2099"/>
                    <a:pt x="3879" y="1779"/>
                    <a:pt x="3879" y="1388"/>
                  </a:cubicBezTo>
                  <a:lnTo>
                    <a:pt x="3879" y="676"/>
                  </a:lnTo>
                  <a:cubicBezTo>
                    <a:pt x="3879" y="285"/>
                    <a:pt x="3559" y="0"/>
                    <a:pt x="31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32"/>
            <p:cNvSpPr/>
            <p:nvPr/>
          </p:nvSpPr>
          <p:spPr>
            <a:xfrm>
              <a:off x="7592489" y="2463132"/>
              <a:ext cx="51900" cy="80159"/>
            </a:xfrm>
            <a:custGeom>
              <a:rect b="b" l="l" r="r" t="t"/>
              <a:pathLst>
                <a:path extrusionOk="0" h="3630" w="2350">
                  <a:moveTo>
                    <a:pt x="1815" y="0"/>
                  </a:moveTo>
                  <a:cubicBezTo>
                    <a:pt x="1495" y="0"/>
                    <a:pt x="1282" y="250"/>
                    <a:pt x="1282" y="534"/>
                  </a:cubicBezTo>
                  <a:lnTo>
                    <a:pt x="1282" y="1673"/>
                  </a:lnTo>
                  <a:cubicBezTo>
                    <a:pt x="1282" y="2171"/>
                    <a:pt x="855" y="2562"/>
                    <a:pt x="392" y="2562"/>
                  </a:cubicBezTo>
                  <a:lnTo>
                    <a:pt x="1" y="2562"/>
                  </a:lnTo>
                  <a:lnTo>
                    <a:pt x="1" y="3630"/>
                  </a:lnTo>
                  <a:lnTo>
                    <a:pt x="392" y="3630"/>
                  </a:lnTo>
                  <a:cubicBezTo>
                    <a:pt x="1460" y="3630"/>
                    <a:pt x="2349" y="2776"/>
                    <a:pt x="2349" y="1708"/>
                  </a:cubicBezTo>
                  <a:lnTo>
                    <a:pt x="2349" y="534"/>
                  </a:lnTo>
                  <a:cubicBezTo>
                    <a:pt x="2349" y="250"/>
                    <a:pt x="2100" y="0"/>
                    <a:pt x="1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32"/>
            <p:cNvSpPr/>
            <p:nvPr/>
          </p:nvSpPr>
          <p:spPr>
            <a:xfrm>
              <a:off x="7381909" y="2155920"/>
              <a:ext cx="275047" cy="319026"/>
            </a:xfrm>
            <a:custGeom>
              <a:rect b="b" l="l" r="r" t="t"/>
              <a:pathLst>
                <a:path extrusionOk="0" h="14447" w="12454">
                  <a:moveTo>
                    <a:pt x="7899" y="1068"/>
                  </a:moveTo>
                  <a:cubicBezTo>
                    <a:pt x="9500" y="1068"/>
                    <a:pt x="10817" y="2313"/>
                    <a:pt x="10888" y="3914"/>
                  </a:cubicBezTo>
                  <a:cubicBezTo>
                    <a:pt x="9998" y="2776"/>
                    <a:pt x="8646" y="2135"/>
                    <a:pt x="7223" y="2100"/>
                  </a:cubicBezTo>
                  <a:lnTo>
                    <a:pt x="7223" y="2135"/>
                  </a:lnTo>
                  <a:lnTo>
                    <a:pt x="5230" y="2135"/>
                  </a:lnTo>
                  <a:cubicBezTo>
                    <a:pt x="3772" y="2135"/>
                    <a:pt x="2420" y="2776"/>
                    <a:pt x="1530" y="3914"/>
                  </a:cubicBezTo>
                  <a:cubicBezTo>
                    <a:pt x="1637" y="2313"/>
                    <a:pt x="2918" y="1068"/>
                    <a:pt x="4519" y="1068"/>
                  </a:cubicBezTo>
                  <a:close/>
                  <a:moveTo>
                    <a:pt x="4554" y="0"/>
                  </a:moveTo>
                  <a:cubicBezTo>
                    <a:pt x="2277" y="0"/>
                    <a:pt x="463" y="1815"/>
                    <a:pt x="463" y="4057"/>
                  </a:cubicBezTo>
                  <a:lnTo>
                    <a:pt x="463" y="8077"/>
                  </a:lnTo>
                  <a:lnTo>
                    <a:pt x="356" y="8077"/>
                  </a:lnTo>
                  <a:cubicBezTo>
                    <a:pt x="178" y="8077"/>
                    <a:pt x="0" y="8255"/>
                    <a:pt x="36" y="8433"/>
                  </a:cubicBezTo>
                  <a:lnTo>
                    <a:pt x="36" y="14090"/>
                  </a:lnTo>
                  <a:cubicBezTo>
                    <a:pt x="0" y="14268"/>
                    <a:pt x="178" y="14446"/>
                    <a:pt x="356" y="14446"/>
                  </a:cubicBezTo>
                  <a:lnTo>
                    <a:pt x="1779" y="14446"/>
                  </a:lnTo>
                  <a:cubicBezTo>
                    <a:pt x="1993" y="14446"/>
                    <a:pt x="2135" y="14268"/>
                    <a:pt x="2135" y="14090"/>
                  </a:cubicBezTo>
                  <a:lnTo>
                    <a:pt x="2135" y="8433"/>
                  </a:lnTo>
                  <a:cubicBezTo>
                    <a:pt x="2135" y="8255"/>
                    <a:pt x="1993" y="8077"/>
                    <a:pt x="1779" y="8077"/>
                  </a:cubicBezTo>
                  <a:lnTo>
                    <a:pt x="1530" y="8077"/>
                  </a:lnTo>
                  <a:lnTo>
                    <a:pt x="1530" y="6903"/>
                  </a:lnTo>
                  <a:cubicBezTo>
                    <a:pt x="1530" y="4839"/>
                    <a:pt x="3202" y="3167"/>
                    <a:pt x="5230" y="3167"/>
                  </a:cubicBezTo>
                  <a:lnTo>
                    <a:pt x="7223" y="3167"/>
                  </a:lnTo>
                  <a:cubicBezTo>
                    <a:pt x="9251" y="3167"/>
                    <a:pt x="10923" y="4839"/>
                    <a:pt x="10923" y="6903"/>
                  </a:cubicBezTo>
                  <a:lnTo>
                    <a:pt x="10923" y="8077"/>
                  </a:lnTo>
                  <a:lnTo>
                    <a:pt x="10674" y="8077"/>
                  </a:lnTo>
                  <a:cubicBezTo>
                    <a:pt x="10496" y="8077"/>
                    <a:pt x="10318" y="8255"/>
                    <a:pt x="10318" y="8433"/>
                  </a:cubicBezTo>
                  <a:lnTo>
                    <a:pt x="10318" y="14090"/>
                  </a:lnTo>
                  <a:cubicBezTo>
                    <a:pt x="10318" y="14268"/>
                    <a:pt x="10496" y="14446"/>
                    <a:pt x="10674" y="14446"/>
                  </a:cubicBezTo>
                  <a:lnTo>
                    <a:pt x="12098" y="14446"/>
                  </a:lnTo>
                  <a:cubicBezTo>
                    <a:pt x="12275" y="14446"/>
                    <a:pt x="12453" y="14268"/>
                    <a:pt x="12453" y="14090"/>
                  </a:cubicBezTo>
                  <a:lnTo>
                    <a:pt x="12453" y="8433"/>
                  </a:lnTo>
                  <a:cubicBezTo>
                    <a:pt x="12453" y="8255"/>
                    <a:pt x="12275" y="8077"/>
                    <a:pt x="12098" y="8077"/>
                  </a:cubicBezTo>
                  <a:lnTo>
                    <a:pt x="11991" y="8077"/>
                  </a:lnTo>
                  <a:lnTo>
                    <a:pt x="11991" y="4057"/>
                  </a:lnTo>
                  <a:cubicBezTo>
                    <a:pt x="11991" y="1815"/>
                    <a:pt x="10176" y="0"/>
                    <a:pt x="79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9" name="Google Shape;1109;p32"/>
          <p:cNvGrpSpPr/>
          <p:nvPr/>
        </p:nvGrpSpPr>
        <p:grpSpPr>
          <a:xfrm>
            <a:off x="1435721" y="4086505"/>
            <a:ext cx="399209" cy="289855"/>
            <a:chOff x="1435721" y="4086505"/>
            <a:chExt cx="399209" cy="289855"/>
          </a:xfrm>
        </p:grpSpPr>
        <p:sp>
          <p:nvSpPr>
            <p:cNvPr id="1110" name="Google Shape;1110;p32"/>
            <p:cNvSpPr/>
            <p:nvPr/>
          </p:nvSpPr>
          <p:spPr>
            <a:xfrm>
              <a:off x="1623532" y="4205839"/>
              <a:ext cx="211398" cy="84090"/>
            </a:xfrm>
            <a:custGeom>
              <a:rect b="b" l="l" r="r" t="t"/>
              <a:pathLst>
                <a:path extrusionOk="0" h="3808" w="9572">
                  <a:moveTo>
                    <a:pt x="0" y="0"/>
                  </a:moveTo>
                  <a:lnTo>
                    <a:pt x="0" y="3096"/>
                  </a:lnTo>
                  <a:lnTo>
                    <a:pt x="890" y="3096"/>
                  </a:lnTo>
                  <a:cubicBezTo>
                    <a:pt x="1246" y="1886"/>
                    <a:pt x="2349" y="1068"/>
                    <a:pt x="3594" y="1032"/>
                  </a:cubicBezTo>
                  <a:lnTo>
                    <a:pt x="6690" y="1032"/>
                  </a:lnTo>
                  <a:cubicBezTo>
                    <a:pt x="8255" y="1068"/>
                    <a:pt x="9500" y="2277"/>
                    <a:pt x="9572" y="3807"/>
                  </a:cubicBezTo>
                  <a:cubicBezTo>
                    <a:pt x="9572" y="2491"/>
                    <a:pt x="9323" y="1174"/>
                    <a:pt x="87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32"/>
            <p:cNvSpPr/>
            <p:nvPr/>
          </p:nvSpPr>
          <p:spPr>
            <a:xfrm>
              <a:off x="1436516" y="4205044"/>
              <a:ext cx="163451" cy="69162"/>
            </a:xfrm>
            <a:custGeom>
              <a:rect b="b" l="l" r="r" t="t"/>
              <a:pathLst>
                <a:path extrusionOk="0" h="3132" w="7401">
                  <a:moveTo>
                    <a:pt x="783" y="1"/>
                  </a:moveTo>
                  <a:cubicBezTo>
                    <a:pt x="356" y="997"/>
                    <a:pt x="71" y="2064"/>
                    <a:pt x="0" y="3132"/>
                  </a:cubicBezTo>
                  <a:lnTo>
                    <a:pt x="7401" y="3132"/>
                  </a:lnTo>
                  <a:lnTo>
                    <a:pt x="74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32"/>
            <p:cNvSpPr/>
            <p:nvPr/>
          </p:nvSpPr>
          <p:spPr>
            <a:xfrm>
              <a:off x="1435721" y="4297768"/>
              <a:ext cx="102187" cy="78592"/>
            </a:xfrm>
            <a:custGeom>
              <a:rect b="b" l="l" r="r" t="t"/>
              <a:pathLst>
                <a:path extrusionOk="0" h="3559" w="4627">
                  <a:moveTo>
                    <a:pt x="1" y="0"/>
                  </a:moveTo>
                  <a:lnTo>
                    <a:pt x="1" y="2064"/>
                  </a:lnTo>
                  <a:cubicBezTo>
                    <a:pt x="36" y="2882"/>
                    <a:pt x="712" y="3558"/>
                    <a:pt x="1531" y="3558"/>
                  </a:cubicBezTo>
                  <a:lnTo>
                    <a:pt x="4626" y="3558"/>
                  </a:lnTo>
                  <a:lnTo>
                    <a:pt x="46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32"/>
            <p:cNvSpPr/>
            <p:nvPr/>
          </p:nvSpPr>
          <p:spPr>
            <a:xfrm>
              <a:off x="1561451" y="4297768"/>
              <a:ext cx="78601" cy="78592"/>
            </a:xfrm>
            <a:custGeom>
              <a:rect b="b" l="l" r="r" t="t"/>
              <a:pathLst>
                <a:path extrusionOk="0" h="3559" w="3559">
                  <a:moveTo>
                    <a:pt x="0" y="0"/>
                  </a:moveTo>
                  <a:lnTo>
                    <a:pt x="0" y="3558"/>
                  </a:lnTo>
                  <a:lnTo>
                    <a:pt x="3559" y="3558"/>
                  </a:lnTo>
                  <a:lnTo>
                    <a:pt x="35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32"/>
            <p:cNvSpPr/>
            <p:nvPr/>
          </p:nvSpPr>
          <p:spPr>
            <a:xfrm>
              <a:off x="1731970" y="4111546"/>
              <a:ext cx="73101" cy="70730"/>
            </a:xfrm>
            <a:custGeom>
              <a:rect b="b" l="l" r="r" t="t"/>
              <a:pathLst>
                <a:path extrusionOk="0" h="3203" w="3310">
                  <a:moveTo>
                    <a:pt x="1" y="1"/>
                  </a:moveTo>
                  <a:lnTo>
                    <a:pt x="1" y="3203"/>
                  </a:lnTo>
                  <a:lnTo>
                    <a:pt x="3310" y="3203"/>
                  </a:lnTo>
                  <a:cubicBezTo>
                    <a:pt x="2491" y="1851"/>
                    <a:pt x="1353" y="748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32"/>
            <p:cNvSpPr/>
            <p:nvPr/>
          </p:nvSpPr>
          <p:spPr>
            <a:xfrm>
              <a:off x="1662821" y="4252190"/>
              <a:ext cx="59740" cy="124170"/>
            </a:xfrm>
            <a:custGeom>
              <a:rect b="b" l="l" r="r" t="t"/>
              <a:pathLst>
                <a:path extrusionOk="0" h="5623" w="2705">
                  <a:moveTo>
                    <a:pt x="1815" y="1"/>
                  </a:moveTo>
                  <a:cubicBezTo>
                    <a:pt x="819" y="1"/>
                    <a:pt x="0" y="819"/>
                    <a:pt x="0" y="1851"/>
                  </a:cubicBezTo>
                  <a:lnTo>
                    <a:pt x="0" y="5622"/>
                  </a:lnTo>
                  <a:lnTo>
                    <a:pt x="2029" y="5622"/>
                  </a:lnTo>
                  <a:lnTo>
                    <a:pt x="2029" y="1851"/>
                  </a:lnTo>
                  <a:cubicBezTo>
                    <a:pt x="2029" y="1175"/>
                    <a:pt x="2278" y="534"/>
                    <a:pt x="27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32"/>
            <p:cNvSpPr/>
            <p:nvPr/>
          </p:nvSpPr>
          <p:spPr>
            <a:xfrm>
              <a:off x="1466375" y="4112341"/>
              <a:ext cx="71533" cy="69935"/>
            </a:xfrm>
            <a:custGeom>
              <a:rect b="b" l="l" r="r" t="t"/>
              <a:pathLst>
                <a:path extrusionOk="0" h="3167" w="3239">
                  <a:moveTo>
                    <a:pt x="3238" y="0"/>
                  </a:moveTo>
                  <a:cubicBezTo>
                    <a:pt x="1922" y="783"/>
                    <a:pt x="819" y="1850"/>
                    <a:pt x="0" y="3167"/>
                  </a:cubicBezTo>
                  <a:lnTo>
                    <a:pt x="3238" y="3167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2"/>
            <p:cNvSpPr/>
            <p:nvPr/>
          </p:nvSpPr>
          <p:spPr>
            <a:xfrm>
              <a:off x="1560656" y="4086505"/>
              <a:ext cx="147771" cy="95772"/>
            </a:xfrm>
            <a:custGeom>
              <a:rect b="b" l="l" r="r" t="t"/>
              <a:pathLst>
                <a:path extrusionOk="0" h="4337" w="6691">
                  <a:moveTo>
                    <a:pt x="3380" y="0"/>
                  </a:moveTo>
                  <a:cubicBezTo>
                    <a:pt x="2230" y="0"/>
                    <a:pt x="1079" y="223"/>
                    <a:pt x="1" y="672"/>
                  </a:cubicBezTo>
                  <a:cubicBezTo>
                    <a:pt x="36" y="708"/>
                    <a:pt x="36" y="743"/>
                    <a:pt x="1" y="779"/>
                  </a:cubicBezTo>
                  <a:lnTo>
                    <a:pt x="36" y="4337"/>
                  </a:lnTo>
                  <a:lnTo>
                    <a:pt x="6690" y="4337"/>
                  </a:lnTo>
                  <a:lnTo>
                    <a:pt x="6690" y="637"/>
                  </a:lnTo>
                  <a:cubicBezTo>
                    <a:pt x="5634" y="214"/>
                    <a:pt x="4507" y="0"/>
                    <a:pt x="33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32"/>
            <p:cNvSpPr/>
            <p:nvPr/>
          </p:nvSpPr>
          <p:spPr>
            <a:xfrm>
              <a:off x="1731970" y="4252190"/>
              <a:ext cx="80169" cy="124170"/>
            </a:xfrm>
            <a:custGeom>
              <a:rect b="b" l="l" r="r" t="t"/>
              <a:pathLst>
                <a:path extrusionOk="0" h="5623" w="3630">
                  <a:moveTo>
                    <a:pt x="1815" y="1"/>
                  </a:moveTo>
                  <a:cubicBezTo>
                    <a:pt x="783" y="1"/>
                    <a:pt x="1" y="819"/>
                    <a:pt x="1" y="1851"/>
                  </a:cubicBezTo>
                  <a:lnTo>
                    <a:pt x="1" y="5622"/>
                  </a:lnTo>
                  <a:lnTo>
                    <a:pt x="3630" y="5622"/>
                  </a:lnTo>
                  <a:lnTo>
                    <a:pt x="3630" y="1851"/>
                  </a:lnTo>
                  <a:cubicBezTo>
                    <a:pt x="3630" y="819"/>
                    <a:pt x="2811" y="1"/>
                    <a:pt x="1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9" name="Google Shape;1119;p32"/>
          <p:cNvGrpSpPr/>
          <p:nvPr/>
        </p:nvGrpSpPr>
        <p:grpSpPr>
          <a:xfrm>
            <a:off x="2102291" y="2777300"/>
            <a:ext cx="402013" cy="374144"/>
            <a:chOff x="2102291" y="2777300"/>
            <a:chExt cx="402013" cy="374144"/>
          </a:xfrm>
        </p:grpSpPr>
        <p:sp>
          <p:nvSpPr>
            <p:cNvPr id="1120" name="Google Shape;1120;p32"/>
            <p:cNvSpPr/>
            <p:nvPr/>
          </p:nvSpPr>
          <p:spPr>
            <a:xfrm>
              <a:off x="2373980" y="2950272"/>
              <a:ext cx="120231" cy="67595"/>
            </a:xfrm>
            <a:custGeom>
              <a:rect b="b" l="l" r="r" t="t"/>
              <a:pathLst>
                <a:path extrusionOk="0" h="3061" w="5444">
                  <a:moveTo>
                    <a:pt x="0" y="0"/>
                  </a:moveTo>
                  <a:lnTo>
                    <a:pt x="0" y="3060"/>
                  </a:lnTo>
                  <a:lnTo>
                    <a:pt x="5053" y="3060"/>
                  </a:lnTo>
                  <a:cubicBezTo>
                    <a:pt x="5159" y="3060"/>
                    <a:pt x="5302" y="3025"/>
                    <a:pt x="5373" y="2918"/>
                  </a:cubicBezTo>
                  <a:cubicBezTo>
                    <a:pt x="5444" y="2811"/>
                    <a:pt x="5444" y="2669"/>
                    <a:pt x="5373" y="2562"/>
                  </a:cubicBezTo>
                  <a:lnTo>
                    <a:pt x="384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32"/>
            <p:cNvSpPr/>
            <p:nvPr/>
          </p:nvSpPr>
          <p:spPr>
            <a:xfrm>
              <a:off x="2373980" y="2808833"/>
              <a:ext cx="70738" cy="117898"/>
            </a:xfrm>
            <a:custGeom>
              <a:rect b="b" l="l" r="r" t="t"/>
              <a:pathLst>
                <a:path extrusionOk="0" h="5339" w="3203">
                  <a:moveTo>
                    <a:pt x="0" y="1"/>
                  </a:moveTo>
                  <a:lnTo>
                    <a:pt x="0" y="5338"/>
                  </a:lnTo>
                  <a:lnTo>
                    <a:pt x="3202" y="53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32"/>
            <p:cNvSpPr/>
            <p:nvPr/>
          </p:nvSpPr>
          <p:spPr>
            <a:xfrm>
              <a:off x="2102291" y="2777300"/>
              <a:ext cx="402013" cy="374144"/>
            </a:xfrm>
            <a:custGeom>
              <a:rect b="b" l="l" r="r" t="t"/>
              <a:pathLst>
                <a:path extrusionOk="0" h="16943" w="18203">
                  <a:moveTo>
                    <a:pt x="10908" y="0"/>
                  </a:moveTo>
                  <a:cubicBezTo>
                    <a:pt x="10887" y="0"/>
                    <a:pt x="10865" y="2"/>
                    <a:pt x="10843" y="6"/>
                  </a:cubicBezTo>
                  <a:cubicBezTo>
                    <a:pt x="8602" y="148"/>
                    <a:pt x="6467" y="1251"/>
                    <a:pt x="5044" y="2995"/>
                  </a:cubicBezTo>
                  <a:lnTo>
                    <a:pt x="10167" y="2995"/>
                  </a:lnTo>
                  <a:lnTo>
                    <a:pt x="10167" y="4062"/>
                  </a:lnTo>
                  <a:lnTo>
                    <a:pt x="4225" y="4062"/>
                  </a:lnTo>
                  <a:cubicBezTo>
                    <a:pt x="3620" y="4916"/>
                    <a:pt x="3122" y="5805"/>
                    <a:pt x="2766" y="6766"/>
                  </a:cubicBezTo>
                  <a:lnTo>
                    <a:pt x="10167" y="6766"/>
                  </a:lnTo>
                  <a:lnTo>
                    <a:pt x="10167" y="7833"/>
                  </a:lnTo>
                  <a:lnTo>
                    <a:pt x="2375" y="7833"/>
                  </a:lnTo>
                  <a:cubicBezTo>
                    <a:pt x="2090" y="8723"/>
                    <a:pt x="1913" y="9613"/>
                    <a:pt x="1841" y="10538"/>
                  </a:cubicBezTo>
                  <a:cubicBezTo>
                    <a:pt x="1841" y="10751"/>
                    <a:pt x="2019" y="10929"/>
                    <a:pt x="2197" y="10929"/>
                  </a:cubicBezTo>
                  <a:lnTo>
                    <a:pt x="10167" y="10929"/>
                  </a:lnTo>
                  <a:lnTo>
                    <a:pt x="10167" y="13242"/>
                  </a:lnTo>
                  <a:lnTo>
                    <a:pt x="454" y="13242"/>
                  </a:lnTo>
                  <a:cubicBezTo>
                    <a:pt x="441" y="13240"/>
                    <a:pt x="429" y="13239"/>
                    <a:pt x="418" y="13239"/>
                  </a:cubicBezTo>
                  <a:cubicBezTo>
                    <a:pt x="154" y="13239"/>
                    <a:pt x="0" y="13607"/>
                    <a:pt x="205" y="13811"/>
                  </a:cubicBezTo>
                  <a:lnTo>
                    <a:pt x="3193" y="16835"/>
                  </a:lnTo>
                  <a:cubicBezTo>
                    <a:pt x="3265" y="16907"/>
                    <a:pt x="3336" y="16942"/>
                    <a:pt x="3442" y="16942"/>
                  </a:cubicBezTo>
                  <a:lnTo>
                    <a:pt x="16287" y="16942"/>
                  </a:lnTo>
                  <a:cubicBezTo>
                    <a:pt x="16429" y="16942"/>
                    <a:pt x="16572" y="16871"/>
                    <a:pt x="16607" y="16764"/>
                  </a:cubicBezTo>
                  <a:lnTo>
                    <a:pt x="18102" y="13740"/>
                  </a:lnTo>
                  <a:cubicBezTo>
                    <a:pt x="18202" y="13505"/>
                    <a:pt x="18050" y="13239"/>
                    <a:pt x="17824" y="13239"/>
                  </a:cubicBezTo>
                  <a:cubicBezTo>
                    <a:pt x="17810" y="13239"/>
                    <a:pt x="17796" y="13240"/>
                    <a:pt x="17782" y="13242"/>
                  </a:cubicBezTo>
                  <a:lnTo>
                    <a:pt x="11235" y="13242"/>
                  </a:lnTo>
                  <a:lnTo>
                    <a:pt x="11235" y="326"/>
                  </a:lnTo>
                  <a:cubicBezTo>
                    <a:pt x="11235" y="135"/>
                    <a:pt x="11092" y="0"/>
                    <a:pt x="109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3" name="Google Shape;1123;p32"/>
          <p:cNvGrpSpPr/>
          <p:nvPr/>
        </p:nvGrpSpPr>
        <p:grpSpPr>
          <a:xfrm>
            <a:off x="4028876" y="2808833"/>
            <a:ext cx="400004" cy="311651"/>
            <a:chOff x="4028876" y="2808833"/>
            <a:chExt cx="400004" cy="311651"/>
          </a:xfrm>
        </p:grpSpPr>
        <p:sp>
          <p:nvSpPr>
            <p:cNvPr id="1124" name="Google Shape;1124;p32"/>
            <p:cNvSpPr/>
            <p:nvPr/>
          </p:nvSpPr>
          <p:spPr>
            <a:xfrm>
              <a:off x="4142039" y="2808833"/>
              <a:ext cx="246756" cy="170521"/>
            </a:xfrm>
            <a:custGeom>
              <a:rect b="b" l="l" r="r" t="t"/>
              <a:pathLst>
                <a:path extrusionOk="0" h="7722" w="11173">
                  <a:moveTo>
                    <a:pt x="2171" y="1"/>
                  </a:moveTo>
                  <a:cubicBezTo>
                    <a:pt x="1459" y="1"/>
                    <a:pt x="1459" y="1068"/>
                    <a:pt x="2171" y="1068"/>
                  </a:cubicBezTo>
                  <a:lnTo>
                    <a:pt x="3060" y="1068"/>
                  </a:lnTo>
                  <a:lnTo>
                    <a:pt x="3060" y="2670"/>
                  </a:lnTo>
                  <a:lnTo>
                    <a:pt x="2491" y="2670"/>
                  </a:lnTo>
                  <a:cubicBezTo>
                    <a:pt x="1921" y="2670"/>
                    <a:pt x="1423" y="2990"/>
                    <a:pt x="1174" y="3523"/>
                  </a:cubicBezTo>
                  <a:lnTo>
                    <a:pt x="0" y="6299"/>
                  </a:lnTo>
                  <a:lnTo>
                    <a:pt x="747" y="7366"/>
                  </a:lnTo>
                  <a:cubicBezTo>
                    <a:pt x="925" y="7580"/>
                    <a:pt x="1174" y="7722"/>
                    <a:pt x="1459" y="7722"/>
                  </a:cubicBezTo>
                  <a:lnTo>
                    <a:pt x="7152" y="7722"/>
                  </a:lnTo>
                  <a:lnTo>
                    <a:pt x="7152" y="2670"/>
                  </a:lnTo>
                  <a:lnTo>
                    <a:pt x="4092" y="2670"/>
                  </a:lnTo>
                  <a:lnTo>
                    <a:pt x="4092" y="1068"/>
                  </a:lnTo>
                  <a:lnTo>
                    <a:pt x="8184" y="1068"/>
                  </a:lnTo>
                  <a:lnTo>
                    <a:pt x="8184" y="7722"/>
                  </a:lnTo>
                  <a:lnTo>
                    <a:pt x="9963" y="7722"/>
                  </a:lnTo>
                  <a:cubicBezTo>
                    <a:pt x="10176" y="7722"/>
                    <a:pt x="10354" y="7651"/>
                    <a:pt x="10532" y="7544"/>
                  </a:cubicBezTo>
                  <a:lnTo>
                    <a:pt x="11101" y="7082"/>
                  </a:lnTo>
                  <a:cubicBezTo>
                    <a:pt x="11101" y="7082"/>
                    <a:pt x="11137" y="7046"/>
                    <a:pt x="11172" y="7046"/>
                  </a:cubicBezTo>
                  <a:lnTo>
                    <a:pt x="10674" y="3844"/>
                  </a:lnTo>
                  <a:cubicBezTo>
                    <a:pt x="10568" y="3168"/>
                    <a:pt x="9963" y="2670"/>
                    <a:pt x="9287" y="2670"/>
                  </a:cubicBezTo>
                  <a:lnTo>
                    <a:pt x="9251" y="2670"/>
                  </a:lnTo>
                  <a:lnTo>
                    <a:pt x="9251" y="1068"/>
                  </a:lnTo>
                  <a:lnTo>
                    <a:pt x="10105" y="1068"/>
                  </a:lnTo>
                  <a:cubicBezTo>
                    <a:pt x="10817" y="1068"/>
                    <a:pt x="10817" y="1"/>
                    <a:pt x="10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2"/>
            <p:cNvSpPr/>
            <p:nvPr/>
          </p:nvSpPr>
          <p:spPr>
            <a:xfrm>
              <a:off x="4028876" y="2962837"/>
              <a:ext cx="400004" cy="125738"/>
            </a:xfrm>
            <a:custGeom>
              <a:rect b="b" l="l" r="r" t="t"/>
              <a:pathLst>
                <a:path extrusionOk="0" h="5694" w="18112">
                  <a:moveTo>
                    <a:pt x="4270" y="1"/>
                  </a:moveTo>
                  <a:lnTo>
                    <a:pt x="890" y="1317"/>
                  </a:lnTo>
                  <a:cubicBezTo>
                    <a:pt x="356" y="1531"/>
                    <a:pt x="0" y="2029"/>
                    <a:pt x="0" y="2598"/>
                  </a:cubicBezTo>
                  <a:lnTo>
                    <a:pt x="0" y="4306"/>
                  </a:lnTo>
                  <a:cubicBezTo>
                    <a:pt x="0" y="5089"/>
                    <a:pt x="641" y="5694"/>
                    <a:pt x="1388" y="5694"/>
                  </a:cubicBezTo>
                  <a:lnTo>
                    <a:pt x="1922" y="5694"/>
                  </a:lnTo>
                  <a:cubicBezTo>
                    <a:pt x="1922" y="4342"/>
                    <a:pt x="3025" y="3239"/>
                    <a:pt x="4377" y="3239"/>
                  </a:cubicBezTo>
                  <a:cubicBezTo>
                    <a:pt x="5765" y="3239"/>
                    <a:pt x="6868" y="4342"/>
                    <a:pt x="6868" y="5694"/>
                  </a:cubicBezTo>
                  <a:lnTo>
                    <a:pt x="11422" y="5694"/>
                  </a:lnTo>
                  <a:cubicBezTo>
                    <a:pt x="11351" y="4306"/>
                    <a:pt x="12489" y="3132"/>
                    <a:pt x="13913" y="3132"/>
                  </a:cubicBezTo>
                  <a:cubicBezTo>
                    <a:pt x="15300" y="3132"/>
                    <a:pt x="16439" y="4306"/>
                    <a:pt x="16368" y="5694"/>
                  </a:cubicBezTo>
                  <a:lnTo>
                    <a:pt x="17399" y="5694"/>
                  </a:lnTo>
                  <a:cubicBezTo>
                    <a:pt x="17791" y="5694"/>
                    <a:pt x="18111" y="5373"/>
                    <a:pt x="18111" y="4982"/>
                  </a:cubicBezTo>
                  <a:lnTo>
                    <a:pt x="18111" y="2314"/>
                  </a:lnTo>
                  <a:cubicBezTo>
                    <a:pt x="18111" y="2136"/>
                    <a:pt x="18004" y="1922"/>
                    <a:pt x="17862" y="1780"/>
                  </a:cubicBezTo>
                  <a:lnTo>
                    <a:pt x="16901" y="926"/>
                  </a:lnTo>
                  <a:lnTo>
                    <a:pt x="16332" y="1388"/>
                  </a:lnTo>
                  <a:cubicBezTo>
                    <a:pt x="16012" y="1673"/>
                    <a:pt x="15585" y="1815"/>
                    <a:pt x="15122" y="1815"/>
                  </a:cubicBezTo>
                  <a:lnTo>
                    <a:pt x="6583" y="1815"/>
                  </a:lnTo>
                  <a:cubicBezTo>
                    <a:pt x="5942" y="1815"/>
                    <a:pt x="5338" y="1531"/>
                    <a:pt x="4982" y="997"/>
                  </a:cubicBezTo>
                  <a:lnTo>
                    <a:pt x="4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2"/>
            <p:cNvSpPr/>
            <p:nvPr/>
          </p:nvSpPr>
          <p:spPr>
            <a:xfrm>
              <a:off x="4083890" y="3057924"/>
              <a:ext cx="73101" cy="62317"/>
            </a:xfrm>
            <a:custGeom>
              <a:rect b="b" l="l" r="r" t="t"/>
              <a:pathLst>
                <a:path extrusionOk="0" h="2822" w="3310">
                  <a:moveTo>
                    <a:pt x="1921" y="0"/>
                  </a:moveTo>
                  <a:cubicBezTo>
                    <a:pt x="641" y="0"/>
                    <a:pt x="0" y="1494"/>
                    <a:pt x="890" y="2384"/>
                  </a:cubicBezTo>
                  <a:cubicBezTo>
                    <a:pt x="1181" y="2686"/>
                    <a:pt x="1540" y="2822"/>
                    <a:pt x="1892" y="2822"/>
                  </a:cubicBezTo>
                  <a:cubicBezTo>
                    <a:pt x="2616" y="2822"/>
                    <a:pt x="3309" y="2250"/>
                    <a:pt x="3309" y="1388"/>
                  </a:cubicBezTo>
                  <a:cubicBezTo>
                    <a:pt x="3309" y="605"/>
                    <a:pt x="2669" y="0"/>
                    <a:pt x="19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2"/>
            <p:cNvSpPr/>
            <p:nvPr/>
          </p:nvSpPr>
          <p:spPr>
            <a:xfrm>
              <a:off x="4293697" y="3057924"/>
              <a:ext cx="73101" cy="62560"/>
            </a:xfrm>
            <a:custGeom>
              <a:rect b="b" l="l" r="r" t="t"/>
              <a:pathLst>
                <a:path extrusionOk="0" h="2833" w="3310">
                  <a:moveTo>
                    <a:pt x="1922" y="0"/>
                  </a:moveTo>
                  <a:cubicBezTo>
                    <a:pt x="641" y="0"/>
                    <a:pt x="0" y="1530"/>
                    <a:pt x="890" y="2420"/>
                  </a:cubicBezTo>
                  <a:cubicBezTo>
                    <a:pt x="1186" y="2705"/>
                    <a:pt x="1541" y="2833"/>
                    <a:pt x="1887" y="2833"/>
                  </a:cubicBezTo>
                  <a:cubicBezTo>
                    <a:pt x="2619" y="2833"/>
                    <a:pt x="3309" y="2258"/>
                    <a:pt x="3309" y="1388"/>
                  </a:cubicBezTo>
                  <a:cubicBezTo>
                    <a:pt x="3309" y="605"/>
                    <a:pt x="2669" y="0"/>
                    <a:pt x="19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8" name="Google Shape;1128;p32"/>
          <p:cNvGrpSpPr/>
          <p:nvPr/>
        </p:nvGrpSpPr>
        <p:grpSpPr>
          <a:xfrm>
            <a:off x="6020877" y="3496350"/>
            <a:ext cx="403140" cy="212942"/>
            <a:chOff x="6020877" y="3496350"/>
            <a:chExt cx="403140" cy="212942"/>
          </a:xfrm>
        </p:grpSpPr>
        <p:sp>
          <p:nvSpPr>
            <p:cNvPr id="1129" name="Google Shape;1129;p32"/>
            <p:cNvSpPr/>
            <p:nvPr/>
          </p:nvSpPr>
          <p:spPr>
            <a:xfrm>
              <a:off x="6118316" y="3583554"/>
              <a:ext cx="209057" cy="35376"/>
            </a:xfrm>
            <a:custGeom>
              <a:rect b="b" l="l" r="r" t="t"/>
              <a:pathLst>
                <a:path extrusionOk="0" h="1602" w="9466">
                  <a:moveTo>
                    <a:pt x="72" y="0"/>
                  </a:moveTo>
                  <a:cubicBezTo>
                    <a:pt x="37" y="250"/>
                    <a:pt x="1" y="534"/>
                    <a:pt x="1" y="783"/>
                  </a:cubicBezTo>
                  <a:lnTo>
                    <a:pt x="1" y="1602"/>
                  </a:lnTo>
                  <a:lnTo>
                    <a:pt x="9466" y="1602"/>
                  </a:lnTo>
                  <a:lnTo>
                    <a:pt x="9466" y="783"/>
                  </a:lnTo>
                  <a:cubicBezTo>
                    <a:pt x="9466" y="534"/>
                    <a:pt x="9430" y="250"/>
                    <a:pt x="9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2"/>
            <p:cNvSpPr/>
            <p:nvPr/>
          </p:nvSpPr>
          <p:spPr>
            <a:xfrm>
              <a:off x="6126973" y="3496350"/>
              <a:ext cx="191764" cy="64437"/>
            </a:xfrm>
            <a:custGeom>
              <a:rect b="b" l="l" r="r" t="t"/>
              <a:pathLst>
                <a:path extrusionOk="0" h="2918" w="8683">
                  <a:moveTo>
                    <a:pt x="4341" y="0"/>
                  </a:moveTo>
                  <a:cubicBezTo>
                    <a:pt x="2455" y="0"/>
                    <a:pt x="712" y="1139"/>
                    <a:pt x="0" y="2918"/>
                  </a:cubicBezTo>
                  <a:lnTo>
                    <a:pt x="8682" y="2918"/>
                  </a:lnTo>
                  <a:cubicBezTo>
                    <a:pt x="7970" y="1139"/>
                    <a:pt x="6263" y="0"/>
                    <a:pt x="4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2"/>
            <p:cNvSpPr/>
            <p:nvPr/>
          </p:nvSpPr>
          <p:spPr>
            <a:xfrm>
              <a:off x="6020877" y="3642492"/>
              <a:ext cx="403140" cy="66800"/>
            </a:xfrm>
            <a:custGeom>
              <a:rect b="b" l="l" r="r" t="t"/>
              <a:pathLst>
                <a:path extrusionOk="0" h="3025" w="18254">
                  <a:moveTo>
                    <a:pt x="4413" y="0"/>
                  </a:moveTo>
                  <a:lnTo>
                    <a:pt x="321" y="1423"/>
                  </a:lnTo>
                  <a:cubicBezTo>
                    <a:pt x="1" y="1566"/>
                    <a:pt x="72" y="2028"/>
                    <a:pt x="428" y="2064"/>
                  </a:cubicBezTo>
                  <a:cubicBezTo>
                    <a:pt x="1673" y="2348"/>
                    <a:pt x="2598" y="3024"/>
                    <a:pt x="4413" y="3024"/>
                  </a:cubicBezTo>
                  <a:cubicBezTo>
                    <a:pt x="6761" y="3024"/>
                    <a:pt x="6761" y="1957"/>
                    <a:pt x="9110" y="1957"/>
                  </a:cubicBezTo>
                  <a:cubicBezTo>
                    <a:pt x="11458" y="1957"/>
                    <a:pt x="11458" y="3024"/>
                    <a:pt x="13806" y="3024"/>
                  </a:cubicBezTo>
                  <a:cubicBezTo>
                    <a:pt x="15657" y="3024"/>
                    <a:pt x="16617" y="2348"/>
                    <a:pt x="17863" y="2064"/>
                  </a:cubicBezTo>
                  <a:cubicBezTo>
                    <a:pt x="18218" y="2028"/>
                    <a:pt x="18254" y="1566"/>
                    <a:pt x="17969" y="1423"/>
                  </a:cubicBezTo>
                  <a:lnTo>
                    <a:pt x="1387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2"/>
          <p:cNvGrpSpPr/>
          <p:nvPr/>
        </p:nvGrpSpPr>
        <p:grpSpPr>
          <a:xfrm>
            <a:off x="6671523" y="4031409"/>
            <a:ext cx="399208" cy="399163"/>
            <a:chOff x="6671523" y="4031409"/>
            <a:chExt cx="399208" cy="399163"/>
          </a:xfrm>
        </p:grpSpPr>
        <p:sp>
          <p:nvSpPr>
            <p:cNvPr id="1133" name="Google Shape;1133;p32"/>
            <p:cNvSpPr/>
            <p:nvPr/>
          </p:nvSpPr>
          <p:spPr>
            <a:xfrm>
              <a:off x="6671523" y="4344914"/>
              <a:ext cx="399208" cy="85658"/>
            </a:xfrm>
            <a:custGeom>
              <a:rect b="b" l="l" r="r" t="t"/>
              <a:pathLst>
                <a:path extrusionOk="0" h="3879" w="18076">
                  <a:moveTo>
                    <a:pt x="1424" y="0"/>
                  </a:moveTo>
                  <a:cubicBezTo>
                    <a:pt x="641" y="0"/>
                    <a:pt x="1" y="641"/>
                    <a:pt x="1" y="1423"/>
                  </a:cubicBezTo>
                  <a:lnTo>
                    <a:pt x="1" y="2491"/>
                  </a:lnTo>
                  <a:cubicBezTo>
                    <a:pt x="1" y="3273"/>
                    <a:pt x="641" y="3878"/>
                    <a:pt x="1424" y="3878"/>
                  </a:cubicBezTo>
                  <a:lnTo>
                    <a:pt x="16653" y="3878"/>
                  </a:lnTo>
                  <a:cubicBezTo>
                    <a:pt x="17436" y="3878"/>
                    <a:pt x="18076" y="3273"/>
                    <a:pt x="18076" y="2491"/>
                  </a:cubicBezTo>
                  <a:lnTo>
                    <a:pt x="18076" y="1423"/>
                  </a:lnTo>
                  <a:cubicBezTo>
                    <a:pt x="18076" y="1032"/>
                    <a:pt x="17898" y="641"/>
                    <a:pt x="17613" y="356"/>
                  </a:cubicBezTo>
                  <a:cubicBezTo>
                    <a:pt x="17329" y="142"/>
                    <a:pt x="17009" y="0"/>
                    <a:pt x="166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2"/>
            <p:cNvSpPr/>
            <p:nvPr/>
          </p:nvSpPr>
          <p:spPr>
            <a:xfrm>
              <a:off x="6809841" y="4031409"/>
              <a:ext cx="109232" cy="93784"/>
            </a:xfrm>
            <a:custGeom>
              <a:rect b="b" l="l" r="r" t="t"/>
              <a:pathLst>
                <a:path extrusionOk="0" h="4247" w="4946">
                  <a:moveTo>
                    <a:pt x="2811" y="0"/>
                  </a:moveTo>
                  <a:cubicBezTo>
                    <a:pt x="925" y="0"/>
                    <a:pt x="0" y="2278"/>
                    <a:pt x="1317" y="3630"/>
                  </a:cubicBezTo>
                  <a:cubicBezTo>
                    <a:pt x="1754" y="4056"/>
                    <a:pt x="2288" y="4247"/>
                    <a:pt x="2811" y="4247"/>
                  </a:cubicBezTo>
                  <a:cubicBezTo>
                    <a:pt x="3904" y="4247"/>
                    <a:pt x="4946" y="3411"/>
                    <a:pt x="4946" y="2135"/>
                  </a:cubicBezTo>
                  <a:cubicBezTo>
                    <a:pt x="4946" y="961"/>
                    <a:pt x="3985" y="0"/>
                    <a:pt x="28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32"/>
            <p:cNvSpPr/>
            <p:nvPr/>
          </p:nvSpPr>
          <p:spPr>
            <a:xfrm>
              <a:off x="6926141" y="4106048"/>
              <a:ext cx="110823" cy="215304"/>
            </a:xfrm>
            <a:custGeom>
              <a:rect b="b" l="l" r="r" t="t"/>
              <a:pathLst>
                <a:path extrusionOk="0" h="9750" w="5018">
                  <a:moveTo>
                    <a:pt x="463" y="1"/>
                  </a:moveTo>
                  <a:cubicBezTo>
                    <a:pt x="356" y="285"/>
                    <a:pt x="178" y="499"/>
                    <a:pt x="0" y="748"/>
                  </a:cubicBezTo>
                  <a:cubicBezTo>
                    <a:pt x="214" y="1210"/>
                    <a:pt x="427" y="1708"/>
                    <a:pt x="569" y="2207"/>
                  </a:cubicBezTo>
                  <a:cubicBezTo>
                    <a:pt x="1245" y="4662"/>
                    <a:pt x="1601" y="7188"/>
                    <a:pt x="1637" y="9750"/>
                  </a:cubicBezTo>
                  <a:lnTo>
                    <a:pt x="5017" y="9750"/>
                  </a:lnTo>
                  <a:cubicBezTo>
                    <a:pt x="4626" y="4946"/>
                    <a:pt x="2989" y="1459"/>
                    <a:pt x="4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32"/>
            <p:cNvSpPr/>
            <p:nvPr/>
          </p:nvSpPr>
          <p:spPr>
            <a:xfrm>
              <a:off x="6803547" y="4138266"/>
              <a:ext cx="135955" cy="183881"/>
            </a:xfrm>
            <a:custGeom>
              <a:rect b="b" l="l" r="r" t="t"/>
              <a:pathLst>
                <a:path extrusionOk="0" h="8327" w="6156">
                  <a:moveTo>
                    <a:pt x="1424" y="0"/>
                  </a:moveTo>
                  <a:cubicBezTo>
                    <a:pt x="1281" y="321"/>
                    <a:pt x="1139" y="676"/>
                    <a:pt x="1032" y="1068"/>
                  </a:cubicBezTo>
                  <a:cubicBezTo>
                    <a:pt x="392" y="3416"/>
                    <a:pt x="36" y="5871"/>
                    <a:pt x="1" y="8326"/>
                  </a:cubicBezTo>
                  <a:lnTo>
                    <a:pt x="6156" y="8326"/>
                  </a:lnTo>
                  <a:cubicBezTo>
                    <a:pt x="6120" y="5871"/>
                    <a:pt x="5765" y="3416"/>
                    <a:pt x="5124" y="1068"/>
                  </a:cubicBezTo>
                  <a:cubicBezTo>
                    <a:pt x="5017" y="712"/>
                    <a:pt x="4875" y="356"/>
                    <a:pt x="4733" y="36"/>
                  </a:cubicBezTo>
                  <a:cubicBezTo>
                    <a:pt x="4232" y="330"/>
                    <a:pt x="3673" y="472"/>
                    <a:pt x="3116" y="472"/>
                  </a:cubicBezTo>
                  <a:cubicBezTo>
                    <a:pt x="2525" y="472"/>
                    <a:pt x="1937" y="312"/>
                    <a:pt x="14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32"/>
            <p:cNvSpPr/>
            <p:nvPr/>
          </p:nvSpPr>
          <p:spPr>
            <a:xfrm>
              <a:off x="6705313" y="4106048"/>
              <a:ext cx="111618" cy="216099"/>
            </a:xfrm>
            <a:custGeom>
              <a:rect b="b" l="l" r="r" t="t"/>
              <a:pathLst>
                <a:path extrusionOk="0" h="9786" w="5054">
                  <a:moveTo>
                    <a:pt x="4626" y="1"/>
                  </a:moveTo>
                  <a:cubicBezTo>
                    <a:pt x="2065" y="1424"/>
                    <a:pt x="392" y="4911"/>
                    <a:pt x="1" y="9785"/>
                  </a:cubicBezTo>
                  <a:lnTo>
                    <a:pt x="3381" y="9785"/>
                  </a:lnTo>
                  <a:cubicBezTo>
                    <a:pt x="3417" y="7223"/>
                    <a:pt x="3772" y="4662"/>
                    <a:pt x="4449" y="2207"/>
                  </a:cubicBezTo>
                  <a:cubicBezTo>
                    <a:pt x="4626" y="1708"/>
                    <a:pt x="4804" y="1210"/>
                    <a:pt x="5053" y="712"/>
                  </a:cubicBezTo>
                  <a:cubicBezTo>
                    <a:pt x="4875" y="499"/>
                    <a:pt x="4733" y="250"/>
                    <a:pt x="46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8" name="Google Shape;1138;p32"/>
          <p:cNvGrpSpPr/>
          <p:nvPr/>
        </p:nvGrpSpPr>
        <p:grpSpPr>
          <a:xfrm>
            <a:off x="5364731" y="4031674"/>
            <a:ext cx="400004" cy="399672"/>
            <a:chOff x="5364731" y="4031674"/>
            <a:chExt cx="400004" cy="399672"/>
          </a:xfrm>
        </p:grpSpPr>
        <p:sp>
          <p:nvSpPr>
            <p:cNvPr id="1139" name="Google Shape;1139;p32"/>
            <p:cNvSpPr/>
            <p:nvPr/>
          </p:nvSpPr>
          <p:spPr>
            <a:xfrm>
              <a:off x="5400111" y="4352754"/>
              <a:ext cx="77805" cy="78592"/>
            </a:xfrm>
            <a:custGeom>
              <a:rect b="b" l="l" r="r" t="t"/>
              <a:pathLst>
                <a:path extrusionOk="0" h="3559" w="3523">
                  <a:moveTo>
                    <a:pt x="712" y="1"/>
                  </a:moveTo>
                  <a:cubicBezTo>
                    <a:pt x="320" y="1"/>
                    <a:pt x="0" y="321"/>
                    <a:pt x="0" y="712"/>
                  </a:cubicBezTo>
                  <a:lnTo>
                    <a:pt x="0" y="2847"/>
                  </a:lnTo>
                  <a:cubicBezTo>
                    <a:pt x="0" y="3239"/>
                    <a:pt x="320" y="3559"/>
                    <a:pt x="712" y="3559"/>
                  </a:cubicBezTo>
                  <a:lnTo>
                    <a:pt x="2811" y="3559"/>
                  </a:lnTo>
                  <a:cubicBezTo>
                    <a:pt x="3202" y="3559"/>
                    <a:pt x="3523" y="3239"/>
                    <a:pt x="3523" y="2847"/>
                  </a:cubicBezTo>
                  <a:lnTo>
                    <a:pt x="3523" y="712"/>
                  </a:lnTo>
                  <a:cubicBezTo>
                    <a:pt x="3523" y="321"/>
                    <a:pt x="3202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32"/>
            <p:cNvSpPr/>
            <p:nvPr/>
          </p:nvSpPr>
          <p:spPr>
            <a:xfrm>
              <a:off x="5650776" y="4352754"/>
              <a:ext cx="77805" cy="78592"/>
            </a:xfrm>
            <a:custGeom>
              <a:rect b="b" l="l" r="r" t="t"/>
              <a:pathLst>
                <a:path extrusionOk="0" h="3559" w="3523">
                  <a:moveTo>
                    <a:pt x="712" y="1"/>
                  </a:moveTo>
                  <a:cubicBezTo>
                    <a:pt x="321" y="1"/>
                    <a:pt x="0" y="321"/>
                    <a:pt x="0" y="712"/>
                  </a:cubicBezTo>
                  <a:lnTo>
                    <a:pt x="0" y="2847"/>
                  </a:lnTo>
                  <a:cubicBezTo>
                    <a:pt x="0" y="3239"/>
                    <a:pt x="321" y="3559"/>
                    <a:pt x="712" y="3559"/>
                  </a:cubicBezTo>
                  <a:lnTo>
                    <a:pt x="2811" y="3559"/>
                  </a:lnTo>
                  <a:cubicBezTo>
                    <a:pt x="3203" y="3559"/>
                    <a:pt x="3523" y="3239"/>
                    <a:pt x="3523" y="2847"/>
                  </a:cubicBezTo>
                  <a:lnTo>
                    <a:pt x="3523" y="712"/>
                  </a:lnTo>
                  <a:cubicBezTo>
                    <a:pt x="3523" y="321"/>
                    <a:pt x="3203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32"/>
            <p:cNvSpPr/>
            <p:nvPr/>
          </p:nvSpPr>
          <p:spPr>
            <a:xfrm>
              <a:off x="5364731" y="4164191"/>
              <a:ext cx="400004" cy="165023"/>
            </a:xfrm>
            <a:custGeom>
              <a:rect b="b" l="l" r="r" t="t"/>
              <a:pathLst>
                <a:path extrusionOk="0" h="7473" w="18112">
                  <a:moveTo>
                    <a:pt x="2314" y="1"/>
                  </a:moveTo>
                  <a:lnTo>
                    <a:pt x="2314" y="1602"/>
                  </a:lnTo>
                  <a:lnTo>
                    <a:pt x="357" y="1602"/>
                  </a:lnTo>
                  <a:cubicBezTo>
                    <a:pt x="143" y="1637"/>
                    <a:pt x="1" y="1780"/>
                    <a:pt x="1" y="1957"/>
                  </a:cubicBezTo>
                  <a:lnTo>
                    <a:pt x="1" y="3523"/>
                  </a:lnTo>
                  <a:cubicBezTo>
                    <a:pt x="1" y="3736"/>
                    <a:pt x="143" y="3879"/>
                    <a:pt x="357" y="3879"/>
                  </a:cubicBezTo>
                  <a:lnTo>
                    <a:pt x="2314" y="3879"/>
                  </a:lnTo>
                  <a:lnTo>
                    <a:pt x="2314" y="7472"/>
                  </a:lnTo>
                  <a:lnTo>
                    <a:pt x="4413" y="7472"/>
                  </a:lnTo>
                  <a:lnTo>
                    <a:pt x="4413" y="3879"/>
                  </a:lnTo>
                  <a:lnTo>
                    <a:pt x="13664" y="3879"/>
                  </a:lnTo>
                  <a:lnTo>
                    <a:pt x="13664" y="7472"/>
                  </a:lnTo>
                  <a:lnTo>
                    <a:pt x="15763" y="7472"/>
                  </a:lnTo>
                  <a:lnTo>
                    <a:pt x="15763" y="3879"/>
                  </a:lnTo>
                  <a:lnTo>
                    <a:pt x="17756" y="3879"/>
                  </a:lnTo>
                  <a:cubicBezTo>
                    <a:pt x="17934" y="3879"/>
                    <a:pt x="18112" y="3736"/>
                    <a:pt x="18112" y="3523"/>
                  </a:cubicBezTo>
                  <a:lnTo>
                    <a:pt x="18112" y="1957"/>
                  </a:lnTo>
                  <a:cubicBezTo>
                    <a:pt x="18112" y="1780"/>
                    <a:pt x="17934" y="1602"/>
                    <a:pt x="17756" y="1602"/>
                  </a:cubicBezTo>
                  <a:lnTo>
                    <a:pt x="15763" y="1602"/>
                  </a:lnTo>
                  <a:lnTo>
                    <a:pt x="15763" y="1"/>
                  </a:lnTo>
                  <a:lnTo>
                    <a:pt x="13664" y="1"/>
                  </a:lnTo>
                  <a:lnTo>
                    <a:pt x="13664" y="1602"/>
                  </a:lnTo>
                  <a:lnTo>
                    <a:pt x="10106" y="1602"/>
                  </a:lnTo>
                  <a:lnTo>
                    <a:pt x="10106" y="1"/>
                  </a:lnTo>
                  <a:lnTo>
                    <a:pt x="7971" y="1"/>
                  </a:lnTo>
                  <a:lnTo>
                    <a:pt x="7971" y="1602"/>
                  </a:lnTo>
                  <a:lnTo>
                    <a:pt x="4413" y="1602"/>
                  </a:lnTo>
                  <a:lnTo>
                    <a:pt x="441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32"/>
            <p:cNvSpPr/>
            <p:nvPr/>
          </p:nvSpPr>
          <p:spPr>
            <a:xfrm>
              <a:off x="5376525" y="4031674"/>
              <a:ext cx="376417" cy="108977"/>
            </a:xfrm>
            <a:custGeom>
              <a:rect b="b" l="l" r="r" t="t"/>
              <a:pathLst>
                <a:path extrusionOk="0" h="4935" w="17044">
                  <a:moveTo>
                    <a:pt x="347" y="1"/>
                  </a:moveTo>
                  <a:cubicBezTo>
                    <a:pt x="172" y="1"/>
                    <a:pt x="1" y="147"/>
                    <a:pt x="1" y="344"/>
                  </a:cubicBezTo>
                  <a:lnTo>
                    <a:pt x="1" y="3511"/>
                  </a:lnTo>
                  <a:cubicBezTo>
                    <a:pt x="1" y="4294"/>
                    <a:pt x="641" y="4934"/>
                    <a:pt x="1424" y="4934"/>
                  </a:cubicBezTo>
                  <a:lnTo>
                    <a:pt x="15621" y="4934"/>
                  </a:lnTo>
                  <a:cubicBezTo>
                    <a:pt x="16403" y="4934"/>
                    <a:pt x="17044" y="4294"/>
                    <a:pt x="17044" y="3511"/>
                  </a:cubicBezTo>
                  <a:lnTo>
                    <a:pt x="17044" y="344"/>
                  </a:lnTo>
                  <a:cubicBezTo>
                    <a:pt x="17044" y="147"/>
                    <a:pt x="16873" y="1"/>
                    <a:pt x="16685" y="1"/>
                  </a:cubicBezTo>
                  <a:cubicBezTo>
                    <a:pt x="16602" y="1"/>
                    <a:pt x="16515" y="30"/>
                    <a:pt x="16439" y="95"/>
                  </a:cubicBezTo>
                  <a:lnTo>
                    <a:pt x="15016" y="1269"/>
                  </a:lnTo>
                  <a:cubicBezTo>
                    <a:pt x="14126" y="2017"/>
                    <a:pt x="13023" y="2408"/>
                    <a:pt x="11849" y="2408"/>
                  </a:cubicBezTo>
                  <a:lnTo>
                    <a:pt x="5195" y="2408"/>
                  </a:lnTo>
                  <a:cubicBezTo>
                    <a:pt x="4021" y="2408"/>
                    <a:pt x="2918" y="2017"/>
                    <a:pt x="2029" y="1269"/>
                  </a:cubicBezTo>
                  <a:lnTo>
                    <a:pt x="570" y="95"/>
                  </a:lnTo>
                  <a:cubicBezTo>
                    <a:pt x="504" y="30"/>
                    <a:pt x="425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3" name="Google Shape;1143;p32"/>
          <p:cNvSpPr/>
          <p:nvPr/>
        </p:nvSpPr>
        <p:spPr>
          <a:xfrm>
            <a:off x="2748012" y="4032094"/>
            <a:ext cx="403714" cy="400113"/>
          </a:xfrm>
          <a:custGeom>
            <a:rect b="b" l="l" r="r" t="t"/>
            <a:pathLst>
              <a:path extrusionOk="0" h="18119" w="18280">
                <a:moveTo>
                  <a:pt x="8432" y="2598"/>
                </a:moveTo>
                <a:cubicBezTo>
                  <a:pt x="8456" y="2598"/>
                  <a:pt x="8480" y="2599"/>
                  <a:pt x="8504" y="2602"/>
                </a:cubicBezTo>
                <a:cubicBezTo>
                  <a:pt x="8789" y="2638"/>
                  <a:pt x="9003" y="2923"/>
                  <a:pt x="8931" y="3207"/>
                </a:cubicBezTo>
                <a:lnTo>
                  <a:pt x="8682" y="4808"/>
                </a:lnTo>
                <a:lnTo>
                  <a:pt x="7615" y="4630"/>
                </a:lnTo>
                <a:lnTo>
                  <a:pt x="7900" y="3029"/>
                </a:lnTo>
                <a:cubicBezTo>
                  <a:pt x="7932" y="2769"/>
                  <a:pt x="8173" y="2598"/>
                  <a:pt x="8432" y="2598"/>
                </a:cubicBezTo>
                <a:close/>
                <a:moveTo>
                  <a:pt x="10492" y="2980"/>
                </a:moveTo>
                <a:cubicBezTo>
                  <a:pt x="10529" y="2980"/>
                  <a:pt x="10566" y="2984"/>
                  <a:pt x="10604" y="2994"/>
                </a:cubicBezTo>
                <a:cubicBezTo>
                  <a:pt x="10888" y="3029"/>
                  <a:pt x="11102" y="3314"/>
                  <a:pt x="11031" y="3599"/>
                </a:cubicBezTo>
                <a:lnTo>
                  <a:pt x="10782" y="5164"/>
                </a:lnTo>
                <a:lnTo>
                  <a:pt x="9714" y="4986"/>
                </a:lnTo>
                <a:lnTo>
                  <a:pt x="9999" y="3421"/>
                </a:lnTo>
                <a:cubicBezTo>
                  <a:pt x="10030" y="3174"/>
                  <a:pt x="10249" y="2980"/>
                  <a:pt x="10492" y="2980"/>
                </a:cubicBezTo>
                <a:close/>
                <a:moveTo>
                  <a:pt x="12630" y="3345"/>
                </a:moveTo>
                <a:cubicBezTo>
                  <a:pt x="12655" y="3345"/>
                  <a:pt x="12679" y="3347"/>
                  <a:pt x="12703" y="3350"/>
                </a:cubicBezTo>
                <a:cubicBezTo>
                  <a:pt x="12988" y="3385"/>
                  <a:pt x="13201" y="3670"/>
                  <a:pt x="13130" y="3954"/>
                </a:cubicBezTo>
                <a:lnTo>
                  <a:pt x="12881" y="5520"/>
                </a:lnTo>
                <a:lnTo>
                  <a:pt x="11813" y="5342"/>
                </a:lnTo>
                <a:lnTo>
                  <a:pt x="12098" y="3777"/>
                </a:lnTo>
                <a:cubicBezTo>
                  <a:pt x="12131" y="3516"/>
                  <a:pt x="12372" y="3345"/>
                  <a:pt x="12630" y="3345"/>
                </a:cubicBezTo>
                <a:close/>
                <a:moveTo>
                  <a:pt x="5477" y="6823"/>
                </a:moveTo>
                <a:cubicBezTo>
                  <a:pt x="5513" y="6823"/>
                  <a:pt x="5549" y="6827"/>
                  <a:pt x="5587" y="6836"/>
                </a:cubicBezTo>
                <a:cubicBezTo>
                  <a:pt x="5907" y="6872"/>
                  <a:pt x="6085" y="7121"/>
                  <a:pt x="6049" y="7441"/>
                </a:cubicBezTo>
                <a:lnTo>
                  <a:pt x="5444" y="10786"/>
                </a:lnTo>
                <a:lnTo>
                  <a:pt x="4413" y="10572"/>
                </a:lnTo>
                <a:lnTo>
                  <a:pt x="4982" y="7263"/>
                </a:lnTo>
                <a:cubicBezTo>
                  <a:pt x="5044" y="7016"/>
                  <a:pt x="5240" y="6823"/>
                  <a:pt x="5477" y="6823"/>
                </a:cubicBezTo>
                <a:close/>
                <a:moveTo>
                  <a:pt x="7587" y="7207"/>
                </a:moveTo>
                <a:cubicBezTo>
                  <a:pt x="7869" y="7207"/>
                  <a:pt x="8153" y="7418"/>
                  <a:pt x="8113" y="7797"/>
                </a:cubicBezTo>
                <a:lnTo>
                  <a:pt x="7544" y="11142"/>
                </a:lnTo>
                <a:lnTo>
                  <a:pt x="6476" y="10964"/>
                </a:lnTo>
                <a:lnTo>
                  <a:pt x="7081" y="7619"/>
                </a:lnTo>
                <a:cubicBezTo>
                  <a:pt x="7144" y="7338"/>
                  <a:pt x="7365" y="7207"/>
                  <a:pt x="7587" y="7207"/>
                </a:cubicBezTo>
                <a:close/>
                <a:moveTo>
                  <a:pt x="9677" y="7577"/>
                </a:moveTo>
                <a:cubicBezTo>
                  <a:pt x="9972" y="7577"/>
                  <a:pt x="10273" y="7801"/>
                  <a:pt x="10212" y="8189"/>
                </a:cubicBezTo>
                <a:lnTo>
                  <a:pt x="9643" y="11533"/>
                </a:lnTo>
                <a:lnTo>
                  <a:pt x="8576" y="11320"/>
                </a:lnTo>
                <a:lnTo>
                  <a:pt x="9180" y="7975"/>
                </a:lnTo>
                <a:cubicBezTo>
                  <a:pt x="9241" y="7702"/>
                  <a:pt x="9458" y="7577"/>
                  <a:pt x="9677" y="7577"/>
                </a:cubicBezTo>
                <a:close/>
                <a:moveTo>
                  <a:pt x="11791" y="7913"/>
                </a:moveTo>
                <a:cubicBezTo>
                  <a:pt x="12090" y="7913"/>
                  <a:pt x="12392" y="8145"/>
                  <a:pt x="12312" y="8544"/>
                </a:cubicBezTo>
                <a:lnTo>
                  <a:pt x="11742" y="11889"/>
                </a:lnTo>
                <a:lnTo>
                  <a:pt x="10675" y="11711"/>
                </a:lnTo>
                <a:lnTo>
                  <a:pt x="11280" y="8366"/>
                </a:lnTo>
                <a:cubicBezTo>
                  <a:pt x="11327" y="8054"/>
                  <a:pt x="11558" y="7913"/>
                  <a:pt x="11791" y="7913"/>
                </a:cubicBezTo>
                <a:close/>
                <a:moveTo>
                  <a:pt x="13896" y="8310"/>
                </a:moveTo>
                <a:cubicBezTo>
                  <a:pt x="14184" y="8310"/>
                  <a:pt x="14471" y="8521"/>
                  <a:pt x="14411" y="8900"/>
                </a:cubicBezTo>
                <a:lnTo>
                  <a:pt x="13842" y="12245"/>
                </a:lnTo>
                <a:lnTo>
                  <a:pt x="12774" y="12067"/>
                </a:lnTo>
                <a:lnTo>
                  <a:pt x="13379" y="8722"/>
                </a:lnTo>
                <a:cubicBezTo>
                  <a:pt x="13442" y="8441"/>
                  <a:pt x="13669" y="8310"/>
                  <a:pt x="13896" y="8310"/>
                </a:cubicBezTo>
                <a:close/>
                <a:moveTo>
                  <a:pt x="4413" y="12957"/>
                </a:moveTo>
                <a:cubicBezTo>
                  <a:pt x="4698" y="12957"/>
                  <a:pt x="4987" y="13179"/>
                  <a:pt x="4946" y="13561"/>
                </a:cubicBezTo>
                <a:lnTo>
                  <a:pt x="4341" y="17013"/>
                </a:lnTo>
                <a:lnTo>
                  <a:pt x="3274" y="17013"/>
                </a:lnTo>
                <a:lnTo>
                  <a:pt x="3915" y="13383"/>
                </a:lnTo>
                <a:cubicBezTo>
                  <a:pt x="3976" y="13089"/>
                  <a:pt x="4193" y="12957"/>
                  <a:pt x="4413" y="12957"/>
                </a:cubicBezTo>
                <a:close/>
                <a:moveTo>
                  <a:pt x="6507" y="13298"/>
                </a:moveTo>
                <a:cubicBezTo>
                  <a:pt x="6544" y="13298"/>
                  <a:pt x="6581" y="13303"/>
                  <a:pt x="6619" y="13312"/>
                </a:cubicBezTo>
                <a:cubicBezTo>
                  <a:pt x="6903" y="13348"/>
                  <a:pt x="7117" y="13597"/>
                  <a:pt x="7046" y="13917"/>
                </a:cubicBezTo>
                <a:lnTo>
                  <a:pt x="6512" y="17013"/>
                </a:lnTo>
                <a:lnTo>
                  <a:pt x="5409" y="17013"/>
                </a:lnTo>
                <a:lnTo>
                  <a:pt x="6014" y="13739"/>
                </a:lnTo>
                <a:cubicBezTo>
                  <a:pt x="6045" y="13492"/>
                  <a:pt x="6263" y="13298"/>
                  <a:pt x="6507" y="13298"/>
                </a:cubicBezTo>
                <a:close/>
                <a:moveTo>
                  <a:pt x="8610" y="13697"/>
                </a:moveTo>
                <a:cubicBezTo>
                  <a:pt x="8905" y="13697"/>
                  <a:pt x="9206" y="13921"/>
                  <a:pt x="9145" y="14308"/>
                </a:cubicBezTo>
                <a:lnTo>
                  <a:pt x="8682" y="17013"/>
                </a:lnTo>
                <a:lnTo>
                  <a:pt x="7615" y="17013"/>
                </a:lnTo>
                <a:lnTo>
                  <a:pt x="8113" y="14095"/>
                </a:lnTo>
                <a:cubicBezTo>
                  <a:pt x="8174" y="13821"/>
                  <a:pt x="8390" y="13697"/>
                  <a:pt x="8610" y="13697"/>
                </a:cubicBezTo>
                <a:close/>
                <a:moveTo>
                  <a:pt x="10711" y="14060"/>
                </a:moveTo>
                <a:cubicBezTo>
                  <a:pt x="10996" y="14060"/>
                  <a:pt x="11284" y="14282"/>
                  <a:pt x="11244" y="14664"/>
                </a:cubicBezTo>
                <a:lnTo>
                  <a:pt x="10817" y="17013"/>
                </a:lnTo>
                <a:lnTo>
                  <a:pt x="9750" y="17013"/>
                </a:lnTo>
                <a:lnTo>
                  <a:pt x="10212" y="14486"/>
                </a:lnTo>
                <a:cubicBezTo>
                  <a:pt x="10274" y="14192"/>
                  <a:pt x="10491" y="14060"/>
                  <a:pt x="10711" y="14060"/>
                </a:cubicBezTo>
                <a:close/>
                <a:moveTo>
                  <a:pt x="12805" y="14401"/>
                </a:moveTo>
                <a:cubicBezTo>
                  <a:pt x="12842" y="14401"/>
                  <a:pt x="12879" y="14406"/>
                  <a:pt x="12916" y="14415"/>
                </a:cubicBezTo>
                <a:cubicBezTo>
                  <a:pt x="13201" y="14451"/>
                  <a:pt x="13415" y="14735"/>
                  <a:pt x="13343" y="15020"/>
                </a:cubicBezTo>
                <a:lnTo>
                  <a:pt x="12988" y="17013"/>
                </a:lnTo>
                <a:lnTo>
                  <a:pt x="11920" y="17013"/>
                </a:lnTo>
                <a:lnTo>
                  <a:pt x="12276" y="14842"/>
                </a:lnTo>
                <a:cubicBezTo>
                  <a:pt x="12338" y="14595"/>
                  <a:pt x="12561" y="14401"/>
                  <a:pt x="12805" y="14401"/>
                </a:cubicBezTo>
                <a:close/>
                <a:moveTo>
                  <a:pt x="5657" y="1"/>
                </a:moveTo>
                <a:cubicBezTo>
                  <a:pt x="5398" y="1"/>
                  <a:pt x="5157" y="174"/>
                  <a:pt x="5124" y="468"/>
                </a:cubicBezTo>
                <a:cubicBezTo>
                  <a:pt x="5053" y="752"/>
                  <a:pt x="5267" y="1037"/>
                  <a:pt x="5551" y="1072"/>
                </a:cubicBezTo>
                <a:lnTo>
                  <a:pt x="6085" y="1144"/>
                </a:lnTo>
                <a:lnTo>
                  <a:pt x="5516" y="4275"/>
                </a:lnTo>
                <a:lnTo>
                  <a:pt x="2918" y="3812"/>
                </a:lnTo>
                <a:cubicBezTo>
                  <a:pt x="2895" y="3810"/>
                  <a:pt x="2872" y="3808"/>
                  <a:pt x="2850" y="3808"/>
                </a:cubicBezTo>
                <a:cubicBezTo>
                  <a:pt x="2231" y="3808"/>
                  <a:pt x="2088" y="4742"/>
                  <a:pt x="2740" y="4880"/>
                </a:cubicBezTo>
                <a:lnTo>
                  <a:pt x="3274" y="4986"/>
                </a:lnTo>
                <a:lnTo>
                  <a:pt x="2313" y="10252"/>
                </a:lnTo>
                <a:lnTo>
                  <a:pt x="1815" y="10181"/>
                </a:lnTo>
                <a:cubicBezTo>
                  <a:pt x="1781" y="10176"/>
                  <a:pt x="1748" y="10173"/>
                  <a:pt x="1716" y="10173"/>
                </a:cubicBezTo>
                <a:cubicBezTo>
                  <a:pt x="1123" y="10173"/>
                  <a:pt x="994" y="11078"/>
                  <a:pt x="1602" y="11213"/>
                </a:cubicBezTo>
                <a:lnTo>
                  <a:pt x="2135" y="11320"/>
                </a:lnTo>
                <a:lnTo>
                  <a:pt x="1139" y="17048"/>
                </a:lnTo>
                <a:lnTo>
                  <a:pt x="641" y="17048"/>
                </a:lnTo>
                <a:cubicBezTo>
                  <a:pt x="1" y="17119"/>
                  <a:pt x="1" y="18044"/>
                  <a:pt x="641" y="18116"/>
                </a:cubicBezTo>
                <a:lnTo>
                  <a:pt x="15549" y="18116"/>
                </a:lnTo>
                <a:cubicBezTo>
                  <a:pt x="15572" y="18118"/>
                  <a:pt x="15594" y="18119"/>
                  <a:pt x="15615" y="18119"/>
                </a:cubicBezTo>
                <a:cubicBezTo>
                  <a:pt x="16310" y="18119"/>
                  <a:pt x="16310" y="17045"/>
                  <a:pt x="15615" y="17045"/>
                </a:cubicBezTo>
                <a:cubicBezTo>
                  <a:pt x="15594" y="17045"/>
                  <a:pt x="15572" y="17046"/>
                  <a:pt x="15549" y="17048"/>
                </a:cubicBezTo>
                <a:lnTo>
                  <a:pt x="15158" y="17048"/>
                </a:lnTo>
                <a:lnTo>
                  <a:pt x="15763" y="13704"/>
                </a:lnTo>
                <a:lnTo>
                  <a:pt x="16297" y="13810"/>
                </a:lnTo>
                <a:cubicBezTo>
                  <a:pt x="16339" y="13819"/>
                  <a:pt x="16379" y="13823"/>
                  <a:pt x="16417" y="13823"/>
                </a:cubicBezTo>
                <a:cubicBezTo>
                  <a:pt x="16992" y="13823"/>
                  <a:pt x="17108" y="12879"/>
                  <a:pt x="16475" y="12778"/>
                </a:cubicBezTo>
                <a:lnTo>
                  <a:pt x="15941" y="12672"/>
                </a:lnTo>
                <a:lnTo>
                  <a:pt x="16866" y="7370"/>
                </a:lnTo>
                <a:lnTo>
                  <a:pt x="17400" y="7477"/>
                </a:lnTo>
                <a:cubicBezTo>
                  <a:pt x="17443" y="7486"/>
                  <a:pt x="17484" y="7490"/>
                  <a:pt x="17523" y="7490"/>
                </a:cubicBezTo>
                <a:cubicBezTo>
                  <a:pt x="18134" y="7490"/>
                  <a:pt x="18280" y="6510"/>
                  <a:pt x="17578" y="6410"/>
                </a:cubicBezTo>
                <a:lnTo>
                  <a:pt x="17578" y="6374"/>
                </a:lnTo>
                <a:lnTo>
                  <a:pt x="14945" y="5911"/>
                </a:lnTo>
                <a:lnTo>
                  <a:pt x="15514" y="2816"/>
                </a:lnTo>
                <a:lnTo>
                  <a:pt x="16048" y="2887"/>
                </a:lnTo>
                <a:cubicBezTo>
                  <a:pt x="16091" y="2896"/>
                  <a:pt x="16133" y="2900"/>
                  <a:pt x="16172" y="2900"/>
                </a:cubicBezTo>
                <a:cubicBezTo>
                  <a:pt x="16747" y="2900"/>
                  <a:pt x="16891" y="1988"/>
                  <a:pt x="16225" y="1855"/>
                </a:cubicBezTo>
                <a:lnTo>
                  <a:pt x="5729" y="5"/>
                </a:lnTo>
                <a:cubicBezTo>
                  <a:pt x="5705" y="2"/>
                  <a:pt x="5681" y="1"/>
                  <a:pt x="565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44" name="Google Shape;1144;p32"/>
          <p:cNvGrpSpPr/>
          <p:nvPr/>
        </p:nvGrpSpPr>
        <p:grpSpPr>
          <a:xfrm>
            <a:off x="2102092" y="4063451"/>
            <a:ext cx="403139" cy="335698"/>
            <a:chOff x="2102092" y="4063451"/>
            <a:chExt cx="403139" cy="335698"/>
          </a:xfrm>
        </p:grpSpPr>
        <p:sp>
          <p:nvSpPr>
            <p:cNvPr id="1145" name="Google Shape;1145;p32"/>
            <p:cNvSpPr/>
            <p:nvPr/>
          </p:nvSpPr>
          <p:spPr>
            <a:xfrm>
              <a:off x="2102092" y="4196608"/>
              <a:ext cx="75442" cy="56399"/>
            </a:xfrm>
            <a:custGeom>
              <a:rect b="b" l="l" r="r" t="t"/>
              <a:pathLst>
                <a:path extrusionOk="0" h="2554" w="3416">
                  <a:moveTo>
                    <a:pt x="949" y="0"/>
                  </a:moveTo>
                  <a:cubicBezTo>
                    <a:pt x="785" y="0"/>
                    <a:pt x="623" y="9"/>
                    <a:pt x="463" y="27"/>
                  </a:cubicBezTo>
                  <a:cubicBezTo>
                    <a:pt x="142" y="27"/>
                    <a:pt x="0" y="383"/>
                    <a:pt x="178" y="632"/>
                  </a:cubicBezTo>
                  <a:lnTo>
                    <a:pt x="1459" y="2553"/>
                  </a:lnTo>
                  <a:cubicBezTo>
                    <a:pt x="1495" y="2535"/>
                    <a:pt x="1530" y="2526"/>
                    <a:pt x="1561" y="2526"/>
                  </a:cubicBezTo>
                  <a:cubicBezTo>
                    <a:pt x="1592" y="2526"/>
                    <a:pt x="1619" y="2535"/>
                    <a:pt x="1637" y="2553"/>
                  </a:cubicBezTo>
                  <a:lnTo>
                    <a:pt x="3416" y="2518"/>
                  </a:lnTo>
                  <a:lnTo>
                    <a:pt x="2420" y="240"/>
                  </a:lnTo>
                  <a:cubicBezTo>
                    <a:pt x="1939" y="80"/>
                    <a:pt x="1439" y="0"/>
                    <a:pt x="9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32"/>
            <p:cNvSpPr/>
            <p:nvPr/>
          </p:nvSpPr>
          <p:spPr>
            <a:xfrm>
              <a:off x="2147653" y="4117796"/>
              <a:ext cx="85690" cy="135984"/>
            </a:xfrm>
            <a:custGeom>
              <a:rect b="b" l="l" r="r" t="t"/>
              <a:pathLst>
                <a:path extrusionOk="0" h="6158" w="3880">
                  <a:moveTo>
                    <a:pt x="1682" y="1"/>
                  </a:moveTo>
                  <a:cubicBezTo>
                    <a:pt x="1430" y="1"/>
                    <a:pt x="1178" y="13"/>
                    <a:pt x="926" y="38"/>
                  </a:cubicBezTo>
                  <a:lnTo>
                    <a:pt x="428" y="109"/>
                  </a:lnTo>
                  <a:cubicBezTo>
                    <a:pt x="179" y="145"/>
                    <a:pt x="1" y="429"/>
                    <a:pt x="108" y="643"/>
                  </a:cubicBezTo>
                  <a:lnTo>
                    <a:pt x="2491" y="6087"/>
                  </a:lnTo>
                  <a:lnTo>
                    <a:pt x="3488" y="6087"/>
                  </a:lnTo>
                  <a:cubicBezTo>
                    <a:pt x="3630" y="6087"/>
                    <a:pt x="3737" y="6122"/>
                    <a:pt x="3844" y="6158"/>
                  </a:cubicBezTo>
                  <a:lnTo>
                    <a:pt x="3879" y="6158"/>
                  </a:lnTo>
                  <a:lnTo>
                    <a:pt x="3061" y="109"/>
                  </a:lnTo>
                  <a:cubicBezTo>
                    <a:pt x="2601" y="40"/>
                    <a:pt x="2142" y="1"/>
                    <a:pt x="16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32"/>
            <p:cNvSpPr/>
            <p:nvPr/>
          </p:nvSpPr>
          <p:spPr>
            <a:xfrm>
              <a:off x="2302469" y="4130250"/>
              <a:ext cx="202762" cy="143956"/>
            </a:xfrm>
            <a:custGeom>
              <a:rect b="b" l="l" r="r" t="t"/>
              <a:pathLst>
                <a:path extrusionOk="0" h="6519" w="9181">
                  <a:moveTo>
                    <a:pt x="7918" y="0"/>
                  </a:moveTo>
                  <a:cubicBezTo>
                    <a:pt x="4091" y="0"/>
                    <a:pt x="730" y="2702"/>
                    <a:pt x="0" y="6519"/>
                  </a:cubicBezTo>
                  <a:lnTo>
                    <a:pt x="7116" y="6519"/>
                  </a:lnTo>
                  <a:lnTo>
                    <a:pt x="9109" y="577"/>
                  </a:lnTo>
                  <a:cubicBezTo>
                    <a:pt x="9180" y="328"/>
                    <a:pt x="9002" y="43"/>
                    <a:pt x="8753" y="43"/>
                  </a:cubicBezTo>
                  <a:cubicBezTo>
                    <a:pt x="8473" y="14"/>
                    <a:pt x="8194" y="0"/>
                    <a:pt x="79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32"/>
            <p:cNvSpPr/>
            <p:nvPr/>
          </p:nvSpPr>
          <p:spPr>
            <a:xfrm>
              <a:off x="2231731" y="4063451"/>
              <a:ext cx="162700" cy="206052"/>
            </a:xfrm>
            <a:custGeom>
              <a:rect b="b" l="l" r="r" t="t"/>
              <a:pathLst>
                <a:path extrusionOk="0" h="9331" w="7367">
                  <a:moveTo>
                    <a:pt x="771" y="0"/>
                  </a:moveTo>
                  <a:cubicBezTo>
                    <a:pt x="645" y="0"/>
                    <a:pt x="519" y="3"/>
                    <a:pt x="392" y="8"/>
                  </a:cubicBezTo>
                  <a:cubicBezTo>
                    <a:pt x="143" y="44"/>
                    <a:pt x="1" y="222"/>
                    <a:pt x="1" y="471"/>
                  </a:cubicBezTo>
                  <a:lnTo>
                    <a:pt x="1211" y="9010"/>
                  </a:lnTo>
                  <a:lnTo>
                    <a:pt x="2136" y="9330"/>
                  </a:lnTo>
                  <a:cubicBezTo>
                    <a:pt x="2527" y="7480"/>
                    <a:pt x="3452" y="5737"/>
                    <a:pt x="4876" y="4456"/>
                  </a:cubicBezTo>
                  <a:cubicBezTo>
                    <a:pt x="5587" y="3744"/>
                    <a:pt x="6441" y="3175"/>
                    <a:pt x="7366" y="2784"/>
                  </a:cubicBezTo>
                  <a:cubicBezTo>
                    <a:pt x="5606" y="989"/>
                    <a:pt x="3234" y="0"/>
                    <a:pt x="7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32"/>
            <p:cNvSpPr/>
            <p:nvPr/>
          </p:nvSpPr>
          <p:spPr>
            <a:xfrm>
              <a:off x="2103660" y="4359842"/>
              <a:ext cx="399981" cy="39307"/>
            </a:xfrm>
            <a:custGeom>
              <a:rect b="b" l="l" r="r" t="t"/>
              <a:pathLst>
                <a:path extrusionOk="0" h="1780" w="18111">
                  <a:moveTo>
                    <a:pt x="392" y="0"/>
                  </a:moveTo>
                  <a:cubicBezTo>
                    <a:pt x="178" y="0"/>
                    <a:pt x="0" y="142"/>
                    <a:pt x="36" y="356"/>
                  </a:cubicBezTo>
                  <a:lnTo>
                    <a:pt x="36" y="1779"/>
                  </a:lnTo>
                  <a:lnTo>
                    <a:pt x="18111" y="1779"/>
                  </a:lnTo>
                  <a:lnTo>
                    <a:pt x="18111" y="356"/>
                  </a:lnTo>
                  <a:cubicBezTo>
                    <a:pt x="18111" y="178"/>
                    <a:pt x="17933" y="0"/>
                    <a:pt x="177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32"/>
            <p:cNvSpPr/>
            <p:nvPr/>
          </p:nvSpPr>
          <p:spPr>
            <a:xfrm>
              <a:off x="2130383" y="4275752"/>
              <a:ext cx="346558" cy="61323"/>
            </a:xfrm>
            <a:custGeom>
              <a:rect b="b" l="l" r="r" t="t"/>
              <a:pathLst>
                <a:path extrusionOk="0" h="2777" w="15692">
                  <a:moveTo>
                    <a:pt x="356" y="1"/>
                  </a:moveTo>
                  <a:cubicBezTo>
                    <a:pt x="178" y="1"/>
                    <a:pt x="0" y="143"/>
                    <a:pt x="0" y="357"/>
                  </a:cubicBezTo>
                  <a:lnTo>
                    <a:pt x="0" y="2776"/>
                  </a:lnTo>
                  <a:lnTo>
                    <a:pt x="15691" y="2776"/>
                  </a:lnTo>
                  <a:lnTo>
                    <a:pt x="15691" y="1353"/>
                  </a:lnTo>
                  <a:cubicBezTo>
                    <a:pt x="15691" y="1140"/>
                    <a:pt x="15513" y="997"/>
                    <a:pt x="15335" y="997"/>
                  </a:cubicBezTo>
                  <a:lnTo>
                    <a:pt x="7116" y="997"/>
                  </a:lnTo>
                  <a:lnTo>
                    <a:pt x="4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1" name="Google Shape;1151;p32"/>
          <p:cNvGrpSpPr/>
          <p:nvPr/>
        </p:nvGrpSpPr>
        <p:grpSpPr>
          <a:xfrm>
            <a:off x="3392364" y="4031409"/>
            <a:ext cx="418864" cy="399362"/>
            <a:chOff x="3392364" y="4031409"/>
            <a:chExt cx="418864" cy="399362"/>
          </a:xfrm>
        </p:grpSpPr>
        <p:sp>
          <p:nvSpPr>
            <p:cNvPr id="1152" name="Google Shape;1152;p32"/>
            <p:cNvSpPr/>
            <p:nvPr/>
          </p:nvSpPr>
          <p:spPr>
            <a:xfrm>
              <a:off x="3632008" y="4171964"/>
              <a:ext cx="179220" cy="258763"/>
            </a:xfrm>
            <a:custGeom>
              <a:rect b="b" l="l" r="r" t="t"/>
              <a:pathLst>
                <a:path extrusionOk="0" h="11718" w="8115">
                  <a:moveTo>
                    <a:pt x="442" y="0"/>
                  </a:moveTo>
                  <a:cubicBezTo>
                    <a:pt x="225" y="0"/>
                    <a:pt x="1" y="201"/>
                    <a:pt x="73" y="467"/>
                  </a:cubicBezTo>
                  <a:lnTo>
                    <a:pt x="3382" y="11710"/>
                  </a:lnTo>
                  <a:lnTo>
                    <a:pt x="7510" y="11710"/>
                  </a:lnTo>
                  <a:cubicBezTo>
                    <a:pt x="7533" y="11715"/>
                    <a:pt x="7557" y="11717"/>
                    <a:pt x="7581" y="11717"/>
                  </a:cubicBezTo>
                  <a:cubicBezTo>
                    <a:pt x="7734" y="11717"/>
                    <a:pt x="7880" y="11625"/>
                    <a:pt x="7972" y="11532"/>
                  </a:cubicBezTo>
                  <a:cubicBezTo>
                    <a:pt x="8115" y="11319"/>
                    <a:pt x="8079" y="11070"/>
                    <a:pt x="7972" y="10892"/>
                  </a:cubicBezTo>
                  <a:lnTo>
                    <a:pt x="6585" y="8864"/>
                  </a:lnTo>
                  <a:lnTo>
                    <a:pt x="3916" y="8864"/>
                  </a:lnTo>
                  <a:cubicBezTo>
                    <a:pt x="3204" y="8864"/>
                    <a:pt x="3204" y="7832"/>
                    <a:pt x="3916" y="7796"/>
                  </a:cubicBezTo>
                  <a:lnTo>
                    <a:pt x="5873" y="7796"/>
                  </a:lnTo>
                  <a:cubicBezTo>
                    <a:pt x="5873" y="7796"/>
                    <a:pt x="2600" y="2922"/>
                    <a:pt x="714" y="147"/>
                  </a:cubicBezTo>
                  <a:cubicBezTo>
                    <a:pt x="645" y="44"/>
                    <a:pt x="545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32"/>
            <p:cNvSpPr/>
            <p:nvPr/>
          </p:nvSpPr>
          <p:spPr>
            <a:xfrm>
              <a:off x="3409657" y="4149837"/>
              <a:ext cx="272706" cy="280934"/>
            </a:xfrm>
            <a:custGeom>
              <a:rect b="b" l="l" r="r" t="t"/>
              <a:pathLst>
                <a:path extrusionOk="0" h="12722" w="12348">
                  <a:moveTo>
                    <a:pt x="8825" y="6699"/>
                  </a:moveTo>
                  <a:cubicBezTo>
                    <a:pt x="9536" y="6699"/>
                    <a:pt x="9536" y="7767"/>
                    <a:pt x="8825" y="7767"/>
                  </a:cubicBezTo>
                  <a:lnTo>
                    <a:pt x="8576" y="7767"/>
                  </a:lnTo>
                  <a:cubicBezTo>
                    <a:pt x="7864" y="7767"/>
                    <a:pt x="7864" y="6699"/>
                    <a:pt x="8576" y="6699"/>
                  </a:cubicBezTo>
                  <a:close/>
                  <a:moveTo>
                    <a:pt x="7402" y="8798"/>
                  </a:moveTo>
                  <a:cubicBezTo>
                    <a:pt x="8113" y="8798"/>
                    <a:pt x="8113" y="9866"/>
                    <a:pt x="7402" y="9866"/>
                  </a:cubicBezTo>
                  <a:lnTo>
                    <a:pt x="6548" y="9866"/>
                  </a:lnTo>
                  <a:cubicBezTo>
                    <a:pt x="5836" y="9866"/>
                    <a:pt x="5836" y="8798"/>
                    <a:pt x="6548" y="8798"/>
                  </a:cubicBezTo>
                  <a:close/>
                  <a:moveTo>
                    <a:pt x="8327" y="0"/>
                  </a:moveTo>
                  <a:cubicBezTo>
                    <a:pt x="8222" y="0"/>
                    <a:pt x="8116" y="48"/>
                    <a:pt x="8042" y="152"/>
                  </a:cubicBezTo>
                  <a:lnTo>
                    <a:pt x="5765" y="3497"/>
                  </a:lnTo>
                  <a:lnTo>
                    <a:pt x="7900" y="3497"/>
                  </a:lnTo>
                  <a:cubicBezTo>
                    <a:pt x="8184" y="3497"/>
                    <a:pt x="8398" y="3746"/>
                    <a:pt x="8433" y="4031"/>
                  </a:cubicBezTo>
                  <a:cubicBezTo>
                    <a:pt x="8433" y="4315"/>
                    <a:pt x="8220" y="4564"/>
                    <a:pt x="7900" y="4564"/>
                  </a:cubicBezTo>
                  <a:lnTo>
                    <a:pt x="5053" y="4564"/>
                  </a:lnTo>
                  <a:lnTo>
                    <a:pt x="3630" y="6699"/>
                  </a:lnTo>
                  <a:lnTo>
                    <a:pt x="6441" y="6699"/>
                  </a:lnTo>
                  <a:cubicBezTo>
                    <a:pt x="6725" y="6699"/>
                    <a:pt x="6975" y="6913"/>
                    <a:pt x="7010" y="7197"/>
                  </a:cubicBezTo>
                  <a:cubicBezTo>
                    <a:pt x="7010" y="7518"/>
                    <a:pt x="6761" y="7767"/>
                    <a:pt x="6476" y="7767"/>
                  </a:cubicBezTo>
                  <a:lnTo>
                    <a:pt x="2918" y="7767"/>
                  </a:lnTo>
                  <a:lnTo>
                    <a:pt x="143" y="11894"/>
                  </a:lnTo>
                  <a:cubicBezTo>
                    <a:pt x="1" y="12107"/>
                    <a:pt x="1" y="12357"/>
                    <a:pt x="143" y="12534"/>
                  </a:cubicBezTo>
                  <a:cubicBezTo>
                    <a:pt x="231" y="12652"/>
                    <a:pt x="369" y="12721"/>
                    <a:pt x="514" y="12721"/>
                  </a:cubicBezTo>
                  <a:cubicBezTo>
                    <a:pt x="545" y="12721"/>
                    <a:pt x="575" y="12718"/>
                    <a:pt x="606" y="12712"/>
                  </a:cubicBezTo>
                  <a:lnTo>
                    <a:pt x="12347" y="12712"/>
                  </a:lnTo>
                  <a:lnTo>
                    <a:pt x="11493" y="9866"/>
                  </a:lnTo>
                  <a:lnTo>
                    <a:pt x="9501" y="9866"/>
                  </a:lnTo>
                  <a:cubicBezTo>
                    <a:pt x="9216" y="9866"/>
                    <a:pt x="9003" y="9652"/>
                    <a:pt x="8967" y="9368"/>
                  </a:cubicBezTo>
                  <a:cubicBezTo>
                    <a:pt x="8967" y="9083"/>
                    <a:pt x="9181" y="8798"/>
                    <a:pt x="9501" y="8798"/>
                  </a:cubicBezTo>
                  <a:lnTo>
                    <a:pt x="11173" y="8798"/>
                  </a:lnTo>
                  <a:lnTo>
                    <a:pt x="8682" y="259"/>
                  </a:lnTo>
                  <a:cubicBezTo>
                    <a:pt x="8620" y="93"/>
                    <a:pt x="8474" y="0"/>
                    <a:pt x="83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32"/>
            <p:cNvSpPr/>
            <p:nvPr/>
          </p:nvSpPr>
          <p:spPr>
            <a:xfrm>
              <a:off x="3392364" y="4031409"/>
              <a:ext cx="127342" cy="109750"/>
            </a:xfrm>
            <a:custGeom>
              <a:rect b="b" l="l" r="r" t="t"/>
              <a:pathLst>
                <a:path extrusionOk="0" h="4970" w="5766">
                  <a:moveTo>
                    <a:pt x="3310" y="0"/>
                  </a:moveTo>
                  <a:cubicBezTo>
                    <a:pt x="1104" y="0"/>
                    <a:pt x="1" y="2669"/>
                    <a:pt x="1531" y="4235"/>
                  </a:cubicBezTo>
                  <a:cubicBezTo>
                    <a:pt x="2038" y="4742"/>
                    <a:pt x="2662" y="4969"/>
                    <a:pt x="3273" y="4969"/>
                  </a:cubicBezTo>
                  <a:cubicBezTo>
                    <a:pt x="4546" y="4969"/>
                    <a:pt x="5765" y="3982"/>
                    <a:pt x="5765" y="2491"/>
                  </a:cubicBezTo>
                  <a:cubicBezTo>
                    <a:pt x="5765" y="1103"/>
                    <a:pt x="4662" y="0"/>
                    <a:pt x="33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5" name="Google Shape;1155;p32"/>
          <p:cNvGrpSpPr/>
          <p:nvPr/>
        </p:nvGrpSpPr>
        <p:grpSpPr>
          <a:xfrm>
            <a:off x="4104318" y="4032381"/>
            <a:ext cx="249119" cy="398192"/>
            <a:chOff x="4104318" y="4032381"/>
            <a:chExt cx="249119" cy="398192"/>
          </a:xfrm>
        </p:grpSpPr>
        <p:sp>
          <p:nvSpPr>
            <p:cNvPr id="1156" name="Google Shape;1156;p32"/>
            <p:cNvSpPr/>
            <p:nvPr/>
          </p:nvSpPr>
          <p:spPr>
            <a:xfrm>
              <a:off x="4127883" y="4388903"/>
              <a:ext cx="202762" cy="41670"/>
            </a:xfrm>
            <a:custGeom>
              <a:rect b="b" l="l" r="r" t="t"/>
              <a:pathLst>
                <a:path extrusionOk="0" h="1887" w="9181">
                  <a:moveTo>
                    <a:pt x="1" y="1"/>
                  </a:moveTo>
                  <a:lnTo>
                    <a:pt x="1" y="1886"/>
                  </a:lnTo>
                  <a:lnTo>
                    <a:pt x="9180" y="1886"/>
                  </a:lnTo>
                  <a:lnTo>
                    <a:pt x="918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32"/>
            <p:cNvSpPr/>
            <p:nvPr/>
          </p:nvSpPr>
          <p:spPr>
            <a:xfrm>
              <a:off x="4166399" y="4032381"/>
              <a:ext cx="124957" cy="107476"/>
            </a:xfrm>
            <a:custGeom>
              <a:rect b="b" l="l" r="r" t="t"/>
              <a:pathLst>
                <a:path extrusionOk="0" h="4867" w="5658">
                  <a:moveTo>
                    <a:pt x="2829" y="1"/>
                  </a:moveTo>
                  <a:cubicBezTo>
                    <a:pt x="2500" y="1"/>
                    <a:pt x="2171" y="152"/>
                    <a:pt x="1957" y="455"/>
                  </a:cubicBezTo>
                  <a:lnTo>
                    <a:pt x="285" y="2910"/>
                  </a:lnTo>
                  <a:cubicBezTo>
                    <a:pt x="107" y="3123"/>
                    <a:pt x="0" y="3408"/>
                    <a:pt x="0" y="3692"/>
                  </a:cubicBezTo>
                  <a:lnTo>
                    <a:pt x="0" y="4867"/>
                  </a:lnTo>
                  <a:lnTo>
                    <a:pt x="5657" y="4831"/>
                  </a:lnTo>
                  <a:lnTo>
                    <a:pt x="5657" y="3692"/>
                  </a:lnTo>
                  <a:cubicBezTo>
                    <a:pt x="5657" y="3408"/>
                    <a:pt x="5551" y="3123"/>
                    <a:pt x="5408" y="2874"/>
                  </a:cubicBezTo>
                  <a:lnTo>
                    <a:pt x="3701" y="455"/>
                  </a:lnTo>
                  <a:cubicBezTo>
                    <a:pt x="3487" y="152"/>
                    <a:pt x="3158" y="1"/>
                    <a:pt x="28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32"/>
            <p:cNvSpPr/>
            <p:nvPr/>
          </p:nvSpPr>
          <p:spPr>
            <a:xfrm>
              <a:off x="4104318" y="4118613"/>
              <a:ext cx="249119" cy="246750"/>
            </a:xfrm>
            <a:custGeom>
              <a:rect b="b" l="l" r="r" t="t"/>
              <a:pathLst>
                <a:path extrusionOk="0" h="11174" w="11280">
                  <a:moveTo>
                    <a:pt x="5623" y="3061"/>
                  </a:moveTo>
                  <a:cubicBezTo>
                    <a:pt x="7435" y="3061"/>
                    <a:pt x="9180" y="4463"/>
                    <a:pt x="9180" y="6583"/>
                  </a:cubicBezTo>
                  <a:cubicBezTo>
                    <a:pt x="9180" y="8540"/>
                    <a:pt x="7579" y="10106"/>
                    <a:pt x="5658" y="10106"/>
                  </a:cubicBezTo>
                  <a:cubicBezTo>
                    <a:pt x="2491" y="10106"/>
                    <a:pt x="925" y="6299"/>
                    <a:pt x="3167" y="4093"/>
                  </a:cubicBezTo>
                  <a:cubicBezTo>
                    <a:pt x="3879" y="3380"/>
                    <a:pt x="4759" y="3061"/>
                    <a:pt x="5623" y="3061"/>
                  </a:cubicBezTo>
                  <a:close/>
                  <a:moveTo>
                    <a:pt x="534" y="1"/>
                  </a:moveTo>
                  <a:cubicBezTo>
                    <a:pt x="534" y="1"/>
                    <a:pt x="0" y="214"/>
                    <a:pt x="0" y="535"/>
                  </a:cubicBezTo>
                  <a:lnTo>
                    <a:pt x="0" y="10462"/>
                  </a:lnTo>
                  <a:cubicBezTo>
                    <a:pt x="0" y="10853"/>
                    <a:pt x="320" y="11173"/>
                    <a:pt x="712" y="11173"/>
                  </a:cubicBezTo>
                  <a:lnTo>
                    <a:pt x="10568" y="11173"/>
                  </a:lnTo>
                  <a:cubicBezTo>
                    <a:pt x="10959" y="11173"/>
                    <a:pt x="11279" y="10853"/>
                    <a:pt x="11279" y="10462"/>
                  </a:cubicBezTo>
                  <a:lnTo>
                    <a:pt x="11279" y="535"/>
                  </a:lnTo>
                  <a:cubicBezTo>
                    <a:pt x="11279" y="214"/>
                    <a:pt x="10746" y="1"/>
                    <a:pt x="10746" y="1"/>
                  </a:cubicBezTo>
                  <a:cubicBezTo>
                    <a:pt x="10746" y="1"/>
                    <a:pt x="10212" y="214"/>
                    <a:pt x="10212" y="535"/>
                  </a:cubicBezTo>
                  <a:lnTo>
                    <a:pt x="10212" y="1993"/>
                  </a:lnTo>
                  <a:lnTo>
                    <a:pt x="1068" y="1993"/>
                  </a:lnTo>
                  <a:lnTo>
                    <a:pt x="1068" y="535"/>
                  </a:lnTo>
                  <a:cubicBezTo>
                    <a:pt x="1068" y="214"/>
                    <a:pt x="534" y="1"/>
                    <a:pt x="5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32"/>
            <p:cNvSpPr/>
            <p:nvPr/>
          </p:nvSpPr>
          <p:spPr>
            <a:xfrm>
              <a:off x="4156174" y="4208974"/>
              <a:ext cx="127320" cy="109750"/>
            </a:xfrm>
            <a:custGeom>
              <a:rect b="b" l="l" r="r" t="t"/>
              <a:pathLst>
                <a:path extrusionOk="0" h="4970" w="5765">
                  <a:moveTo>
                    <a:pt x="3292" y="1104"/>
                  </a:moveTo>
                  <a:cubicBezTo>
                    <a:pt x="3550" y="1104"/>
                    <a:pt x="3808" y="1282"/>
                    <a:pt x="3808" y="1637"/>
                  </a:cubicBezTo>
                  <a:lnTo>
                    <a:pt x="3808" y="2313"/>
                  </a:lnTo>
                  <a:lnTo>
                    <a:pt x="4270" y="2847"/>
                  </a:lnTo>
                  <a:cubicBezTo>
                    <a:pt x="4448" y="3096"/>
                    <a:pt x="4413" y="3416"/>
                    <a:pt x="4199" y="3594"/>
                  </a:cubicBezTo>
                  <a:cubicBezTo>
                    <a:pt x="4092" y="3665"/>
                    <a:pt x="3986" y="3701"/>
                    <a:pt x="3843" y="3701"/>
                  </a:cubicBezTo>
                  <a:cubicBezTo>
                    <a:pt x="3701" y="3701"/>
                    <a:pt x="3559" y="3630"/>
                    <a:pt x="3452" y="3523"/>
                  </a:cubicBezTo>
                  <a:lnTo>
                    <a:pt x="2883" y="2811"/>
                  </a:lnTo>
                  <a:cubicBezTo>
                    <a:pt x="2811" y="2705"/>
                    <a:pt x="2776" y="2598"/>
                    <a:pt x="2776" y="2491"/>
                  </a:cubicBezTo>
                  <a:lnTo>
                    <a:pt x="2776" y="1637"/>
                  </a:lnTo>
                  <a:cubicBezTo>
                    <a:pt x="2776" y="1282"/>
                    <a:pt x="3034" y="1104"/>
                    <a:pt x="3292" y="1104"/>
                  </a:cubicBezTo>
                  <a:close/>
                  <a:moveTo>
                    <a:pt x="3310" y="1"/>
                  </a:moveTo>
                  <a:cubicBezTo>
                    <a:pt x="1104" y="1"/>
                    <a:pt x="1" y="2669"/>
                    <a:pt x="1531" y="4235"/>
                  </a:cubicBezTo>
                  <a:cubicBezTo>
                    <a:pt x="2038" y="4742"/>
                    <a:pt x="2661" y="4969"/>
                    <a:pt x="3272" y="4969"/>
                  </a:cubicBezTo>
                  <a:cubicBezTo>
                    <a:pt x="4546" y="4969"/>
                    <a:pt x="5765" y="3982"/>
                    <a:pt x="5765" y="2491"/>
                  </a:cubicBezTo>
                  <a:cubicBezTo>
                    <a:pt x="5765" y="1104"/>
                    <a:pt x="4662" y="1"/>
                    <a:pt x="33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0" name="Google Shape;1160;p32"/>
          <p:cNvGrpSpPr/>
          <p:nvPr/>
        </p:nvGrpSpPr>
        <p:grpSpPr>
          <a:xfrm>
            <a:off x="4112953" y="2151195"/>
            <a:ext cx="233416" cy="407819"/>
            <a:chOff x="4112953" y="2151195"/>
            <a:chExt cx="233416" cy="407819"/>
          </a:xfrm>
        </p:grpSpPr>
        <p:sp>
          <p:nvSpPr>
            <p:cNvPr id="1161" name="Google Shape;1161;p32"/>
            <p:cNvSpPr/>
            <p:nvPr/>
          </p:nvSpPr>
          <p:spPr>
            <a:xfrm>
              <a:off x="4205688" y="2300494"/>
              <a:ext cx="46379" cy="110015"/>
            </a:xfrm>
            <a:custGeom>
              <a:rect b="b" l="l" r="r" t="t"/>
              <a:pathLst>
                <a:path extrusionOk="0" h="4982" w="2100">
                  <a:moveTo>
                    <a:pt x="712" y="0"/>
                  </a:moveTo>
                  <a:cubicBezTo>
                    <a:pt x="320" y="0"/>
                    <a:pt x="0" y="71"/>
                    <a:pt x="0" y="178"/>
                  </a:cubicBezTo>
                  <a:lnTo>
                    <a:pt x="0" y="4804"/>
                  </a:lnTo>
                  <a:cubicBezTo>
                    <a:pt x="0" y="4910"/>
                    <a:pt x="320" y="4982"/>
                    <a:pt x="712" y="4982"/>
                  </a:cubicBezTo>
                  <a:lnTo>
                    <a:pt x="1423" y="4982"/>
                  </a:lnTo>
                  <a:cubicBezTo>
                    <a:pt x="1815" y="4982"/>
                    <a:pt x="2099" y="4910"/>
                    <a:pt x="2099" y="4804"/>
                  </a:cubicBezTo>
                  <a:lnTo>
                    <a:pt x="2099" y="178"/>
                  </a:lnTo>
                  <a:cubicBezTo>
                    <a:pt x="2099" y="71"/>
                    <a:pt x="1815" y="0"/>
                    <a:pt x="14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32"/>
            <p:cNvSpPr/>
            <p:nvPr/>
          </p:nvSpPr>
          <p:spPr>
            <a:xfrm>
              <a:off x="4112953" y="2151195"/>
              <a:ext cx="233416" cy="289965"/>
            </a:xfrm>
            <a:custGeom>
              <a:rect b="b" l="l" r="r" t="t"/>
              <a:pathLst>
                <a:path extrusionOk="0" h="13131" w="10569">
                  <a:moveTo>
                    <a:pt x="5258" y="1"/>
                  </a:moveTo>
                  <a:cubicBezTo>
                    <a:pt x="4955" y="1"/>
                    <a:pt x="4662" y="214"/>
                    <a:pt x="4519" y="641"/>
                  </a:cubicBezTo>
                  <a:lnTo>
                    <a:pt x="285" y="11387"/>
                  </a:lnTo>
                  <a:cubicBezTo>
                    <a:pt x="1" y="12170"/>
                    <a:pt x="392" y="13130"/>
                    <a:pt x="1068" y="13130"/>
                  </a:cubicBezTo>
                  <a:lnTo>
                    <a:pt x="9465" y="13130"/>
                  </a:lnTo>
                  <a:cubicBezTo>
                    <a:pt x="10141" y="13130"/>
                    <a:pt x="10568" y="12170"/>
                    <a:pt x="10248" y="11387"/>
                  </a:cubicBezTo>
                  <a:lnTo>
                    <a:pt x="6049" y="641"/>
                  </a:lnTo>
                  <a:cubicBezTo>
                    <a:pt x="5871" y="214"/>
                    <a:pt x="5560" y="1"/>
                    <a:pt x="52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32"/>
            <p:cNvSpPr/>
            <p:nvPr/>
          </p:nvSpPr>
          <p:spPr>
            <a:xfrm>
              <a:off x="4209619" y="2460769"/>
              <a:ext cx="47151" cy="98245"/>
            </a:xfrm>
            <a:custGeom>
              <a:rect b="b" l="l" r="r" t="t"/>
              <a:pathLst>
                <a:path extrusionOk="0" h="4449" w="2135">
                  <a:moveTo>
                    <a:pt x="712" y="1"/>
                  </a:moveTo>
                  <a:cubicBezTo>
                    <a:pt x="320" y="1"/>
                    <a:pt x="0" y="107"/>
                    <a:pt x="0" y="179"/>
                  </a:cubicBezTo>
                  <a:lnTo>
                    <a:pt x="0" y="4306"/>
                  </a:lnTo>
                  <a:cubicBezTo>
                    <a:pt x="0" y="4377"/>
                    <a:pt x="320" y="4448"/>
                    <a:pt x="712" y="4448"/>
                  </a:cubicBezTo>
                  <a:lnTo>
                    <a:pt x="1423" y="4448"/>
                  </a:lnTo>
                  <a:cubicBezTo>
                    <a:pt x="1815" y="4448"/>
                    <a:pt x="2135" y="4377"/>
                    <a:pt x="2135" y="4306"/>
                  </a:cubicBezTo>
                  <a:lnTo>
                    <a:pt x="2135" y="179"/>
                  </a:lnTo>
                  <a:cubicBezTo>
                    <a:pt x="2135" y="72"/>
                    <a:pt x="1815" y="1"/>
                    <a:pt x="14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64" name="Google Shape;1164;p32"/>
          <p:cNvSpPr/>
          <p:nvPr/>
        </p:nvSpPr>
        <p:spPr>
          <a:xfrm rot="6116146">
            <a:off x="6993180" y="-1788357"/>
            <a:ext cx="1188403" cy="3306593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32"/>
          <p:cNvSpPr/>
          <p:nvPr/>
        </p:nvSpPr>
        <p:spPr>
          <a:xfrm rot="6116146">
            <a:off x="-729745" y="-1788357"/>
            <a:ext cx="1188403" cy="3306593"/>
          </a:xfrm>
          <a:custGeom>
            <a:rect b="b" l="l" r="r" t="t"/>
            <a:pathLst>
              <a:path extrusionOk="0" h="111252" w="33428">
                <a:moveTo>
                  <a:pt x="2286" y="0"/>
                </a:moveTo>
                <a:cubicBezTo>
                  <a:pt x="12044" y="4879"/>
                  <a:pt x="29864" y="3018"/>
                  <a:pt x="32004" y="13716"/>
                </a:cubicBezTo>
                <a:cubicBezTo>
                  <a:pt x="33200" y="19694"/>
                  <a:pt x="34405" y="26401"/>
                  <a:pt x="32004" y="32004"/>
                </a:cubicBezTo>
                <a:cubicBezTo>
                  <a:pt x="28757" y="39580"/>
                  <a:pt x="21182" y="44861"/>
                  <a:pt x="18288" y="52578"/>
                </a:cubicBezTo>
                <a:cubicBezTo>
                  <a:pt x="13637" y="64982"/>
                  <a:pt x="18726" y="79422"/>
                  <a:pt x="15240" y="92202"/>
                </a:cubicBezTo>
                <a:cubicBezTo>
                  <a:pt x="13100" y="100047"/>
                  <a:pt x="3637" y="103979"/>
                  <a:pt x="0" y="111252"/>
                </a:cubicBezTo>
              </a:path>
            </a:pathLst>
          </a:custGeom>
          <a:noFill/>
          <a:ln cap="flat" cmpd="sng" w="38100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9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p33"/>
          <p:cNvSpPr txBox="1"/>
          <p:nvPr>
            <p:ph type="title"/>
          </p:nvPr>
        </p:nvSpPr>
        <p:spPr>
          <a:xfrm>
            <a:off x="583850" y="48905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1171" name="Google Shape;1171;p33"/>
          <p:cNvSpPr txBox="1"/>
          <p:nvPr>
            <p:ph idx="1" type="body"/>
          </p:nvPr>
        </p:nvSpPr>
        <p:spPr>
          <a:xfrm>
            <a:off x="713225" y="1522525"/>
            <a:ext cx="4490700" cy="30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View of suspension bridge over the costa rica rainforest</a:t>
            </a:r>
            <a:endParaRPr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Boat docked in calm lake of a dreamy landscape with beautiful mountain</a:t>
            </a:r>
            <a:endParaRPr>
              <a:solidFill>
                <a:srgbClr val="374957"/>
              </a:solidFill>
            </a:endParaRPr>
          </a:p>
          <a:p>
            <a:pPr indent="-3048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Side view of traveler taking a photo</a:t>
            </a:r>
            <a:endParaRPr>
              <a:solidFill>
                <a:srgbClr val="374957"/>
              </a:solidFill>
            </a:endParaRPr>
          </a:p>
          <a:p>
            <a:pPr indent="-3048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Medium shot of traveler at the beach</a:t>
            </a:r>
            <a:endParaRPr>
              <a:solidFill>
                <a:srgbClr val="374957"/>
              </a:solidFill>
            </a:endParaRPr>
          </a:p>
          <a:p>
            <a:pPr indent="-3048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looking at map from behind</a:t>
            </a:r>
            <a:endParaRPr>
              <a:solidFill>
                <a:srgbClr val="374957"/>
              </a:solidFill>
            </a:endParaRPr>
          </a:p>
          <a:p>
            <a:pPr indent="-3048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Medium shot excited people outdoors</a:t>
            </a:r>
            <a:endParaRPr>
              <a:solidFill>
                <a:srgbClr val="374957"/>
              </a:solidFill>
            </a:endParaRPr>
          </a:p>
          <a:p>
            <a:pPr indent="-3048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Friends taking backpack out of car</a:t>
            </a:r>
            <a:endParaRPr>
              <a:solidFill>
                <a:srgbClr val="374957"/>
              </a:solidFill>
            </a:endParaRPr>
          </a:p>
          <a:p>
            <a:pPr indent="-3048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Travel elements composition with frame</a:t>
            </a:r>
            <a:endParaRPr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Coniferous trees over the snow covered mountain</a:t>
            </a:r>
            <a:endParaRPr>
              <a:solidFill>
                <a:srgbClr val="374957"/>
              </a:solidFill>
            </a:endParaRPr>
          </a:p>
          <a:p>
            <a:pPr indent="-3048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Colorful flip-flops in sand</a:t>
            </a:r>
            <a:endParaRPr>
              <a:solidFill>
                <a:srgbClr val="374957"/>
              </a:solidFill>
            </a:endParaRPr>
          </a:p>
          <a:p>
            <a:pPr indent="-3048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Anonymous women gesturing peace</a:t>
            </a:r>
            <a:endParaRPr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accent5"/>
                </a:solidFill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It's time to travel, lettering on frame over world map</a:t>
            </a:r>
            <a:endParaRPr/>
          </a:p>
        </p:txBody>
      </p:sp>
      <p:sp>
        <p:nvSpPr>
          <p:cNvPr id="1172" name="Google Shape;1172;p33"/>
          <p:cNvSpPr/>
          <p:nvPr/>
        </p:nvSpPr>
        <p:spPr>
          <a:xfrm rot="-5400000">
            <a:off x="7547600" y="2228457"/>
            <a:ext cx="882555" cy="884311"/>
          </a:xfrm>
          <a:custGeom>
            <a:rect b="b" l="l" r="r" t="t"/>
            <a:pathLst>
              <a:path extrusionOk="0" h="19635" w="19596">
                <a:moveTo>
                  <a:pt x="1" y="1"/>
                </a:moveTo>
                <a:lnTo>
                  <a:pt x="1" y="1135"/>
                </a:lnTo>
                <a:cubicBezTo>
                  <a:pt x="279" y="1135"/>
                  <a:pt x="498" y="1353"/>
                  <a:pt x="498" y="1652"/>
                </a:cubicBezTo>
                <a:cubicBezTo>
                  <a:pt x="498" y="1930"/>
                  <a:pt x="279" y="2149"/>
                  <a:pt x="1" y="2149"/>
                </a:cubicBezTo>
                <a:lnTo>
                  <a:pt x="1" y="2627"/>
                </a:lnTo>
                <a:cubicBezTo>
                  <a:pt x="279" y="2627"/>
                  <a:pt x="498" y="2845"/>
                  <a:pt x="498" y="3124"/>
                </a:cubicBezTo>
                <a:cubicBezTo>
                  <a:pt x="498" y="3402"/>
                  <a:pt x="279" y="3641"/>
                  <a:pt x="1" y="3641"/>
                </a:cubicBezTo>
                <a:lnTo>
                  <a:pt x="1" y="4099"/>
                </a:lnTo>
                <a:cubicBezTo>
                  <a:pt x="279" y="4118"/>
                  <a:pt x="498" y="4337"/>
                  <a:pt x="498" y="4616"/>
                </a:cubicBezTo>
                <a:cubicBezTo>
                  <a:pt x="498" y="4894"/>
                  <a:pt x="279" y="5113"/>
                  <a:pt x="1" y="5133"/>
                </a:cubicBezTo>
                <a:lnTo>
                  <a:pt x="1" y="5591"/>
                </a:lnTo>
                <a:cubicBezTo>
                  <a:pt x="279" y="5591"/>
                  <a:pt x="498" y="5809"/>
                  <a:pt x="498" y="6108"/>
                </a:cubicBezTo>
                <a:cubicBezTo>
                  <a:pt x="498" y="6386"/>
                  <a:pt x="279" y="6605"/>
                  <a:pt x="1" y="6605"/>
                </a:cubicBezTo>
                <a:lnTo>
                  <a:pt x="1" y="7082"/>
                </a:lnTo>
                <a:cubicBezTo>
                  <a:pt x="279" y="7082"/>
                  <a:pt x="498" y="7301"/>
                  <a:pt x="498" y="7580"/>
                </a:cubicBezTo>
                <a:cubicBezTo>
                  <a:pt x="498" y="7858"/>
                  <a:pt x="279" y="8097"/>
                  <a:pt x="1" y="8097"/>
                </a:cubicBezTo>
                <a:lnTo>
                  <a:pt x="1" y="8555"/>
                </a:lnTo>
                <a:cubicBezTo>
                  <a:pt x="279" y="8574"/>
                  <a:pt x="498" y="8793"/>
                  <a:pt x="498" y="9072"/>
                </a:cubicBezTo>
                <a:cubicBezTo>
                  <a:pt x="498" y="9350"/>
                  <a:pt x="279" y="9589"/>
                  <a:pt x="1" y="9589"/>
                </a:cubicBezTo>
                <a:lnTo>
                  <a:pt x="1" y="10046"/>
                </a:lnTo>
                <a:cubicBezTo>
                  <a:pt x="279" y="10046"/>
                  <a:pt x="498" y="10285"/>
                  <a:pt x="498" y="10564"/>
                </a:cubicBezTo>
                <a:cubicBezTo>
                  <a:pt x="498" y="10842"/>
                  <a:pt x="279" y="11061"/>
                  <a:pt x="1" y="11081"/>
                </a:cubicBezTo>
                <a:lnTo>
                  <a:pt x="1" y="11538"/>
                </a:lnTo>
                <a:cubicBezTo>
                  <a:pt x="279" y="11538"/>
                  <a:pt x="498" y="11757"/>
                  <a:pt x="498" y="12056"/>
                </a:cubicBezTo>
                <a:cubicBezTo>
                  <a:pt x="498" y="12334"/>
                  <a:pt x="279" y="12553"/>
                  <a:pt x="1" y="12553"/>
                </a:cubicBezTo>
                <a:lnTo>
                  <a:pt x="1" y="13030"/>
                </a:lnTo>
                <a:cubicBezTo>
                  <a:pt x="279" y="13030"/>
                  <a:pt x="498" y="13249"/>
                  <a:pt x="498" y="13548"/>
                </a:cubicBezTo>
                <a:cubicBezTo>
                  <a:pt x="498" y="13826"/>
                  <a:pt x="279" y="14045"/>
                  <a:pt x="1" y="14045"/>
                </a:cubicBezTo>
                <a:lnTo>
                  <a:pt x="1" y="14522"/>
                </a:lnTo>
                <a:cubicBezTo>
                  <a:pt x="279" y="14522"/>
                  <a:pt x="498" y="14741"/>
                  <a:pt x="498" y="15020"/>
                </a:cubicBezTo>
                <a:cubicBezTo>
                  <a:pt x="498" y="15298"/>
                  <a:pt x="279" y="15537"/>
                  <a:pt x="1" y="15537"/>
                </a:cubicBezTo>
                <a:lnTo>
                  <a:pt x="1" y="15994"/>
                </a:lnTo>
                <a:cubicBezTo>
                  <a:pt x="279" y="15994"/>
                  <a:pt x="498" y="16233"/>
                  <a:pt x="498" y="16512"/>
                </a:cubicBezTo>
                <a:cubicBezTo>
                  <a:pt x="498" y="16790"/>
                  <a:pt x="279" y="17009"/>
                  <a:pt x="1" y="17029"/>
                </a:cubicBezTo>
                <a:lnTo>
                  <a:pt x="1" y="17486"/>
                </a:lnTo>
                <a:cubicBezTo>
                  <a:pt x="279" y="17486"/>
                  <a:pt x="498" y="17725"/>
                  <a:pt x="498" y="18004"/>
                </a:cubicBezTo>
                <a:cubicBezTo>
                  <a:pt x="498" y="18282"/>
                  <a:pt x="279" y="18501"/>
                  <a:pt x="1" y="18501"/>
                </a:cubicBezTo>
                <a:lnTo>
                  <a:pt x="1" y="19635"/>
                </a:lnTo>
                <a:lnTo>
                  <a:pt x="1115" y="19635"/>
                </a:lnTo>
                <a:cubicBezTo>
                  <a:pt x="1115" y="19356"/>
                  <a:pt x="1353" y="19118"/>
                  <a:pt x="1632" y="19118"/>
                </a:cubicBezTo>
                <a:cubicBezTo>
                  <a:pt x="1910" y="19118"/>
                  <a:pt x="2149" y="19356"/>
                  <a:pt x="2149" y="19635"/>
                </a:cubicBezTo>
                <a:lnTo>
                  <a:pt x="2607" y="19635"/>
                </a:lnTo>
                <a:cubicBezTo>
                  <a:pt x="2607" y="19356"/>
                  <a:pt x="2826" y="19118"/>
                  <a:pt x="3124" y="19118"/>
                </a:cubicBezTo>
                <a:cubicBezTo>
                  <a:pt x="3402" y="19118"/>
                  <a:pt x="3621" y="19356"/>
                  <a:pt x="3621" y="19635"/>
                </a:cubicBezTo>
                <a:lnTo>
                  <a:pt x="4079" y="19635"/>
                </a:lnTo>
                <a:cubicBezTo>
                  <a:pt x="4079" y="19356"/>
                  <a:pt x="4318" y="19118"/>
                  <a:pt x="4596" y="19118"/>
                </a:cubicBezTo>
                <a:cubicBezTo>
                  <a:pt x="4875" y="19118"/>
                  <a:pt x="5113" y="19356"/>
                  <a:pt x="5113" y="19635"/>
                </a:cubicBezTo>
                <a:lnTo>
                  <a:pt x="5571" y="19635"/>
                </a:lnTo>
                <a:cubicBezTo>
                  <a:pt x="5571" y="19356"/>
                  <a:pt x="5809" y="19118"/>
                  <a:pt x="6088" y="19118"/>
                </a:cubicBezTo>
                <a:cubicBezTo>
                  <a:pt x="6366" y="19118"/>
                  <a:pt x="6605" y="19356"/>
                  <a:pt x="6605" y="19635"/>
                </a:cubicBezTo>
                <a:lnTo>
                  <a:pt x="7063" y="19635"/>
                </a:lnTo>
                <a:cubicBezTo>
                  <a:pt x="7063" y="19356"/>
                  <a:pt x="7282" y="19118"/>
                  <a:pt x="7560" y="19118"/>
                </a:cubicBezTo>
                <a:cubicBezTo>
                  <a:pt x="7858" y="19118"/>
                  <a:pt x="8077" y="19356"/>
                  <a:pt x="8077" y="19635"/>
                </a:cubicBezTo>
                <a:lnTo>
                  <a:pt x="8535" y="19635"/>
                </a:lnTo>
                <a:cubicBezTo>
                  <a:pt x="8535" y="19356"/>
                  <a:pt x="8773" y="19118"/>
                  <a:pt x="9052" y="19118"/>
                </a:cubicBezTo>
                <a:cubicBezTo>
                  <a:pt x="9330" y="19118"/>
                  <a:pt x="9569" y="19356"/>
                  <a:pt x="9569" y="19635"/>
                </a:cubicBezTo>
                <a:lnTo>
                  <a:pt x="10027" y="19635"/>
                </a:lnTo>
                <a:cubicBezTo>
                  <a:pt x="10027" y="19356"/>
                  <a:pt x="10246" y="19118"/>
                  <a:pt x="10544" y="19118"/>
                </a:cubicBezTo>
                <a:cubicBezTo>
                  <a:pt x="10822" y="19118"/>
                  <a:pt x="11041" y="19356"/>
                  <a:pt x="11041" y="19635"/>
                </a:cubicBezTo>
                <a:lnTo>
                  <a:pt x="11519" y="19635"/>
                </a:lnTo>
                <a:cubicBezTo>
                  <a:pt x="11519" y="19356"/>
                  <a:pt x="11737" y="19118"/>
                  <a:pt x="12016" y="19118"/>
                </a:cubicBezTo>
                <a:cubicBezTo>
                  <a:pt x="12314" y="19118"/>
                  <a:pt x="12533" y="19356"/>
                  <a:pt x="12533" y="19635"/>
                </a:cubicBezTo>
                <a:lnTo>
                  <a:pt x="13011" y="19635"/>
                </a:lnTo>
                <a:cubicBezTo>
                  <a:pt x="13011" y="19356"/>
                  <a:pt x="13229" y="19118"/>
                  <a:pt x="13508" y="19118"/>
                </a:cubicBezTo>
                <a:cubicBezTo>
                  <a:pt x="13806" y="19118"/>
                  <a:pt x="14025" y="19356"/>
                  <a:pt x="14025" y="19635"/>
                </a:cubicBezTo>
                <a:lnTo>
                  <a:pt x="14483" y="19635"/>
                </a:lnTo>
                <a:cubicBezTo>
                  <a:pt x="14483" y="19356"/>
                  <a:pt x="14721" y="19118"/>
                  <a:pt x="15000" y="19118"/>
                </a:cubicBezTo>
                <a:cubicBezTo>
                  <a:pt x="15278" y="19118"/>
                  <a:pt x="15517" y="19356"/>
                  <a:pt x="15517" y="19635"/>
                </a:cubicBezTo>
                <a:lnTo>
                  <a:pt x="15975" y="19635"/>
                </a:lnTo>
                <a:cubicBezTo>
                  <a:pt x="15975" y="19356"/>
                  <a:pt x="16193" y="19118"/>
                  <a:pt x="16492" y="19118"/>
                </a:cubicBezTo>
                <a:cubicBezTo>
                  <a:pt x="16770" y="19118"/>
                  <a:pt x="16989" y="19356"/>
                  <a:pt x="16989" y="19635"/>
                </a:cubicBezTo>
                <a:lnTo>
                  <a:pt x="17447" y="19635"/>
                </a:lnTo>
                <a:cubicBezTo>
                  <a:pt x="17447" y="19356"/>
                  <a:pt x="17685" y="19118"/>
                  <a:pt x="17964" y="19118"/>
                </a:cubicBezTo>
                <a:cubicBezTo>
                  <a:pt x="18242" y="19118"/>
                  <a:pt x="18481" y="19356"/>
                  <a:pt x="18481" y="19635"/>
                </a:cubicBezTo>
                <a:lnTo>
                  <a:pt x="19595" y="19635"/>
                </a:lnTo>
                <a:lnTo>
                  <a:pt x="19595" y="18501"/>
                </a:lnTo>
                <a:cubicBezTo>
                  <a:pt x="19317" y="18501"/>
                  <a:pt x="19098" y="18282"/>
                  <a:pt x="19098" y="18004"/>
                </a:cubicBezTo>
                <a:cubicBezTo>
                  <a:pt x="19098" y="17705"/>
                  <a:pt x="19317" y="17486"/>
                  <a:pt x="19595" y="17486"/>
                </a:cubicBezTo>
                <a:lnTo>
                  <a:pt x="19595" y="17029"/>
                </a:lnTo>
                <a:cubicBezTo>
                  <a:pt x="19317" y="17029"/>
                  <a:pt x="19098" y="16790"/>
                  <a:pt x="19098" y="16512"/>
                </a:cubicBezTo>
                <a:cubicBezTo>
                  <a:pt x="19098" y="16233"/>
                  <a:pt x="19317" y="15994"/>
                  <a:pt x="19595" y="15994"/>
                </a:cubicBezTo>
                <a:lnTo>
                  <a:pt x="19595" y="15537"/>
                </a:lnTo>
                <a:cubicBezTo>
                  <a:pt x="19317" y="15537"/>
                  <a:pt x="19098" y="15318"/>
                  <a:pt x="19098" y="15020"/>
                </a:cubicBezTo>
                <a:cubicBezTo>
                  <a:pt x="19098" y="14741"/>
                  <a:pt x="19317" y="14522"/>
                  <a:pt x="19595" y="14522"/>
                </a:cubicBezTo>
                <a:lnTo>
                  <a:pt x="19595" y="14065"/>
                </a:lnTo>
                <a:cubicBezTo>
                  <a:pt x="19317" y="14065"/>
                  <a:pt x="19098" y="13826"/>
                  <a:pt x="19098" y="13548"/>
                </a:cubicBezTo>
                <a:cubicBezTo>
                  <a:pt x="19098" y="13269"/>
                  <a:pt x="19317" y="13030"/>
                  <a:pt x="19595" y="13030"/>
                </a:cubicBezTo>
                <a:lnTo>
                  <a:pt x="19595" y="12573"/>
                </a:lnTo>
                <a:cubicBezTo>
                  <a:pt x="19317" y="12573"/>
                  <a:pt x="19098" y="12334"/>
                  <a:pt x="19098" y="12056"/>
                </a:cubicBezTo>
                <a:cubicBezTo>
                  <a:pt x="19098" y="11777"/>
                  <a:pt x="19317" y="11538"/>
                  <a:pt x="19595" y="11538"/>
                </a:cubicBezTo>
                <a:lnTo>
                  <a:pt x="19595" y="11081"/>
                </a:lnTo>
                <a:cubicBezTo>
                  <a:pt x="19317" y="11081"/>
                  <a:pt x="19098" y="10842"/>
                  <a:pt x="19098" y="10564"/>
                </a:cubicBezTo>
                <a:cubicBezTo>
                  <a:pt x="19098" y="10285"/>
                  <a:pt x="19317" y="10046"/>
                  <a:pt x="19595" y="10046"/>
                </a:cubicBezTo>
                <a:lnTo>
                  <a:pt x="19595" y="9589"/>
                </a:lnTo>
                <a:cubicBezTo>
                  <a:pt x="19317" y="9589"/>
                  <a:pt x="19098" y="9370"/>
                  <a:pt x="19098" y="9092"/>
                </a:cubicBezTo>
                <a:cubicBezTo>
                  <a:pt x="19098" y="8793"/>
                  <a:pt x="19317" y="8574"/>
                  <a:pt x="19595" y="8574"/>
                </a:cubicBezTo>
                <a:lnTo>
                  <a:pt x="19595" y="8117"/>
                </a:lnTo>
                <a:cubicBezTo>
                  <a:pt x="19317" y="8117"/>
                  <a:pt x="19098" y="7878"/>
                  <a:pt x="19098" y="7600"/>
                </a:cubicBezTo>
                <a:cubicBezTo>
                  <a:pt x="19098" y="7321"/>
                  <a:pt x="19317" y="7082"/>
                  <a:pt x="19595" y="7082"/>
                </a:cubicBezTo>
                <a:lnTo>
                  <a:pt x="19595" y="6625"/>
                </a:lnTo>
                <a:cubicBezTo>
                  <a:pt x="19317" y="6625"/>
                  <a:pt x="19098" y="6406"/>
                  <a:pt x="19098" y="6108"/>
                </a:cubicBezTo>
                <a:cubicBezTo>
                  <a:pt x="19098" y="5829"/>
                  <a:pt x="19317" y="5610"/>
                  <a:pt x="19595" y="5610"/>
                </a:cubicBezTo>
                <a:lnTo>
                  <a:pt x="19595" y="5133"/>
                </a:lnTo>
                <a:cubicBezTo>
                  <a:pt x="19317" y="5133"/>
                  <a:pt x="19098" y="4914"/>
                  <a:pt x="19098" y="4636"/>
                </a:cubicBezTo>
                <a:cubicBezTo>
                  <a:pt x="19098" y="4337"/>
                  <a:pt x="19317" y="4118"/>
                  <a:pt x="19595" y="4118"/>
                </a:cubicBezTo>
                <a:lnTo>
                  <a:pt x="19595" y="3661"/>
                </a:lnTo>
                <a:cubicBezTo>
                  <a:pt x="19317" y="3641"/>
                  <a:pt x="19098" y="3402"/>
                  <a:pt x="19098" y="3124"/>
                </a:cubicBezTo>
                <a:cubicBezTo>
                  <a:pt x="19098" y="2845"/>
                  <a:pt x="19317" y="2607"/>
                  <a:pt x="19595" y="2607"/>
                </a:cubicBezTo>
                <a:lnTo>
                  <a:pt x="19595" y="2149"/>
                </a:lnTo>
                <a:cubicBezTo>
                  <a:pt x="19317" y="2149"/>
                  <a:pt x="19098" y="1930"/>
                  <a:pt x="19098" y="1652"/>
                </a:cubicBezTo>
                <a:cubicBezTo>
                  <a:pt x="19098" y="1353"/>
                  <a:pt x="19317" y="1135"/>
                  <a:pt x="19595" y="1135"/>
                </a:cubicBezTo>
                <a:lnTo>
                  <a:pt x="19595" y="1"/>
                </a:lnTo>
                <a:lnTo>
                  <a:pt x="18481" y="1"/>
                </a:lnTo>
                <a:cubicBezTo>
                  <a:pt x="18481" y="299"/>
                  <a:pt x="18242" y="518"/>
                  <a:pt x="17964" y="518"/>
                </a:cubicBezTo>
                <a:cubicBezTo>
                  <a:pt x="17685" y="518"/>
                  <a:pt x="17447" y="299"/>
                  <a:pt x="17447" y="1"/>
                </a:cubicBezTo>
                <a:lnTo>
                  <a:pt x="16989" y="1"/>
                </a:lnTo>
                <a:cubicBezTo>
                  <a:pt x="16989" y="299"/>
                  <a:pt x="16770" y="518"/>
                  <a:pt x="16492" y="518"/>
                </a:cubicBezTo>
                <a:cubicBezTo>
                  <a:pt x="16193" y="518"/>
                  <a:pt x="15975" y="299"/>
                  <a:pt x="15975" y="1"/>
                </a:cubicBezTo>
                <a:lnTo>
                  <a:pt x="15517" y="1"/>
                </a:lnTo>
                <a:cubicBezTo>
                  <a:pt x="15517" y="299"/>
                  <a:pt x="15278" y="518"/>
                  <a:pt x="15000" y="518"/>
                </a:cubicBezTo>
                <a:cubicBezTo>
                  <a:pt x="14721" y="518"/>
                  <a:pt x="14483" y="299"/>
                  <a:pt x="14483" y="1"/>
                </a:cubicBezTo>
                <a:lnTo>
                  <a:pt x="14025" y="1"/>
                </a:lnTo>
                <a:cubicBezTo>
                  <a:pt x="14025" y="299"/>
                  <a:pt x="13806" y="518"/>
                  <a:pt x="13508" y="518"/>
                </a:cubicBezTo>
                <a:cubicBezTo>
                  <a:pt x="13229" y="518"/>
                  <a:pt x="13011" y="299"/>
                  <a:pt x="13011" y="1"/>
                </a:cubicBezTo>
                <a:lnTo>
                  <a:pt x="12533" y="1"/>
                </a:lnTo>
                <a:cubicBezTo>
                  <a:pt x="12533" y="299"/>
                  <a:pt x="12314" y="518"/>
                  <a:pt x="12016" y="518"/>
                </a:cubicBezTo>
                <a:cubicBezTo>
                  <a:pt x="11737" y="518"/>
                  <a:pt x="11519" y="299"/>
                  <a:pt x="11519" y="1"/>
                </a:cubicBezTo>
                <a:lnTo>
                  <a:pt x="11041" y="1"/>
                </a:lnTo>
                <a:cubicBezTo>
                  <a:pt x="11041" y="299"/>
                  <a:pt x="10822" y="518"/>
                  <a:pt x="10544" y="518"/>
                </a:cubicBezTo>
                <a:cubicBezTo>
                  <a:pt x="10246" y="518"/>
                  <a:pt x="10027" y="299"/>
                  <a:pt x="10027" y="1"/>
                </a:cubicBezTo>
                <a:lnTo>
                  <a:pt x="9569" y="1"/>
                </a:lnTo>
                <a:cubicBezTo>
                  <a:pt x="9569" y="299"/>
                  <a:pt x="9330" y="518"/>
                  <a:pt x="9052" y="518"/>
                </a:cubicBezTo>
                <a:cubicBezTo>
                  <a:pt x="8773" y="518"/>
                  <a:pt x="8535" y="299"/>
                  <a:pt x="8535" y="1"/>
                </a:cubicBezTo>
                <a:lnTo>
                  <a:pt x="8077" y="1"/>
                </a:lnTo>
                <a:cubicBezTo>
                  <a:pt x="8077" y="299"/>
                  <a:pt x="7858" y="518"/>
                  <a:pt x="7560" y="518"/>
                </a:cubicBezTo>
                <a:cubicBezTo>
                  <a:pt x="7282" y="518"/>
                  <a:pt x="7063" y="299"/>
                  <a:pt x="7063" y="1"/>
                </a:cubicBezTo>
                <a:lnTo>
                  <a:pt x="6605" y="1"/>
                </a:lnTo>
                <a:cubicBezTo>
                  <a:pt x="6605" y="299"/>
                  <a:pt x="6366" y="518"/>
                  <a:pt x="6088" y="518"/>
                </a:cubicBezTo>
                <a:cubicBezTo>
                  <a:pt x="5809" y="518"/>
                  <a:pt x="5571" y="299"/>
                  <a:pt x="5571" y="1"/>
                </a:cubicBezTo>
                <a:lnTo>
                  <a:pt x="5113" y="1"/>
                </a:lnTo>
                <a:cubicBezTo>
                  <a:pt x="5113" y="299"/>
                  <a:pt x="4875" y="518"/>
                  <a:pt x="4596" y="518"/>
                </a:cubicBezTo>
                <a:cubicBezTo>
                  <a:pt x="4318" y="518"/>
                  <a:pt x="4079" y="299"/>
                  <a:pt x="4079" y="1"/>
                </a:cubicBezTo>
                <a:lnTo>
                  <a:pt x="3621" y="1"/>
                </a:lnTo>
                <a:cubicBezTo>
                  <a:pt x="3621" y="299"/>
                  <a:pt x="3402" y="518"/>
                  <a:pt x="3124" y="518"/>
                </a:cubicBezTo>
                <a:cubicBezTo>
                  <a:pt x="2826" y="518"/>
                  <a:pt x="2607" y="299"/>
                  <a:pt x="2607" y="1"/>
                </a:cubicBezTo>
                <a:lnTo>
                  <a:pt x="2149" y="1"/>
                </a:lnTo>
                <a:cubicBezTo>
                  <a:pt x="2149" y="299"/>
                  <a:pt x="1910" y="518"/>
                  <a:pt x="1632" y="518"/>
                </a:cubicBezTo>
                <a:cubicBezTo>
                  <a:pt x="1353" y="518"/>
                  <a:pt x="1115" y="299"/>
                  <a:pt x="111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3"/>
          <p:cNvSpPr/>
          <p:nvPr/>
        </p:nvSpPr>
        <p:spPr>
          <a:xfrm>
            <a:off x="5365350" y="-213350"/>
            <a:ext cx="2458125" cy="1735528"/>
          </a:xfrm>
          <a:custGeom>
            <a:rect b="b" l="l" r="r" t="t"/>
            <a:pathLst>
              <a:path extrusionOk="0" h="54100" w="98325">
                <a:moveTo>
                  <a:pt x="0" y="2968"/>
                </a:moveTo>
                <a:cubicBezTo>
                  <a:pt x="2550" y="20824"/>
                  <a:pt x="761" y="50828"/>
                  <a:pt x="18552" y="53801"/>
                </a:cubicBezTo>
                <a:cubicBezTo>
                  <a:pt x="32849" y="56190"/>
                  <a:pt x="40464" y="34310"/>
                  <a:pt x="53429" y="27828"/>
                </a:cubicBezTo>
                <a:cubicBezTo>
                  <a:pt x="59956" y="24565"/>
                  <a:pt x="68487" y="30389"/>
                  <a:pt x="75320" y="27828"/>
                </a:cubicBezTo>
                <a:cubicBezTo>
                  <a:pt x="86589" y="23603"/>
                  <a:pt x="94519" y="11418"/>
                  <a:pt x="98325" y="0"/>
                </a:cubicBezTo>
              </a:path>
            </a:pathLst>
          </a:custGeom>
          <a:noFill/>
          <a:ln cap="flat" cmpd="sng" w="28575">
            <a:solidFill>
              <a:schemeClr val="accent4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4" name="Google Shape;1174;p33"/>
          <p:cNvGrpSpPr/>
          <p:nvPr/>
        </p:nvGrpSpPr>
        <p:grpSpPr>
          <a:xfrm>
            <a:off x="7548756" y="3242280"/>
            <a:ext cx="884359" cy="1357154"/>
            <a:chOff x="9143980" y="145997"/>
            <a:chExt cx="965563" cy="1481771"/>
          </a:xfrm>
        </p:grpSpPr>
        <p:sp>
          <p:nvSpPr>
            <p:cNvPr id="1175" name="Google Shape;1175;p33"/>
            <p:cNvSpPr/>
            <p:nvPr/>
          </p:nvSpPr>
          <p:spPr>
            <a:xfrm rot="5400000">
              <a:off x="8885876" y="404101"/>
              <a:ext cx="1481771" cy="965563"/>
            </a:xfrm>
            <a:custGeom>
              <a:rect b="b" l="l" r="r" t="t"/>
              <a:pathLst>
                <a:path extrusionOk="0" h="36843" w="60853">
                  <a:moveTo>
                    <a:pt x="1" y="1"/>
                  </a:moveTo>
                  <a:lnTo>
                    <a:pt x="1" y="1493"/>
                  </a:lnTo>
                  <a:cubicBezTo>
                    <a:pt x="677" y="1493"/>
                    <a:pt x="1234" y="2050"/>
                    <a:pt x="1234" y="2726"/>
                  </a:cubicBezTo>
                  <a:cubicBezTo>
                    <a:pt x="1234" y="3422"/>
                    <a:pt x="677" y="3960"/>
                    <a:pt x="1" y="3960"/>
                  </a:cubicBezTo>
                  <a:lnTo>
                    <a:pt x="1" y="4954"/>
                  </a:lnTo>
                  <a:cubicBezTo>
                    <a:pt x="677" y="4954"/>
                    <a:pt x="1234" y="5511"/>
                    <a:pt x="1234" y="6188"/>
                  </a:cubicBezTo>
                  <a:cubicBezTo>
                    <a:pt x="1234" y="6864"/>
                    <a:pt x="677" y="7421"/>
                    <a:pt x="1" y="7421"/>
                  </a:cubicBezTo>
                  <a:lnTo>
                    <a:pt x="1" y="8415"/>
                  </a:lnTo>
                  <a:cubicBezTo>
                    <a:pt x="677" y="8415"/>
                    <a:pt x="1234" y="8953"/>
                    <a:pt x="1234" y="9649"/>
                  </a:cubicBezTo>
                  <a:cubicBezTo>
                    <a:pt x="1234" y="10325"/>
                    <a:pt x="677" y="10882"/>
                    <a:pt x="1" y="10882"/>
                  </a:cubicBezTo>
                  <a:lnTo>
                    <a:pt x="1" y="11857"/>
                  </a:lnTo>
                  <a:cubicBezTo>
                    <a:pt x="677" y="11857"/>
                    <a:pt x="1234" y="12414"/>
                    <a:pt x="1234" y="13110"/>
                  </a:cubicBezTo>
                  <a:cubicBezTo>
                    <a:pt x="1234" y="13508"/>
                    <a:pt x="1035" y="13866"/>
                    <a:pt x="737" y="14085"/>
                  </a:cubicBezTo>
                  <a:lnTo>
                    <a:pt x="1" y="14085"/>
                  </a:lnTo>
                  <a:lnTo>
                    <a:pt x="1" y="14344"/>
                  </a:lnTo>
                  <a:lnTo>
                    <a:pt x="1" y="15318"/>
                  </a:lnTo>
                  <a:lnTo>
                    <a:pt x="1" y="15577"/>
                  </a:lnTo>
                  <a:cubicBezTo>
                    <a:pt x="637" y="15577"/>
                    <a:pt x="1155" y="16074"/>
                    <a:pt x="1234" y="16691"/>
                  </a:cubicBezTo>
                  <a:cubicBezTo>
                    <a:pt x="1155" y="17308"/>
                    <a:pt x="637" y="17785"/>
                    <a:pt x="1" y="17785"/>
                  </a:cubicBezTo>
                  <a:lnTo>
                    <a:pt x="1" y="18063"/>
                  </a:lnTo>
                  <a:lnTo>
                    <a:pt x="1" y="18780"/>
                  </a:lnTo>
                  <a:lnTo>
                    <a:pt x="1" y="19038"/>
                  </a:lnTo>
                  <a:cubicBezTo>
                    <a:pt x="637" y="19038"/>
                    <a:pt x="1155" y="19516"/>
                    <a:pt x="1234" y="20152"/>
                  </a:cubicBezTo>
                  <a:cubicBezTo>
                    <a:pt x="1155" y="20769"/>
                    <a:pt x="637" y="21246"/>
                    <a:pt x="1" y="21246"/>
                  </a:cubicBezTo>
                  <a:lnTo>
                    <a:pt x="1" y="21505"/>
                  </a:lnTo>
                  <a:lnTo>
                    <a:pt x="1" y="22500"/>
                  </a:lnTo>
                  <a:lnTo>
                    <a:pt x="1" y="22738"/>
                  </a:lnTo>
                  <a:lnTo>
                    <a:pt x="737" y="22738"/>
                  </a:lnTo>
                  <a:cubicBezTo>
                    <a:pt x="1035" y="22977"/>
                    <a:pt x="1234" y="23335"/>
                    <a:pt x="1234" y="23733"/>
                  </a:cubicBezTo>
                  <a:cubicBezTo>
                    <a:pt x="1234" y="24409"/>
                    <a:pt x="677" y="24966"/>
                    <a:pt x="1" y="24966"/>
                  </a:cubicBezTo>
                  <a:lnTo>
                    <a:pt x="1" y="25941"/>
                  </a:lnTo>
                  <a:cubicBezTo>
                    <a:pt x="677" y="25941"/>
                    <a:pt x="1234" y="26498"/>
                    <a:pt x="1234" y="27194"/>
                  </a:cubicBezTo>
                  <a:cubicBezTo>
                    <a:pt x="1234" y="27871"/>
                    <a:pt x="677" y="28428"/>
                    <a:pt x="1" y="28428"/>
                  </a:cubicBezTo>
                  <a:lnTo>
                    <a:pt x="1" y="29402"/>
                  </a:lnTo>
                  <a:cubicBezTo>
                    <a:pt x="677" y="29402"/>
                    <a:pt x="1234" y="29959"/>
                    <a:pt x="1234" y="30636"/>
                  </a:cubicBezTo>
                  <a:cubicBezTo>
                    <a:pt x="1234" y="31332"/>
                    <a:pt x="677" y="31889"/>
                    <a:pt x="1" y="31889"/>
                  </a:cubicBezTo>
                  <a:lnTo>
                    <a:pt x="1" y="32864"/>
                  </a:lnTo>
                  <a:cubicBezTo>
                    <a:pt x="677" y="32864"/>
                    <a:pt x="1234" y="33421"/>
                    <a:pt x="1234" y="34097"/>
                  </a:cubicBezTo>
                  <a:cubicBezTo>
                    <a:pt x="1234" y="34793"/>
                    <a:pt x="677" y="35330"/>
                    <a:pt x="1" y="35330"/>
                  </a:cubicBezTo>
                  <a:lnTo>
                    <a:pt x="1" y="36842"/>
                  </a:lnTo>
                  <a:lnTo>
                    <a:pt x="1413" y="36842"/>
                  </a:lnTo>
                  <a:cubicBezTo>
                    <a:pt x="1413" y="36146"/>
                    <a:pt x="1970" y="35589"/>
                    <a:pt x="2666" y="35589"/>
                  </a:cubicBezTo>
                  <a:cubicBezTo>
                    <a:pt x="3343" y="35589"/>
                    <a:pt x="3900" y="36146"/>
                    <a:pt x="3900" y="36842"/>
                  </a:cubicBezTo>
                  <a:lnTo>
                    <a:pt x="4874" y="36842"/>
                  </a:lnTo>
                  <a:cubicBezTo>
                    <a:pt x="4874" y="36146"/>
                    <a:pt x="5431" y="35589"/>
                    <a:pt x="6108" y="35589"/>
                  </a:cubicBezTo>
                  <a:cubicBezTo>
                    <a:pt x="6804" y="35589"/>
                    <a:pt x="7361" y="36146"/>
                    <a:pt x="7361" y="36842"/>
                  </a:cubicBezTo>
                  <a:lnTo>
                    <a:pt x="8336" y="36842"/>
                  </a:lnTo>
                  <a:cubicBezTo>
                    <a:pt x="8336" y="36146"/>
                    <a:pt x="8893" y="35589"/>
                    <a:pt x="9569" y="35589"/>
                  </a:cubicBezTo>
                  <a:cubicBezTo>
                    <a:pt x="10265" y="35589"/>
                    <a:pt x="10803" y="36146"/>
                    <a:pt x="10803" y="36842"/>
                  </a:cubicBezTo>
                  <a:lnTo>
                    <a:pt x="11797" y="36842"/>
                  </a:lnTo>
                  <a:cubicBezTo>
                    <a:pt x="11797" y="36146"/>
                    <a:pt x="12354" y="35589"/>
                    <a:pt x="13030" y="35589"/>
                  </a:cubicBezTo>
                  <a:cubicBezTo>
                    <a:pt x="13707" y="35589"/>
                    <a:pt x="14264" y="36146"/>
                    <a:pt x="14264" y="36842"/>
                  </a:cubicBezTo>
                  <a:lnTo>
                    <a:pt x="15239" y="36842"/>
                  </a:lnTo>
                  <a:cubicBezTo>
                    <a:pt x="15239" y="36146"/>
                    <a:pt x="15796" y="35589"/>
                    <a:pt x="16492" y="35589"/>
                  </a:cubicBezTo>
                  <a:cubicBezTo>
                    <a:pt x="17168" y="35589"/>
                    <a:pt x="17725" y="36146"/>
                    <a:pt x="17725" y="36842"/>
                  </a:cubicBezTo>
                  <a:lnTo>
                    <a:pt x="18700" y="36842"/>
                  </a:lnTo>
                  <a:cubicBezTo>
                    <a:pt x="18700" y="36146"/>
                    <a:pt x="19257" y="35589"/>
                    <a:pt x="19933" y="35589"/>
                  </a:cubicBezTo>
                  <a:cubicBezTo>
                    <a:pt x="20629" y="35589"/>
                    <a:pt x="21186" y="36146"/>
                    <a:pt x="21186" y="36842"/>
                  </a:cubicBezTo>
                  <a:lnTo>
                    <a:pt x="22121" y="36842"/>
                  </a:lnTo>
                  <a:cubicBezTo>
                    <a:pt x="22121" y="36146"/>
                    <a:pt x="22678" y="35589"/>
                    <a:pt x="23355" y="35589"/>
                  </a:cubicBezTo>
                  <a:cubicBezTo>
                    <a:pt x="24051" y="35589"/>
                    <a:pt x="24588" y="36146"/>
                    <a:pt x="24588" y="36842"/>
                  </a:cubicBezTo>
                  <a:lnTo>
                    <a:pt x="25583" y="36842"/>
                  </a:lnTo>
                  <a:cubicBezTo>
                    <a:pt x="25583" y="36146"/>
                    <a:pt x="26140" y="35589"/>
                    <a:pt x="26816" y="35589"/>
                  </a:cubicBezTo>
                  <a:cubicBezTo>
                    <a:pt x="27254" y="35589"/>
                    <a:pt x="27632" y="35828"/>
                    <a:pt x="27851" y="36166"/>
                  </a:cubicBezTo>
                  <a:lnTo>
                    <a:pt x="27851" y="36842"/>
                  </a:lnTo>
                  <a:lnTo>
                    <a:pt x="29263" y="36842"/>
                  </a:lnTo>
                  <a:cubicBezTo>
                    <a:pt x="29263" y="36186"/>
                    <a:pt x="29780" y="35649"/>
                    <a:pt x="30417" y="35609"/>
                  </a:cubicBezTo>
                  <a:cubicBezTo>
                    <a:pt x="31073" y="35649"/>
                    <a:pt x="31570" y="36186"/>
                    <a:pt x="31570" y="36842"/>
                  </a:cubicBezTo>
                  <a:lnTo>
                    <a:pt x="33003" y="36842"/>
                  </a:lnTo>
                  <a:lnTo>
                    <a:pt x="33003" y="36066"/>
                  </a:lnTo>
                  <a:cubicBezTo>
                    <a:pt x="33222" y="35788"/>
                    <a:pt x="33580" y="35589"/>
                    <a:pt x="33958" y="35589"/>
                  </a:cubicBezTo>
                  <a:cubicBezTo>
                    <a:pt x="34654" y="35589"/>
                    <a:pt x="35211" y="36146"/>
                    <a:pt x="35211" y="36842"/>
                  </a:cubicBezTo>
                  <a:lnTo>
                    <a:pt x="36186" y="36842"/>
                  </a:lnTo>
                  <a:cubicBezTo>
                    <a:pt x="36186" y="36146"/>
                    <a:pt x="36743" y="35589"/>
                    <a:pt x="37419" y="35589"/>
                  </a:cubicBezTo>
                  <a:cubicBezTo>
                    <a:pt x="38115" y="35589"/>
                    <a:pt x="38652" y="36146"/>
                    <a:pt x="38652" y="36842"/>
                  </a:cubicBezTo>
                  <a:lnTo>
                    <a:pt x="39647" y="36842"/>
                  </a:lnTo>
                  <a:cubicBezTo>
                    <a:pt x="39647" y="36146"/>
                    <a:pt x="40204" y="35589"/>
                    <a:pt x="40880" y="35589"/>
                  </a:cubicBezTo>
                  <a:cubicBezTo>
                    <a:pt x="41557" y="35589"/>
                    <a:pt x="42114" y="36146"/>
                    <a:pt x="42114" y="36842"/>
                  </a:cubicBezTo>
                  <a:lnTo>
                    <a:pt x="43088" y="36842"/>
                  </a:lnTo>
                  <a:cubicBezTo>
                    <a:pt x="43088" y="36146"/>
                    <a:pt x="43645" y="35589"/>
                    <a:pt x="44342" y="35589"/>
                  </a:cubicBezTo>
                  <a:cubicBezTo>
                    <a:pt x="45018" y="35589"/>
                    <a:pt x="45575" y="36146"/>
                    <a:pt x="45575" y="36842"/>
                  </a:cubicBezTo>
                  <a:lnTo>
                    <a:pt x="46550" y="36842"/>
                  </a:lnTo>
                  <a:cubicBezTo>
                    <a:pt x="46550" y="36146"/>
                    <a:pt x="47107" y="35589"/>
                    <a:pt x="47783" y="35589"/>
                  </a:cubicBezTo>
                  <a:cubicBezTo>
                    <a:pt x="48479" y="35589"/>
                    <a:pt x="49036" y="36146"/>
                    <a:pt x="49036" y="36842"/>
                  </a:cubicBezTo>
                  <a:lnTo>
                    <a:pt x="49971" y="36842"/>
                  </a:lnTo>
                  <a:cubicBezTo>
                    <a:pt x="49971" y="36146"/>
                    <a:pt x="50528" y="35589"/>
                    <a:pt x="51205" y="35589"/>
                  </a:cubicBezTo>
                  <a:cubicBezTo>
                    <a:pt x="51901" y="35589"/>
                    <a:pt x="52438" y="36146"/>
                    <a:pt x="52438" y="36842"/>
                  </a:cubicBezTo>
                  <a:lnTo>
                    <a:pt x="53433" y="36842"/>
                  </a:lnTo>
                  <a:cubicBezTo>
                    <a:pt x="53433" y="36146"/>
                    <a:pt x="53990" y="35589"/>
                    <a:pt x="54666" y="35589"/>
                  </a:cubicBezTo>
                  <a:cubicBezTo>
                    <a:pt x="55342" y="35589"/>
                    <a:pt x="55899" y="36146"/>
                    <a:pt x="55899" y="36842"/>
                  </a:cubicBezTo>
                  <a:lnTo>
                    <a:pt x="56954" y="36842"/>
                  </a:lnTo>
                  <a:cubicBezTo>
                    <a:pt x="56954" y="36146"/>
                    <a:pt x="57511" y="35589"/>
                    <a:pt x="58187" y="35589"/>
                  </a:cubicBezTo>
                  <a:cubicBezTo>
                    <a:pt x="58883" y="35589"/>
                    <a:pt x="59420" y="36146"/>
                    <a:pt x="59420" y="36842"/>
                  </a:cubicBezTo>
                  <a:lnTo>
                    <a:pt x="60853" y="36842"/>
                  </a:lnTo>
                  <a:lnTo>
                    <a:pt x="60853" y="35330"/>
                  </a:lnTo>
                  <a:cubicBezTo>
                    <a:pt x="60156" y="35330"/>
                    <a:pt x="59619" y="34793"/>
                    <a:pt x="59619" y="34097"/>
                  </a:cubicBezTo>
                  <a:cubicBezTo>
                    <a:pt x="59619" y="33421"/>
                    <a:pt x="60156" y="32864"/>
                    <a:pt x="60853" y="32864"/>
                  </a:cubicBezTo>
                  <a:lnTo>
                    <a:pt x="60853" y="31889"/>
                  </a:lnTo>
                  <a:cubicBezTo>
                    <a:pt x="60156" y="31889"/>
                    <a:pt x="59619" y="31332"/>
                    <a:pt x="59619" y="30636"/>
                  </a:cubicBezTo>
                  <a:cubicBezTo>
                    <a:pt x="59619" y="29959"/>
                    <a:pt x="60156" y="29402"/>
                    <a:pt x="60853" y="29402"/>
                  </a:cubicBezTo>
                  <a:lnTo>
                    <a:pt x="60853" y="28428"/>
                  </a:lnTo>
                  <a:cubicBezTo>
                    <a:pt x="60156" y="28428"/>
                    <a:pt x="59619" y="27871"/>
                    <a:pt x="59619" y="27194"/>
                  </a:cubicBezTo>
                  <a:cubicBezTo>
                    <a:pt x="59619" y="26498"/>
                    <a:pt x="60156" y="25941"/>
                    <a:pt x="60853" y="25941"/>
                  </a:cubicBezTo>
                  <a:lnTo>
                    <a:pt x="60853" y="24966"/>
                  </a:lnTo>
                  <a:cubicBezTo>
                    <a:pt x="60156" y="24966"/>
                    <a:pt x="59619" y="24409"/>
                    <a:pt x="59619" y="23733"/>
                  </a:cubicBezTo>
                  <a:cubicBezTo>
                    <a:pt x="59619" y="23335"/>
                    <a:pt x="59818" y="22977"/>
                    <a:pt x="60116" y="22738"/>
                  </a:cubicBezTo>
                  <a:lnTo>
                    <a:pt x="60853" y="22738"/>
                  </a:lnTo>
                  <a:lnTo>
                    <a:pt x="60853" y="22500"/>
                  </a:lnTo>
                  <a:lnTo>
                    <a:pt x="60853" y="21505"/>
                  </a:lnTo>
                  <a:lnTo>
                    <a:pt x="60853" y="21246"/>
                  </a:lnTo>
                  <a:cubicBezTo>
                    <a:pt x="60216" y="21246"/>
                    <a:pt x="59699" y="20769"/>
                    <a:pt x="59619" y="20152"/>
                  </a:cubicBezTo>
                  <a:cubicBezTo>
                    <a:pt x="59699" y="19516"/>
                    <a:pt x="60216" y="19038"/>
                    <a:pt x="60853" y="19038"/>
                  </a:cubicBezTo>
                  <a:lnTo>
                    <a:pt x="60853" y="18780"/>
                  </a:lnTo>
                  <a:lnTo>
                    <a:pt x="60853" y="18063"/>
                  </a:lnTo>
                  <a:lnTo>
                    <a:pt x="60853" y="17785"/>
                  </a:lnTo>
                  <a:cubicBezTo>
                    <a:pt x="60216" y="17785"/>
                    <a:pt x="59699" y="17308"/>
                    <a:pt x="59619" y="16691"/>
                  </a:cubicBezTo>
                  <a:cubicBezTo>
                    <a:pt x="59699" y="16074"/>
                    <a:pt x="60216" y="15577"/>
                    <a:pt x="60853" y="15577"/>
                  </a:cubicBezTo>
                  <a:lnTo>
                    <a:pt x="60853" y="15318"/>
                  </a:lnTo>
                  <a:lnTo>
                    <a:pt x="60853" y="14344"/>
                  </a:lnTo>
                  <a:lnTo>
                    <a:pt x="60853" y="14085"/>
                  </a:lnTo>
                  <a:lnTo>
                    <a:pt x="60116" y="14085"/>
                  </a:lnTo>
                  <a:cubicBezTo>
                    <a:pt x="59798" y="13866"/>
                    <a:pt x="59619" y="13508"/>
                    <a:pt x="59619" y="13110"/>
                  </a:cubicBezTo>
                  <a:cubicBezTo>
                    <a:pt x="59619" y="12414"/>
                    <a:pt x="60156" y="11857"/>
                    <a:pt x="60853" y="11857"/>
                  </a:cubicBezTo>
                  <a:lnTo>
                    <a:pt x="60853" y="10882"/>
                  </a:lnTo>
                  <a:cubicBezTo>
                    <a:pt x="60156" y="10882"/>
                    <a:pt x="59619" y="10325"/>
                    <a:pt x="59619" y="9649"/>
                  </a:cubicBezTo>
                  <a:cubicBezTo>
                    <a:pt x="59619" y="8953"/>
                    <a:pt x="60156" y="8415"/>
                    <a:pt x="60853" y="8415"/>
                  </a:cubicBezTo>
                  <a:lnTo>
                    <a:pt x="60853" y="7421"/>
                  </a:lnTo>
                  <a:cubicBezTo>
                    <a:pt x="60156" y="7421"/>
                    <a:pt x="59619" y="6864"/>
                    <a:pt x="59619" y="6188"/>
                  </a:cubicBezTo>
                  <a:cubicBezTo>
                    <a:pt x="59619" y="5511"/>
                    <a:pt x="60156" y="4954"/>
                    <a:pt x="60853" y="4954"/>
                  </a:cubicBezTo>
                  <a:lnTo>
                    <a:pt x="60853" y="3960"/>
                  </a:lnTo>
                  <a:cubicBezTo>
                    <a:pt x="60156" y="3960"/>
                    <a:pt x="59619" y="3422"/>
                    <a:pt x="59619" y="2726"/>
                  </a:cubicBezTo>
                  <a:cubicBezTo>
                    <a:pt x="59619" y="2050"/>
                    <a:pt x="60156" y="1493"/>
                    <a:pt x="60853" y="1493"/>
                  </a:cubicBezTo>
                  <a:lnTo>
                    <a:pt x="60853" y="1"/>
                  </a:lnTo>
                  <a:lnTo>
                    <a:pt x="59420" y="1"/>
                  </a:lnTo>
                  <a:cubicBezTo>
                    <a:pt x="59420" y="677"/>
                    <a:pt x="58883" y="1234"/>
                    <a:pt x="58187" y="1234"/>
                  </a:cubicBezTo>
                  <a:cubicBezTo>
                    <a:pt x="57511" y="1234"/>
                    <a:pt x="56954" y="677"/>
                    <a:pt x="56954" y="1"/>
                  </a:cubicBezTo>
                  <a:lnTo>
                    <a:pt x="55899" y="1"/>
                  </a:lnTo>
                  <a:cubicBezTo>
                    <a:pt x="55899" y="677"/>
                    <a:pt x="55342" y="1234"/>
                    <a:pt x="54666" y="1234"/>
                  </a:cubicBezTo>
                  <a:cubicBezTo>
                    <a:pt x="53990" y="1234"/>
                    <a:pt x="53433" y="677"/>
                    <a:pt x="53433" y="1"/>
                  </a:cubicBezTo>
                  <a:lnTo>
                    <a:pt x="52438" y="1"/>
                  </a:lnTo>
                  <a:cubicBezTo>
                    <a:pt x="52438" y="677"/>
                    <a:pt x="51901" y="1234"/>
                    <a:pt x="51205" y="1234"/>
                  </a:cubicBezTo>
                  <a:cubicBezTo>
                    <a:pt x="50528" y="1234"/>
                    <a:pt x="49971" y="677"/>
                    <a:pt x="49971" y="1"/>
                  </a:cubicBezTo>
                  <a:lnTo>
                    <a:pt x="49036" y="1"/>
                  </a:lnTo>
                  <a:cubicBezTo>
                    <a:pt x="49036" y="677"/>
                    <a:pt x="48479" y="1234"/>
                    <a:pt x="47783" y="1234"/>
                  </a:cubicBezTo>
                  <a:cubicBezTo>
                    <a:pt x="47107" y="1234"/>
                    <a:pt x="46550" y="677"/>
                    <a:pt x="46550" y="1"/>
                  </a:cubicBezTo>
                  <a:lnTo>
                    <a:pt x="45575" y="1"/>
                  </a:lnTo>
                  <a:cubicBezTo>
                    <a:pt x="45575" y="677"/>
                    <a:pt x="45018" y="1234"/>
                    <a:pt x="44342" y="1234"/>
                  </a:cubicBezTo>
                  <a:cubicBezTo>
                    <a:pt x="43645" y="1234"/>
                    <a:pt x="43088" y="677"/>
                    <a:pt x="43088" y="1"/>
                  </a:cubicBezTo>
                  <a:lnTo>
                    <a:pt x="42114" y="1"/>
                  </a:lnTo>
                  <a:cubicBezTo>
                    <a:pt x="42114" y="677"/>
                    <a:pt x="41557" y="1234"/>
                    <a:pt x="40880" y="1234"/>
                  </a:cubicBezTo>
                  <a:cubicBezTo>
                    <a:pt x="40204" y="1234"/>
                    <a:pt x="39647" y="677"/>
                    <a:pt x="39647" y="1"/>
                  </a:cubicBezTo>
                  <a:lnTo>
                    <a:pt x="38652" y="1"/>
                  </a:lnTo>
                  <a:cubicBezTo>
                    <a:pt x="38652" y="677"/>
                    <a:pt x="38115" y="1234"/>
                    <a:pt x="37419" y="1234"/>
                  </a:cubicBezTo>
                  <a:cubicBezTo>
                    <a:pt x="36743" y="1234"/>
                    <a:pt x="36186" y="677"/>
                    <a:pt x="36186" y="1"/>
                  </a:cubicBezTo>
                  <a:lnTo>
                    <a:pt x="35211" y="1"/>
                  </a:lnTo>
                  <a:cubicBezTo>
                    <a:pt x="35211" y="677"/>
                    <a:pt x="34654" y="1234"/>
                    <a:pt x="33958" y="1234"/>
                  </a:cubicBezTo>
                  <a:cubicBezTo>
                    <a:pt x="33580" y="1234"/>
                    <a:pt x="33222" y="1055"/>
                    <a:pt x="33003" y="757"/>
                  </a:cubicBezTo>
                  <a:lnTo>
                    <a:pt x="33003" y="1"/>
                  </a:lnTo>
                  <a:lnTo>
                    <a:pt x="31570" y="1"/>
                  </a:lnTo>
                  <a:cubicBezTo>
                    <a:pt x="31570" y="657"/>
                    <a:pt x="31073" y="1194"/>
                    <a:pt x="30417" y="1234"/>
                  </a:cubicBezTo>
                  <a:cubicBezTo>
                    <a:pt x="29780" y="1194"/>
                    <a:pt x="29263" y="657"/>
                    <a:pt x="29263" y="1"/>
                  </a:cubicBezTo>
                  <a:lnTo>
                    <a:pt x="27851" y="1"/>
                  </a:lnTo>
                  <a:lnTo>
                    <a:pt x="27851" y="677"/>
                  </a:lnTo>
                  <a:cubicBezTo>
                    <a:pt x="27632" y="1015"/>
                    <a:pt x="27254" y="1234"/>
                    <a:pt x="26816" y="1234"/>
                  </a:cubicBezTo>
                  <a:cubicBezTo>
                    <a:pt x="26140" y="1234"/>
                    <a:pt x="25583" y="677"/>
                    <a:pt x="25583" y="1"/>
                  </a:cubicBezTo>
                  <a:lnTo>
                    <a:pt x="24588" y="1"/>
                  </a:lnTo>
                  <a:cubicBezTo>
                    <a:pt x="24588" y="677"/>
                    <a:pt x="24051" y="1234"/>
                    <a:pt x="23355" y="1234"/>
                  </a:cubicBezTo>
                  <a:cubicBezTo>
                    <a:pt x="22678" y="1234"/>
                    <a:pt x="22121" y="677"/>
                    <a:pt x="22121" y="1"/>
                  </a:cubicBezTo>
                  <a:lnTo>
                    <a:pt x="21186" y="1"/>
                  </a:lnTo>
                  <a:cubicBezTo>
                    <a:pt x="21186" y="677"/>
                    <a:pt x="20629" y="1234"/>
                    <a:pt x="19933" y="1234"/>
                  </a:cubicBezTo>
                  <a:cubicBezTo>
                    <a:pt x="19257" y="1234"/>
                    <a:pt x="18700" y="677"/>
                    <a:pt x="18700" y="1"/>
                  </a:cubicBezTo>
                  <a:lnTo>
                    <a:pt x="17725" y="1"/>
                  </a:lnTo>
                  <a:cubicBezTo>
                    <a:pt x="17725" y="677"/>
                    <a:pt x="17168" y="1234"/>
                    <a:pt x="16492" y="1234"/>
                  </a:cubicBezTo>
                  <a:cubicBezTo>
                    <a:pt x="15796" y="1234"/>
                    <a:pt x="15239" y="677"/>
                    <a:pt x="15239" y="1"/>
                  </a:cubicBezTo>
                  <a:lnTo>
                    <a:pt x="14264" y="1"/>
                  </a:lnTo>
                  <a:cubicBezTo>
                    <a:pt x="14264" y="677"/>
                    <a:pt x="13707" y="1234"/>
                    <a:pt x="13030" y="1234"/>
                  </a:cubicBezTo>
                  <a:cubicBezTo>
                    <a:pt x="12354" y="1234"/>
                    <a:pt x="11797" y="677"/>
                    <a:pt x="11797" y="1"/>
                  </a:cubicBezTo>
                  <a:lnTo>
                    <a:pt x="10803" y="1"/>
                  </a:lnTo>
                  <a:cubicBezTo>
                    <a:pt x="10803" y="677"/>
                    <a:pt x="10265" y="1234"/>
                    <a:pt x="9569" y="1234"/>
                  </a:cubicBezTo>
                  <a:cubicBezTo>
                    <a:pt x="8893" y="1234"/>
                    <a:pt x="8336" y="677"/>
                    <a:pt x="8336" y="1"/>
                  </a:cubicBezTo>
                  <a:lnTo>
                    <a:pt x="7361" y="1"/>
                  </a:lnTo>
                  <a:cubicBezTo>
                    <a:pt x="7361" y="677"/>
                    <a:pt x="6804" y="1234"/>
                    <a:pt x="6108" y="1234"/>
                  </a:cubicBezTo>
                  <a:cubicBezTo>
                    <a:pt x="5431" y="1234"/>
                    <a:pt x="4874" y="677"/>
                    <a:pt x="4874" y="1"/>
                  </a:cubicBezTo>
                  <a:lnTo>
                    <a:pt x="3900" y="1"/>
                  </a:lnTo>
                  <a:cubicBezTo>
                    <a:pt x="3900" y="677"/>
                    <a:pt x="3343" y="1234"/>
                    <a:pt x="2666" y="1234"/>
                  </a:cubicBezTo>
                  <a:cubicBezTo>
                    <a:pt x="1970" y="1234"/>
                    <a:pt x="1413" y="677"/>
                    <a:pt x="14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33"/>
            <p:cNvSpPr/>
            <p:nvPr/>
          </p:nvSpPr>
          <p:spPr>
            <a:xfrm>
              <a:off x="9251700" y="246850"/>
              <a:ext cx="750000" cy="12798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77" name="Google Shape;1177;p33"/>
          <p:cNvSpPr/>
          <p:nvPr/>
        </p:nvSpPr>
        <p:spPr>
          <a:xfrm>
            <a:off x="7627685" y="2307627"/>
            <a:ext cx="727500" cy="725700"/>
          </a:xfrm>
          <a:prstGeom prst="rect">
            <a:avLst/>
          </a:prstGeom>
          <a:noFill/>
          <a:ln cap="flat" cmpd="sng" w="2857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78" name="Google Shape;1178;p33"/>
          <p:cNvGrpSpPr/>
          <p:nvPr/>
        </p:nvGrpSpPr>
        <p:grpSpPr>
          <a:xfrm>
            <a:off x="7546668" y="1081349"/>
            <a:ext cx="884335" cy="1017566"/>
            <a:chOff x="7334148" y="1081344"/>
            <a:chExt cx="1096374" cy="1261549"/>
          </a:xfrm>
        </p:grpSpPr>
        <p:sp>
          <p:nvSpPr>
            <p:cNvPr id="1179" name="Google Shape;1179;p33"/>
            <p:cNvSpPr/>
            <p:nvPr/>
          </p:nvSpPr>
          <p:spPr>
            <a:xfrm>
              <a:off x="7334148" y="1081344"/>
              <a:ext cx="1096374" cy="1261549"/>
            </a:xfrm>
            <a:custGeom>
              <a:rect b="b" l="l" r="r" t="t"/>
              <a:pathLst>
                <a:path extrusionOk="0" h="26578" w="23097">
                  <a:moveTo>
                    <a:pt x="1" y="0"/>
                  </a:moveTo>
                  <a:lnTo>
                    <a:pt x="1" y="896"/>
                  </a:lnTo>
                  <a:lnTo>
                    <a:pt x="80" y="896"/>
                  </a:lnTo>
                  <a:cubicBezTo>
                    <a:pt x="538" y="896"/>
                    <a:pt x="916" y="1254"/>
                    <a:pt x="916" y="1731"/>
                  </a:cubicBezTo>
                  <a:cubicBezTo>
                    <a:pt x="916" y="2189"/>
                    <a:pt x="538" y="2567"/>
                    <a:pt x="80" y="2567"/>
                  </a:cubicBezTo>
                  <a:cubicBezTo>
                    <a:pt x="61" y="2567"/>
                    <a:pt x="21" y="2567"/>
                    <a:pt x="1" y="2547"/>
                  </a:cubicBezTo>
                  <a:lnTo>
                    <a:pt x="1" y="3203"/>
                  </a:lnTo>
                  <a:lnTo>
                    <a:pt x="80" y="3203"/>
                  </a:lnTo>
                  <a:cubicBezTo>
                    <a:pt x="538" y="3203"/>
                    <a:pt x="916" y="3581"/>
                    <a:pt x="916" y="4039"/>
                  </a:cubicBezTo>
                  <a:cubicBezTo>
                    <a:pt x="916" y="4496"/>
                    <a:pt x="538" y="4874"/>
                    <a:pt x="80" y="4874"/>
                  </a:cubicBezTo>
                  <a:lnTo>
                    <a:pt x="1" y="4874"/>
                  </a:lnTo>
                  <a:lnTo>
                    <a:pt x="1" y="5531"/>
                  </a:lnTo>
                  <a:cubicBezTo>
                    <a:pt x="21" y="5511"/>
                    <a:pt x="61" y="5511"/>
                    <a:pt x="80" y="5511"/>
                  </a:cubicBezTo>
                  <a:cubicBezTo>
                    <a:pt x="538" y="5511"/>
                    <a:pt x="916" y="5889"/>
                    <a:pt x="916" y="6346"/>
                  </a:cubicBezTo>
                  <a:cubicBezTo>
                    <a:pt x="916" y="6824"/>
                    <a:pt x="538" y="7182"/>
                    <a:pt x="80" y="7182"/>
                  </a:cubicBezTo>
                  <a:lnTo>
                    <a:pt x="1" y="7182"/>
                  </a:lnTo>
                  <a:lnTo>
                    <a:pt x="1" y="7838"/>
                  </a:lnTo>
                  <a:lnTo>
                    <a:pt x="80" y="7838"/>
                  </a:lnTo>
                  <a:cubicBezTo>
                    <a:pt x="538" y="7838"/>
                    <a:pt x="916" y="8196"/>
                    <a:pt x="916" y="8674"/>
                  </a:cubicBezTo>
                  <a:cubicBezTo>
                    <a:pt x="916" y="9131"/>
                    <a:pt x="538" y="9509"/>
                    <a:pt x="80" y="9509"/>
                  </a:cubicBezTo>
                  <a:cubicBezTo>
                    <a:pt x="61" y="9509"/>
                    <a:pt x="21" y="9489"/>
                    <a:pt x="1" y="9489"/>
                  </a:cubicBezTo>
                  <a:lnTo>
                    <a:pt x="1" y="10146"/>
                  </a:lnTo>
                  <a:lnTo>
                    <a:pt x="80" y="10146"/>
                  </a:lnTo>
                  <a:cubicBezTo>
                    <a:pt x="538" y="10146"/>
                    <a:pt x="916" y="10524"/>
                    <a:pt x="916" y="10981"/>
                  </a:cubicBezTo>
                  <a:cubicBezTo>
                    <a:pt x="916" y="11439"/>
                    <a:pt x="538" y="11817"/>
                    <a:pt x="80" y="11817"/>
                  </a:cubicBezTo>
                  <a:lnTo>
                    <a:pt x="1" y="11817"/>
                  </a:lnTo>
                  <a:lnTo>
                    <a:pt x="1" y="12453"/>
                  </a:lnTo>
                  <a:lnTo>
                    <a:pt x="80" y="12453"/>
                  </a:lnTo>
                  <a:cubicBezTo>
                    <a:pt x="538" y="12453"/>
                    <a:pt x="916" y="12831"/>
                    <a:pt x="916" y="13289"/>
                  </a:cubicBezTo>
                  <a:cubicBezTo>
                    <a:pt x="916" y="13746"/>
                    <a:pt x="538" y="14124"/>
                    <a:pt x="80" y="14124"/>
                  </a:cubicBezTo>
                  <a:lnTo>
                    <a:pt x="1" y="14124"/>
                  </a:lnTo>
                  <a:lnTo>
                    <a:pt x="1" y="14781"/>
                  </a:lnTo>
                  <a:cubicBezTo>
                    <a:pt x="21" y="14761"/>
                    <a:pt x="61" y="14761"/>
                    <a:pt x="80" y="14761"/>
                  </a:cubicBezTo>
                  <a:cubicBezTo>
                    <a:pt x="538" y="14761"/>
                    <a:pt x="916" y="15139"/>
                    <a:pt x="916" y="15596"/>
                  </a:cubicBezTo>
                  <a:cubicBezTo>
                    <a:pt x="916" y="16074"/>
                    <a:pt x="538" y="16432"/>
                    <a:pt x="80" y="16432"/>
                  </a:cubicBezTo>
                  <a:lnTo>
                    <a:pt x="1" y="16432"/>
                  </a:lnTo>
                  <a:lnTo>
                    <a:pt x="1" y="17088"/>
                  </a:lnTo>
                  <a:lnTo>
                    <a:pt x="80" y="17088"/>
                  </a:lnTo>
                  <a:cubicBezTo>
                    <a:pt x="538" y="17088"/>
                    <a:pt x="916" y="17446"/>
                    <a:pt x="916" y="17924"/>
                  </a:cubicBezTo>
                  <a:cubicBezTo>
                    <a:pt x="916" y="18381"/>
                    <a:pt x="538" y="18759"/>
                    <a:pt x="80" y="18759"/>
                  </a:cubicBezTo>
                  <a:cubicBezTo>
                    <a:pt x="61" y="18759"/>
                    <a:pt x="21" y="18739"/>
                    <a:pt x="1" y="18739"/>
                  </a:cubicBezTo>
                  <a:lnTo>
                    <a:pt x="1" y="19396"/>
                  </a:lnTo>
                  <a:lnTo>
                    <a:pt x="80" y="19396"/>
                  </a:lnTo>
                  <a:cubicBezTo>
                    <a:pt x="538" y="19396"/>
                    <a:pt x="916" y="19774"/>
                    <a:pt x="916" y="20231"/>
                  </a:cubicBezTo>
                  <a:cubicBezTo>
                    <a:pt x="916" y="20689"/>
                    <a:pt x="538" y="21067"/>
                    <a:pt x="80" y="21067"/>
                  </a:cubicBezTo>
                  <a:lnTo>
                    <a:pt x="1" y="21067"/>
                  </a:lnTo>
                  <a:lnTo>
                    <a:pt x="1" y="21703"/>
                  </a:lnTo>
                  <a:lnTo>
                    <a:pt x="80" y="21703"/>
                  </a:lnTo>
                  <a:cubicBezTo>
                    <a:pt x="538" y="21703"/>
                    <a:pt x="916" y="22081"/>
                    <a:pt x="916" y="22539"/>
                  </a:cubicBezTo>
                  <a:cubicBezTo>
                    <a:pt x="916" y="22996"/>
                    <a:pt x="538" y="23374"/>
                    <a:pt x="80" y="23374"/>
                  </a:cubicBezTo>
                  <a:lnTo>
                    <a:pt x="1" y="23374"/>
                  </a:lnTo>
                  <a:lnTo>
                    <a:pt x="1" y="24031"/>
                  </a:lnTo>
                  <a:cubicBezTo>
                    <a:pt x="21" y="24011"/>
                    <a:pt x="61" y="24011"/>
                    <a:pt x="80" y="24011"/>
                  </a:cubicBezTo>
                  <a:cubicBezTo>
                    <a:pt x="538" y="24011"/>
                    <a:pt x="916" y="24389"/>
                    <a:pt x="916" y="24847"/>
                  </a:cubicBezTo>
                  <a:cubicBezTo>
                    <a:pt x="916" y="25324"/>
                    <a:pt x="538" y="25682"/>
                    <a:pt x="80" y="25682"/>
                  </a:cubicBezTo>
                  <a:lnTo>
                    <a:pt x="1" y="25682"/>
                  </a:lnTo>
                  <a:lnTo>
                    <a:pt x="1" y="26577"/>
                  </a:lnTo>
                  <a:lnTo>
                    <a:pt x="1493" y="26577"/>
                  </a:lnTo>
                  <a:cubicBezTo>
                    <a:pt x="1493" y="26120"/>
                    <a:pt x="1871" y="25742"/>
                    <a:pt x="2328" y="25742"/>
                  </a:cubicBezTo>
                  <a:cubicBezTo>
                    <a:pt x="2786" y="25742"/>
                    <a:pt x="3164" y="26120"/>
                    <a:pt x="3164" y="26577"/>
                  </a:cubicBezTo>
                  <a:lnTo>
                    <a:pt x="3800" y="26577"/>
                  </a:lnTo>
                  <a:cubicBezTo>
                    <a:pt x="3800" y="26120"/>
                    <a:pt x="4178" y="25742"/>
                    <a:pt x="4636" y="25742"/>
                  </a:cubicBezTo>
                  <a:cubicBezTo>
                    <a:pt x="5113" y="25742"/>
                    <a:pt x="5471" y="26120"/>
                    <a:pt x="5471" y="26577"/>
                  </a:cubicBezTo>
                  <a:lnTo>
                    <a:pt x="6128" y="26577"/>
                  </a:lnTo>
                  <a:cubicBezTo>
                    <a:pt x="6128" y="26120"/>
                    <a:pt x="6486" y="25742"/>
                    <a:pt x="6963" y="25742"/>
                  </a:cubicBezTo>
                  <a:cubicBezTo>
                    <a:pt x="7421" y="25742"/>
                    <a:pt x="7799" y="26120"/>
                    <a:pt x="7799" y="26577"/>
                  </a:cubicBezTo>
                  <a:lnTo>
                    <a:pt x="8435" y="26577"/>
                  </a:lnTo>
                  <a:cubicBezTo>
                    <a:pt x="8435" y="26120"/>
                    <a:pt x="8813" y="25742"/>
                    <a:pt x="9271" y="25742"/>
                  </a:cubicBezTo>
                  <a:cubicBezTo>
                    <a:pt x="9728" y="25742"/>
                    <a:pt x="10106" y="26120"/>
                    <a:pt x="10106" y="26577"/>
                  </a:cubicBezTo>
                  <a:lnTo>
                    <a:pt x="10743" y="26577"/>
                  </a:lnTo>
                  <a:cubicBezTo>
                    <a:pt x="10743" y="26120"/>
                    <a:pt x="11121" y="25742"/>
                    <a:pt x="11598" y="25742"/>
                  </a:cubicBezTo>
                  <a:cubicBezTo>
                    <a:pt x="12056" y="25742"/>
                    <a:pt x="12434" y="26120"/>
                    <a:pt x="12434" y="26577"/>
                  </a:cubicBezTo>
                  <a:lnTo>
                    <a:pt x="13070" y="26577"/>
                  </a:lnTo>
                  <a:cubicBezTo>
                    <a:pt x="13070" y="26120"/>
                    <a:pt x="13448" y="25742"/>
                    <a:pt x="13906" y="25742"/>
                  </a:cubicBezTo>
                  <a:cubicBezTo>
                    <a:pt x="14363" y="25742"/>
                    <a:pt x="14741" y="26120"/>
                    <a:pt x="14741" y="26577"/>
                  </a:cubicBezTo>
                  <a:lnTo>
                    <a:pt x="15378" y="26577"/>
                  </a:lnTo>
                  <a:cubicBezTo>
                    <a:pt x="15378" y="26120"/>
                    <a:pt x="15756" y="25742"/>
                    <a:pt x="16213" y="25742"/>
                  </a:cubicBezTo>
                  <a:cubicBezTo>
                    <a:pt x="16691" y="25742"/>
                    <a:pt x="17049" y="26120"/>
                    <a:pt x="17049" y="26577"/>
                  </a:cubicBezTo>
                  <a:lnTo>
                    <a:pt x="17705" y="26577"/>
                  </a:lnTo>
                  <a:cubicBezTo>
                    <a:pt x="17705" y="26120"/>
                    <a:pt x="18063" y="25742"/>
                    <a:pt x="18541" y="25742"/>
                  </a:cubicBezTo>
                  <a:cubicBezTo>
                    <a:pt x="18998" y="25742"/>
                    <a:pt x="19376" y="26120"/>
                    <a:pt x="19376" y="26577"/>
                  </a:cubicBezTo>
                  <a:lnTo>
                    <a:pt x="20013" y="26577"/>
                  </a:lnTo>
                  <a:cubicBezTo>
                    <a:pt x="20013" y="26120"/>
                    <a:pt x="20391" y="25742"/>
                    <a:pt x="20848" y="25742"/>
                  </a:cubicBezTo>
                  <a:cubicBezTo>
                    <a:pt x="21306" y="25742"/>
                    <a:pt x="21684" y="26120"/>
                    <a:pt x="21684" y="26577"/>
                  </a:cubicBezTo>
                  <a:lnTo>
                    <a:pt x="23096" y="26577"/>
                  </a:lnTo>
                  <a:lnTo>
                    <a:pt x="23096" y="25682"/>
                  </a:lnTo>
                  <a:cubicBezTo>
                    <a:pt x="22639" y="25682"/>
                    <a:pt x="22261" y="25304"/>
                    <a:pt x="22261" y="24847"/>
                  </a:cubicBezTo>
                  <a:cubicBezTo>
                    <a:pt x="22261" y="24389"/>
                    <a:pt x="22639" y="24011"/>
                    <a:pt x="23096" y="24011"/>
                  </a:cubicBezTo>
                  <a:lnTo>
                    <a:pt x="23096" y="23374"/>
                  </a:lnTo>
                  <a:cubicBezTo>
                    <a:pt x="22639" y="23374"/>
                    <a:pt x="22261" y="22996"/>
                    <a:pt x="22261" y="22539"/>
                  </a:cubicBezTo>
                  <a:cubicBezTo>
                    <a:pt x="22261" y="22081"/>
                    <a:pt x="22639" y="21703"/>
                    <a:pt x="23096" y="21703"/>
                  </a:cubicBezTo>
                  <a:lnTo>
                    <a:pt x="23096" y="21047"/>
                  </a:lnTo>
                  <a:cubicBezTo>
                    <a:pt x="22639" y="21047"/>
                    <a:pt x="22261" y="20689"/>
                    <a:pt x="22261" y="20211"/>
                  </a:cubicBezTo>
                  <a:cubicBezTo>
                    <a:pt x="22261" y="19754"/>
                    <a:pt x="22639" y="19376"/>
                    <a:pt x="23096" y="19376"/>
                  </a:cubicBezTo>
                  <a:lnTo>
                    <a:pt x="23096" y="18739"/>
                  </a:lnTo>
                  <a:cubicBezTo>
                    <a:pt x="22639" y="18739"/>
                    <a:pt x="22261" y="18361"/>
                    <a:pt x="22261" y="17904"/>
                  </a:cubicBezTo>
                  <a:cubicBezTo>
                    <a:pt x="22261" y="17446"/>
                    <a:pt x="22639" y="17068"/>
                    <a:pt x="23096" y="17068"/>
                  </a:cubicBezTo>
                  <a:lnTo>
                    <a:pt x="23096" y="16432"/>
                  </a:lnTo>
                  <a:cubicBezTo>
                    <a:pt x="22639" y="16432"/>
                    <a:pt x="22261" y="16054"/>
                    <a:pt x="22261" y="15596"/>
                  </a:cubicBezTo>
                  <a:cubicBezTo>
                    <a:pt x="22261" y="15119"/>
                    <a:pt x="22639" y="14761"/>
                    <a:pt x="23096" y="14761"/>
                  </a:cubicBezTo>
                  <a:lnTo>
                    <a:pt x="23096" y="14104"/>
                  </a:lnTo>
                  <a:cubicBezTo>
                    <a:pt x="22639" y="14104"/>
                    <a:pt x="22261" y="13746"/>
                    <a:pt x="22261" y="13269"/>
                  </a:cubicBezTo>
                  <a:cubicBezTo>
                    <a:pt x="22261" y="12811"/>
                    <a:pt x="22639" y="12433"/>
                    <a:pt x="23096" y="12433"/>
                  </a:cubicBezTo>
                  <a:lnTo>
                    <a:pt x="23096" y="11797"/>
                  </a:lnTo>
                  <a:cubicBezTo>
                    <a:pt x="22639" y="11797"/>
                    <a:pt x="22261" y="11419"/>
                    <a:pt x="22261" y="10961"/>
                  </a:cubicBezTo>
                  <a:cubicBezTo>
                    <a:pt x="22261" y="10504"/>
                    <a:pt x="22639" y="10126"/>
                    <a:pt x="23096" y="10126"/>
                  </a:cubicBezTo>
                  <a:lnTo>
                    <a:pt x="23096" y="9489"/>
                  </a:lnTo>
                  <a:cubicBezTo>
                    <a:pt x="22639" y="9489"/>
                    <a:pt x="22261" y="9111"/>
                    <a:pt x="22261" y="8654"/>
                  </a:cubicBezTo>
                  <a:cubicBezTo>
                    <a:pt x="22261" y="8176"/>
                    <a:pt x="22639" y="7818"/>
                    <a:pt x="23096" y="7818"/>
                  </a:cubicBezTo>
                  <a:lnTo>
                    <a:pt x="23096" y="7162"/>
                  </a:lnTo>
                  <a:cubicBezTo>
                    <a:pt x="22639" y="7162"/>
                    <a:pt x="22261" y="6784"/>
                    <a:pt x="22261" y="6326"/>
                  </a:cubicBezTo>
                  <a:cubicBezTo>
                    <a:pt x="22261" y="5869"/>
                    <a:pt x="22639" y="5491"/>
                    <a:pt x="23096" y="5491"/>
                  </a:cubicBezTo>
                  <a:lnTo>
                    <a:pt x="23096" y="4854"/>
                  </a:lnTo>
                  <a:cubicBezTo>
                    <a:pt x="23085" y="4855"/>
                    <a:pt x="23073" y="4855"/>
                    <a:pt x="23062" y="4855"/>
                  </a:cubicBezTo>
                  <a:cubicBezTo>
                    <a:pt x="22620" y="4855"/>
                    <a:pt x="22261" y="4485"/>
                    <a:pt x="22261" y="4039"/>
                  </a:cubicBezTo>
                  <a:cubicBezTo>
                    <a:pt x="22261" y="3581"/>
                    <a:pt x="22639" y="3203"/>
                    <a:pt x="23096" y="3203"/>
                  </a:cubicBezTo>
                  <a:lnTo>
                    <a:pt x="23096" y="2567"/>
                  </a:lnTo>
                  <a:cubicBezTo>
                    <a:pt x="22639" y="2567"/>
                    <a:pt x="22261" y="2189"/>
                    <a:pt x="22261" y="1731"/>
                  </a:cubicBezTo>
                  <a:cubicBezTo>
                    <a:pt x="22261" y="1274"/>
                    <a:pt x="22639" y="896"/>
                    <a:pt x="23096" y="896"/>
                  </a:cubicBezTo>
                  <a:lnTo>
                    <a:pt x="23096" y="0"/>
                  </a:lnTo>
                  <a:lnTo>
                    <a:pt x="21684" y="0"/>
                  </a:lnTo>
                  <a:cubicBezTo>
                    <a:pt x="21684" y="458"/>
                    <a:pt x="21306" y="836"/>
                    <a:pt x="20848" y="836"/>
                  </a:cubicBezTo>
                  <a:cubicBezTo>
                    <a:pt x="20391" y="836"/>
                    <a:pt x="20013" y="458"/>
                    <a:pt x="20013" y="0"/>
                  </a:cubicBezTo>
                  <a:lnTo>
                    <a:pt x="19376" y="0"/>
                  </a:lnTo>
                  <a:cubicBezTo>
                    <a:pt x="19376" y="458"/>
                    <a:pt x="18998" y="836"/>
                    <a:pt x="18541" y="836"/>
                  </a:cubicBezTo>
                  <a:cubicBezTo>
                    <a:pt x="18063" y="836"/>
                    <a:pt x="17705" y="458"/>
                    <a:pt x="17705" y="0"/>
                  </a:cubicBezTo>
                  <a:lnTo>
                    <a:pt x="17049" y="0"/>
                  </a:lnTo>
                  <a:cubicBezTo>
                    <a:pt x="17049" y="458"/>
                    <a:pt x="16691" y="836"/>
                    <a:pt x="16213" y="836"/>
                  </a:cubicBezTo>
                  <a:cubicBezTo>
                    <a:pt x="15756" y="836"/>
                    <a:pt x="15378" y="458"/>
                    <a:pt x="15378" y="0"/>
                  </a:cubicBezTo>
                  <a:lnTo>
                    <a:pt x="14741" y="0"/>
                  </a:lnTo>
                  <a:cubicBezTo>
                    <a:pt x="14741" y="458"/>
                    <a:pt x="14363" y="836"/>
                    <a:pt x="13906" y="836"/>
                  </a:cubicBezTo>
                  <a:cubicBezTo>
                    <a:pt x="13448" y="836"/>
                    <a:pt x="13070" y="458"/>
                    <a:pt x="13070" y="0"/>
                  </a:cubicBezTo>
                  <a:lnTo>
                    <a:pt x="12434" y="0"/>
                  </a:lnTo>
                  <a:cubicBezTo>
                    <a:pt x="12434" y="458"/>
                    <a:pt x="12056" y="836"/>
                    <a:pt x="11598" y="836"/>
                  </a:cubicBezTo>
                  <a:cubicBezTo>
                    <a:pt x="11121" y="836"/>
                    <a:pt x="10743" y="458"/>
                    <a:pt x="10743" y="0"/>
                  </a:cubicBezTo>
                  <a:lnTo>
                    <a:pt x="10106" y="0"/>
                  </a:lnTo>
                  <a:cubicBezTo>
                    <a:pt x="10106" y="458"/>
                    <a:pt x="9728" y="836"/>
                    <a:pt x="9271" y="836"/>
                  </a:cubicBezTo>
                  <a:cubicBezTo>
                    <a:pt x="8813" y="836"/>
                    <a:pt x="8435" y="458"/>
                    <a:pt x="8435" y="0"/>
                  </a:cubicBezTo>
                  <a:lnTo>
                    <a:pt x="7799" y="0"/>
                  </a:lnTo>
                  <a:cubicBezTo>
                    <a:pt x="7799" y="458"/>
                    <a:pt x="7421" y="836"/>
                    <a:pt x="6963" y="836"/>
                  </a:cubicBezTo>
                  <a:cubicBezTo>
                    <a:pt x="6486" y="836"/>
                    <a:pt x="6128" y="458"/>
                    <a:pt x="6128" y="0"/>
                  </a:cubicBezTo>
                  <a:lnTo>
                    <a:pt x="5471" y="0"/>
                  </a:lnTo>
                  <a:cubicBezTo>
                    <a:pt x="5471" y="458"/>
                    <a:pt x="5113" y="836"/>
                    <a:pt x="4636" y="836"/>
                  </a:cubicBezTo>
                  <a:cubicBezTo>
                    <a:pt x="4178" y="836"/>
                    <a:pt x="3800" y="458"/>
                    <a:pt x="3800" y="0"/>
                  </a:cubicBezTo>
                  <a:lnTo>
                    <a:pt x="3164" y="0"/>
                  </a:lnTo>
                  <a:cubicBezTo>
                    <a:pt x="3164" y="458"/>
                    <a:pt x="2786" y="836"/>
                    <a:pt x="2328" y="836"/>
                  </a:cubicBezTo>
                  <a:cubicBezTo>
                    <a:pt x="1871" y="836"/>
                    <a:pt x="1493" y="458"/>
                    <a:pt x="14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33"/>
            <p:cNvSpPr/>
            <p:nvPr/>
          </p:nvSpPr>
          <p:spPr>
            <a:xfrm>
              <a:off x="7451725" y="1186775"/>
              <a:ext cx="867600" cy="1039800"/>
            </a:xfrm>
            <a:prstGeom prst="rect">
              <a:avLst/>
            </a:prstGeom>
            <a:noFill/>
            <a:ln cap="flat" cmpd="sng" w="2857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81" name="Google Shape;1181;p33"/>
          <p:cNvGrpSpPr/>
          <p:nvPr/>
        </p:nvGrpSpPr>
        <p:grpSpPr>
          <a:xfrm>
            <a:off x="5399647" y="1889926"/>
            <a:ext cx="1767253" cy="2709338"/>
            <a:chOff x="3565098" y="1511954"/>
            <a:chExt cx="2365800" cy="3626959"/>
          </a:xfrm>
        </p:grpSpPr>
        <p:sp>
          <p:nvSpPr>
            <p:cNvPr id="1182" name="Google Shape;1182;p33"/>
            <p:cNvSpPr/>
            <p:nvPr/>
          </p:nvSpPr>
          <p:spPr>
            <a:xfrm>
              <a:off x="4764125" y="1802852"/>
              <a:ext cx="211649" cy="3336061"/>
            </a:xfrm>
            <a:custGeom>
              <a:rect b="b" l="l" r="r" t="t"/>
              <a:pathLst>
                <a:path extrusionOk="0" h="18076" w="2101">
                  <a:moveTo>
                    <a:pt x="713" y="0"/>
                  </a:moveTo>
                  <a:cubicBezTo>
                    <a:pt x="321" y="0"/>
                    <a:pt x="1" y="321"/>
                    <a:pt x="1" y="712"/>
                  </a:cubicBezTo>
                  <a:lnTo>
                    <a:pt x="1" y="17364"/>
                  </a:lnTo>
                  <a:cubicBezTo>
                    <a:pt x="1" y="17755"/>
                    <a:pt x="321" y="18075"/>
                    <a:pt x="713" y="18075"/>
                  </a:cubicBezTo>
                  <a:lnTo>
                    <a:pt x="1424" y="18075"/>
                  </a:lnTo>
                  <a:cubicBezTo>
                    <a:pt x="1780" y="18075"/>
                    <a:pt x="2100" y="17755"/>
                    <a:pt x="2100" y="17364"/>
                  </a:cubicBezTo>
                  <a:lnTo>
                    <a:pt x="2100" y="712"/>
                  </a:lnTo>
                  <a:cubicBezTo>
                    <a:pt x="2100" y="321"/>
                    <a:pt x="1780" y="0"/>
                    <a:pt x="14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3" name="Google Shape;1183;p33"/>
            <p:cNvGrpSpPr/>
            <p:nvPr/>
          </p:nvGrpSpPr>
          <p:grpSpPr>
            <a:xfrm>
              <a:off x="3565098" y="1511954"/>
              <a:ext cx="2365800" cy="2306156"/>
              <a:chOff x="3565098" y="1511954"/>
              <a:chExt cx="2365800" cy="2306156"/>
            </a:xfrm>
          </p:grpSpPr>
          <p:sp>
            <p:nvSpPr>
              <p:cNvPr id="1184" name="Google Shape;1184;p33"/>
              <p:cNvSpPr/>
              <p:nvPr/>
            </p:nvSpPr>
            <p:spPr>
              <a:xfrm rot="10800000">
                <a:off x="3565098" y="1511954"/>
                <a:ext cx="2365800" cy="577500"/>
              </a:xfrm>
              <a:prstGeom prst="homePlate">
                <a:avLst>
                  <a:gd fmla="val 69380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p33"/>
              <p:cNvSpPr/>
              <p:nvPr/>
            </p:nvSpPr>
            <p:spPr>
              <a:xfrm rot="10800000">
                <a:off x="3565098" y="2376282"/>
                <a:ext cx="2365800" cy="577500"/>
              </a:xfrm>
              <a:prstGeom prst="homePlate">
                <a:avLst>
                  <a:gd fmla="val 69380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p33"/>
              <p:cNvSpPr/>
              <p:nvPr/>
            </p:nvSpPr>
            <p:spPr>
              <a:xfrm rot="10800000">
                <a:off x="3565098" y="3240610"/>
                <a:ext cx="2365800" cy="577500"/>
              </a:xfrm>
              <a:prstGeom prst="homePlate">
                <a:avLst>
                  <a:gd fmla="val 69380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90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p34"/>
          <p:cNvSpPr txBox="1"/>
          <p:nvPr>
            <p:ph idx="1" type="body"/>
          </p:nvPr>
        </p:nvSpPr>
        <p:spPr>
          <a:xfrm>
            <a:off x="609725" y="1938169"/>
            <a:ext cx="3780000" cy="28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rPr lang="en"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rPr>
              <a:t>PHOTOS</a:t>
            </a:r>
            <a:endParaRPr sz="2500">
              <a:solidFill>
                <a:schemeClr val="accent1"/>
              </a:solidFill>
              <a:latin typeface="Just Another Hand"/>
              <a:ea typeface="Just Another Hand"/>
              <a:cs typeface="Just Another Hand"/>
              <a:sym typeface="Just Another Hand"/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View of suspension bridge over the costa rica rainforest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Couple offering to join them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Smiley travelling woman holding map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Medium shot couple looking at each other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Group of friends on a trip together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Close-up people walking together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Bike lying next to tent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New york city skyline with urban skyscrapers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Footprints in sand on beach</a:t>
            </a:r>
            <a:endParaRPr sz="1200">
              <a:solidFill>
                <a:schemeClr val="accent5"/>
              </a:solidFill>
            </a:endParaRPr>
          </a:p>
        </p:txBody>
      </p:sp>
      <p:sp>
        <p:nvSpPr>
          <p:cNvPr id="1192" name="Google Shape;1192;p34"/>
          <p:cNvSpPr txBox="1"/>
          <p:nvPr>
            <p:ph idx="2" type="body"/>
          </p:nvPr>
        </p:nvSpPr>
        <p:spPr>
          <a:xfrm>
            <a:off x="4758450" y="2148537"/>
            <a:ext cx="3780000" cy="252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Rear view of a woman with backpack raising her arms overlooking at mountain landscape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Say yes to adventures, lettering for traveling</a:t>
            </a:r>
            <a:endParaRPr sz="1200">
              <a:solidFill>
                <a:schemeClr val="accent5"/>
              </a:solidFill>
            </a:endParaRPr>
          </a:p>
          <a:p>
            <a:pPr indent="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t/>
            </a:r>
            <a:endParaRPr sz="12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500">
                <a:solidFill>
                  <a:schemeClr val="accent1"/>
                </a:solidFill>
                <a:latin typeface="Just Another Hand"/>
                <a:ea typeface="Just Another Hand"/>
                <a:cs typeface="Just Another Hand"/>
                <a:sym typeface="Just Another Hand"/>
              </a:rPr>
              <a:t>VECTORS</a:t>
            </a:r>
            <a:endParaRPr sz="1050">
              <a:solidFill>
                <a:schemeClr val="dk1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Electronic devices mock-ups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marR="50800" rtl="0" algn="l">
              <a:lnSpc>
                <a:spcPct val="166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 seals in vintage style</a:t>
            </a:r>
            <a:endParaRPr sz="1200">
              <a:solidFill>
                <a:schemeClr val="accent5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rPr lang="en" sz="2500">
                <a:solidFill>
                  <a:schemeClr val="dk2"/>
                </a:solidFill>
                <a:latin typeface="Just Another Hand"/>
                <a:ea typeface="Just Another Hand"/>
                <a:cs typeface="Just Another Hand"/>
                <a:sym typeface="Just Another Hand"/>
              </a:rPr>
              <a:t>ICONS</a:t>
            </a:r>
            <a:endParaRPr sz="1200">
              <a:solidFill>
                <a:schemeClr val="accent5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accent5"/>
                </a:solidFill>
                <a:uFill>
                  <a:noFill/>
                </a:uFill>
                <a:hlinkClick r:id="rId1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Travel icon pack by Flaticon</a:t>
            </a:r>
            <a:endParaRPr sz="1200">
              <a:solidFill>
                <a:schemeClr val="accent5"/>
              </a:solidFill>
            </a:endParaRPr>
          </a:p>
        </p:txBody>
      </p:sp>
      <p:sp>
        <p:nvSpPr>
          <p:cNvPr id="1193" name="Google Shape;1193;p34"/>
          <p:cNvSpPr txBox="1"/>
          <p:nvPr>
            <p:ph type="title"/>
          </p:nvPr>
        </p:nvSpPr>
        <p:spPr>
          <a:xfrm>
            <a:off x="583850" y="495425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1194" name="Google Shape;1194;p34"/>
          <p:cNvSpPr txBox="1"/>
          <p:nvPr>
            <p:ph idx="4294967295" type="subTitle"/>
          </p:nvPr>
        </p:nvSpPr>
        <p:spPr>
          <a:xfrm flipH="1">
            <a:off x="609875" y="1402950"/>
            <a:ext cx="7941600" cy="36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None/>
            </a:pPr>
            <a:r>
              <a:rPr b="0" i="0" lang="en" sz="14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Did you like the resources on this template? Get them for free at our other websites</a:t>
            </a:r>
            <a:endParaRPr b="0" i="0" sz="1400" u="none" cap="none" strike="noStrike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98" name="Shape 1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" name="Google Shape;1199;p35"/>
          <p:cNvSpPr txBox="1"/>
          <p:nvPr>
            <p:ph idx="4294967295" type="title"/>
          </p:nvPr>
        </p:nvSpPr>
        <p:spPr>
          <a:xfrm>
            <a:off x="1048350" y="3238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 (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free users)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0" name="Google Shape;1200;p35"/>
          <p:cNvSpPr txBox="1"/>
          <p:nvPr>
            <p:ph idx="4294967295" type="body"/>
          </p:nvPr>
        </p:nvSpPr>
        <p:spPr>
          <a:xfrm>
            <a:off x="1048350" y="690275"/>
            <a:ext cx="70473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SzPts val="1100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sz="10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Thanks slide.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SzPts val="1100"/>
              <a:buNone/>
            </a:pPr>
            <a:r>
              <a:rPr b="1" lang="en" sz="10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0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Modify this template.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it for both personal and commercial purposes.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SzPts val="1100"/>
              <a:buNone/>
            </a:pPr>
            <a:r>
              <a:rPr b="1" lang="en" sz="10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0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Sublicense, sell or rent any of Slidesgo Content (or a modified version of Slidesgo Content).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Distribute this Slidesgo Template (or a modified version of this Slidesgo Template) or include it in a database or in any other product or service that offers downloadable images, icons or presentations that may be subject to distribution or resale.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any of the elements that are part of this Slidesgo Template in an isolated and separated way from this Template.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Delete the “Thanks” or “Credits” slide.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Register any of the elements that are part of this template as a trademark or logo, or register it as a work in an intellectual property registry or similar.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0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3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3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1" name="Google Shape;1201;p35"/>
          <p:cNvSpPr txBox="1"/>
          <p:nvPr/>
        </p:nvSpPr>
        <p:spPr>
          <a:xfrm>
            <a:off x="1048350" y="4314290"/>
            <a:ext cx="70473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en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b="0" i="0" lang="en" sz="9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b="0" i="0" lang="en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b="0" i="0" sz="1000" u="none" cap="none" strike="noStrik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en" sz="1000" u="sng" cap="none" strike="noStrike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b="0" i="0" lang="en" sz="1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b="0" i="0" lang="en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b="0" i="0" lang="en" sz="1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b="0" i="0" lang="en" sz="1000" u="sng" cap="none" strike="noStrike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b="0" i="0" sz="1000" u="sng" cap="none" strike="noStrike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05" name="Shape 1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" name="Google Shape;1206;p36"/>
          <p:cNvSpPr txBox="1"/>
          <p:nvPr>
            <p:ph idx="4294967295" type="title"/>
          </p:nvPr>
        </p:nvSpPr>
        <p:spPr>
          <a:xfrm>
            <a:off x="1048350" y="3238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 (premium users)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7" name="Google Shape;1207;p36"/>
          <p:cNvSpPr txBox="1"/>
          <p:nvPr>
            <p:ph idx="4294967295" type="body"/>
          </p:nvPr>
        </p:nvSpPr>
        <p:spPr>
          <a:xfrm>
            <a:off x="1048350" y="690275"/>
            <a:ext cx="70473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SzPts val="1100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be a Premium user on </a:t>
            </a:r>
            <a:r>
              <a:rPr b="1" lang="en" sz="10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SzPts val="1100"/>
              <a:buNone/>
            </a:pPr>
            <a:r>
              <a:rPr b="1" lang="en" sz="10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0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Modify this template.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it for both personal and commercial purposes.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Hide or delete the “Thanks” slide and the mention to Slidesgo in the credits.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Share this template in an editable format with people who are not part of your team.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SzPts val="1100"/>
              <a:buNone/>
            </a:pPr>
            <a:r>
              <a:rPr b="1" lang="en" sz="10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0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Sublicense, sell or rent this Slidesgo Template (or a modified version of this Slidesgo Template).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Distribute this Slidesgo Template (or a modified version of this Slidesgo Template) or include it in a database or in any other product or service that offers downloadable images, icons or presentations that may be subject to distribution or resale.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any of the elements that are part of this Slidesgo Template in an isolated and separated way from this Template.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Register any of the elements that are part of this template as a trademark or logo, or register it as a work in an intellectual property registry or similar.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8" name="Google Shape;1208;p36"/>
          <p:cNvSpPr txBox="1"/>
          <p:nvPr>
            <p:ph idx="4294967295" type="body"/>
          </p:nvPr>
        </p:nvSpPr>
        <p:spPr>
          <a:xfrm>
            <a:off x="1048350" y="4314290"/>
            <a:ext cx="70473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0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0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0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12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p37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4" name="Google Shape;1214;p3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5" name="Google Shape;1215;p3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Just Another Regular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https://fonts.google.com/specimen/Just+Another+Hand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Lato Regular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https://fonts.google.com/specimen/Lato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6" name="Google Shape;1216;p37"/>
          <p:cNvSpPr/>
          <p:nvPr/>
        </p:nvSpPr>
        <p:spPr>
          <a:xfrm>
            <a:off x="2583525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B9DCE5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7" name="Google Shape;1217;p37"/>
          <p:cNvSpPr/>
          <p:nvPr/>
        </p:nvSpPr>
        <p:spPr>
          <a:xfrm>
            <a:off x="3645389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4D75A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8" name="Google Shape;1218;p37"/>
          <p:cNvSpPr/>
          <p:nvPr/>
        </p:nvSpPr>
        <p:spPr>
          <a:xfrm>
            <a:off x="4707225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54A5A0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9" name="Google Shape;1219;p37"/>
          <p:cNvSpPr txBox="1"/>
          <p:nvPr/>
        </p:nvSpPr>
        <p:spPr>
          <a:xfrm>
            <a:off x="258352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en" sz="10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#b9dce5</a:t>
            </a:r>
            <a:endParaRPr b="0" i="0" sz="10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0" name="Google Shape;1220;p37"/>
          <p:cNvSpPr txBox="1"/>
          <p:nvPr/>
        </p:nvSpPr>
        <p:spPr>
          <a:xfrm>
            <a:off x="3645400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en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#4d75a3</a:t>
            </a:r>
            <a:endParaRPr b="0" i="0" sz="1000" u="none" cap="none" strike="noStrik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1" name="Google Shape;1221;p37"/>
          <p:cNvSpPr txBox="1"/>
          <p:nvPr/>
        </p:nvSpPr>
        <p:spPr>
          <a:xfrm>
            <a:off x="470722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en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#54a5a0</a:t>
            </a:r>
            <a:endParaRPr b="0" i="0" sz="1000" u="none" cap="none" strike="noStrik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2" name="Google Shape;1222;p37"/>
          <p:cNvSpPr/>
          <p:nvPr/>
        </p:nvSpPr>
        <p:spPr>
          <a:xfrm>
            <a:off x="5769050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29797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3" name="Google Shape;1223;p37"/>
          <p:cNvSpPr txBox="1"/>
          <p:nvPr/>
        </p:nvSpPr>
        <p:spPr>
          <a:xfrm>
            <a:off x="5769050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en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#297973</a:t>
            </a:r>
            <a:endParaRPr b="0" i="0" sz="1000" u="none" cap="none" strike="noStrik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27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" name="Google Shape;1228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9" name="Google Shape;1229;p38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30" name="Google Shape;1230;p38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1231" name="Google Shape;1231;p3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3" name="Google Shape;1233;p38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1234" name="Google Shape;1234;p3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8" name="Google Shape;1238;p38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1239" name="Google Shape;1239;p3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1" name="Google Shape;1241;p38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1242" name="Google Shape;1242;p3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5" name="Google Shape;1245;p38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1246" name="Google Shape;1246;p3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8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8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1249" name="Google Shape;1249;p3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3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3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3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53" name="Google Shape;1253;p38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1254" name="Google Shape;1254;p3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3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3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3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58" name="Google Shape;1258;p38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1259" name="Google Shape;1259;p3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3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3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3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3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64" name="Google Shape;1264;p38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1265" name="Google Shape;1265;p3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3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3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3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69" name="Google Shape;1269;p38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1270" name="Google Shape;1270;p3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3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3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73" name="Google Shape;1273;p38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1274" name="Google Shape;1274;p3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3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3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0" name="Google Shape;1280;p38"/>
          <p:cNvGrpSpPr/>
          <p:nvPr/>
        </p:nvGrpSpPr>
        <p:grpSpPr>
          <a:xfrm>
            <a:off x="4421513" y="3103677"/>
            <a:ext cx="516144" cy="498648"/>
            <a:chOff x="3729467" y="2889422"/>
            <a:chExt cx="419152" cy="404977"/>
          </a:xfrm>
        </p:grpSpPr>
        <p:sp>
          <p:nvSpPr>
            <p:cNvPr id="1281" name="Google Shape;1281;p3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88" name="Google Shape;1288;p38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89" name="Google Shape;1289;p38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0" name="Google Shape;1290;p38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1" name="Google Shape;1291;p38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92" name="Google Shape;1292;p38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293" name="Google Shape;1293;p3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5" name="Google Shape;1295;p38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296" name="Google Shape;1296;p3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8" name="Google Shape;1298;p38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299" name="Google Shape;1299;p3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1" name="Google Shape;1301;p38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302" name="Google Shape;1302;p3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4" name="Google Shape;1304;p38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305" name="Google Shape;1305;p3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7" name="Google Shape;1307;p38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308" name="Google Shape;1308;p3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10" name="Google Shape;1310;p38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311" name="Google Shape;1311;p3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13" name="Google Shape;1313;p38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314" name="Google Shape;1314;p3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3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17" name="Google Shape;1317;p38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318" name="Google Shape;1318;p3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3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3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1" name="Google Shape;1321;p38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322" name="Google Shape;1322;p3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3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3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5" name="Google Shape;1325;p38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326" name="Google Shape;1326;p3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3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3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9" name="Google Shape;1329;p38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330" name="Google Shape;1330;p3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3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32" name="Google Shape;1332;p38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3" name="Google Shape;1333;p38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4" name="Google Shape;1334;p38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5" name="Google Shape;1335;p38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6" name="Google Shape;1336;p38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7" name="Google Shape;1337;p38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38" name="Google Shape;1338;p38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339" name="Google Shape;1339;p3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3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1" name="Google Shape;1341;p38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342" name="Google Shape;1342;p3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3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4" name="Google Shape;1344;p38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345" name="Google Shape;1345;p3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3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47" name="Google Shape;1347;p38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48" name="Google Shape;1348;p38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49" name="Google Shape;1349;p38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50" name="Google Shape;1350;p38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351" name="Google Shape;1351;p3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3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3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3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3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3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3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3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0" name="Google Shape;1360;p38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361" name="Google Shape;1361;p3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3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3" name="Google Shape;1363;p38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364" name="Google Shape;1364;p3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3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3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3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3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3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3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3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3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3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3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3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3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3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3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3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3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3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3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3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84" name="Google Shape;1384;p38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385" name="Google Shape;1385;p3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3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3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3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3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3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3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3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3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3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3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3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3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3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3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3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3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3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3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3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3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3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3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3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3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3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3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3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3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3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3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3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3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3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3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3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3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3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3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3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3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3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3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3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3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3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3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3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3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3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3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3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3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3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3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3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3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3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3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3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3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3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3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3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3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3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63" name="Google Shape;1463;p38"/>
          <p:cNvGrpSpPr/>
          <p:nvPr/>
        </p:nvGrpSpPr>
        <p:grpSpPr>
          <a:xfrm>
            <a:off x="1990126" y="3423163"/>
            <a:ext cx="965352" cy="134612"/>
            <a:chOff x="4411970" y="2962952"/>
            <a:chExt cx="706545" cy="104213"/>
          </a:xfrm>
        </p:grpSpPr>
        <p:sp>
          <p:nvSpPr>
            <p:cNvPr id="1464" name="Google Shape;1464;p38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38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38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38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68" name="Google Shape;1468;p38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1469" name="Google Shape;1469;p38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38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38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2" name="Google Shape;1472;p38"/>
          <p:cNvGrpSpPr/>
          <p:nvPr/>
        </p:nvGrpSpPr>
        <p:grpSpPr>
          <a:xfrm>
            <a:off x="993018" y="3278187"/>
            <a:ext cx="833174" cy="259208"/>
            <a:chOff x="4411970" y="4340222"/>
            <a:chExt cx="779468" cy="242682"/>
          </a:xfrm>
        </p:grpSpPr>
        <p:sp>
          <p:nvSpPr>
            <p:cNvPr id="1473" name="Google Shape;1473;p38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38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38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6" name="Google Shape;1476;p38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1477" name="Google Shape;1477;p38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38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9" name="Google Shape;1479;p38"/>
          <p:cNvGrpSpPr/>
          <p:nvPr/>
        </p:nvGrpSpPr>
        <p:grpSpPr>
          <a:xfrm>
            <a:off x="988873" y="2578650"/>
            <a:ext cx="810451" cy="319149"/>
            <a:chOff x="4411970" y="3686602"/>
            <a:chExt cx="797845" cy="314216"/>
          </a:xfrm>
        </p:grpSpPr>
        <p:sp>
          <p:nvSpPr>
            <p:cNvPr id="1480" name="Google Shape;1480;p38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38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38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38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38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85" name="Google Shape;1485;p38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86" name="Google Shape;1486;p38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1487" name="Google Shape;1487;p38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8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8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8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91" name="Google Shape;1491;p38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1492" name="Google Shape;1492;p38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8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94" name="Google Shape;1494;p38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1495" name="Google Shape;1495;p38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8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descr="Timeline background shape" id="1497" name="Google Shape;1497;p38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98" name="Google Shape;1498;p38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1499" name="Google Shape;1499;p38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8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01" name="Google Shape;1501;p38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1502" name="Google Shape;1502;p38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8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04" name="Google Shape;1504;p38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1505" name="Google Shape;1505;p38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8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07" name="Google Shape;1507;p38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1508" name="Google Shape;1508;p3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0" name="Google Shape;1510;p38"/>
          <p:cNvGrpSpPr/>
          <p:nvPr/>
        </p:nvGrpSpPr>
        <p:grpSpPr>
          <a:xfrm>
            <a:off x="3014861" y="3756719"/>
            <a:ext cx="686489" cy="686585"/>
            <a:chOff x="5080187" y="927900"/>
            <a:chExt cx="961200" cy="961200"/>
          </a:xfrm>
        </p:grpSpPr>
        <p:sp>
          <p:nvSpPr>
            <p:cNvPr id="1511" name="Google Shape;1511;p38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8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8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8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8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8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8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8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9" name="Google Shape;1519;p38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3" cy="1322986"/>
          </a:xfrm>
        </p:grpSpPr>
        <p:sp>
          <p:nvSpPr>
            <p:cNvPr id="1520" name="Google Shape;1520;p38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8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8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8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8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8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8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8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8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8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0" name="Google Shape;1530;p38"/>
          <p:cNvGrpSpPr/>
          <p:nvPr/>
        </p:nvGrpSpPr>
        <p:grpSpPr>
          <a:xfrm>
            <a:off x="4489605" y="3850853"/>
            <a:ext cx="492653" cy="503348"/>
            <a:chOff x="6039282" y="1042577"/>
            <a:chExt cx="734316" cy="731929"/>
          </a:xfrm>
        </p:grpSpPr>
        <p:sp>
          <p:nvSpPr>
            <p:cNvPr id="1531" name="Google Shape;1531;p38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8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8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8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8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8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8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38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38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38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38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38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38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38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38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38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38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38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38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38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38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2" name="Google Shape;1552;p38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1553" name="Google Shape;1553;p38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38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38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38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38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38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59" name="Google Shape;1559;p38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0" name="Google Shape;1560;p38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1" name="Google Shape;1561;p38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2" name="Google Shape;1562;p38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66" name="Shape 1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7" name="Google Shape;1567;p39"/>
          <p:cNvGrpSpPr/>
          <p:nvPr/>
        </p:nvGrpSpPr>
        <p:grpSpPr>
          <a:xfrm>
            <a:off x="745571" y="1168666"/>
            <a:ext cx="2492867" cy="1379876"/>
            <a:chOff x="2654821" y="2311071"/>
            <a:chExt cx="2279714" cy="1262120"/>
          </a:xfrm>
        </p:grpSpPr>
        <p:grpSp>
          <p:nvGrpSpPr>
            <p:cNvPr id="1568" name="Google Shape;1568;p39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569" name="Google Shape;1569;p3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70" name="Google Shape;1570;p3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1" name="Google Shape;1571;p39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572" name="Google Shape;1572;p3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573" name="Google Shape;1573;p3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574" name="Google Shape;1574;p3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575" name="Google Shape;1575;p3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6" name="Google Shape;1576;p3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7" name="Google Shape;1577;p3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8" name="Google Shape;1578;p3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A6CBC2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9" name="Google Shape;1579;p3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580" name="Google Shape;1580;p39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581" name="Google Shape;1581;p3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82" name="Google Shape;1582;p3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83" name="Google Shape;1583;p39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584" name="Google Shape;1584;p3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85" name="Google Shape;1585;p3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586;p3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587;p3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8" name="Google Shape;1588;p3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9" name="Google Shape;1589;p3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90" name="Google Shape;1590;p39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591" name="Google Shape;1591;p3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2" name="Google Shape;1592;p3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93" name="Google Shape;1593;p39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594" name="Google Shape;1594;p3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" name="Google Shape;1595;p3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96" name="Google Shape;1596;p3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97" name="Google Shape;1597;p39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598" name="Google Shape;1598;p3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9" name="Google Shape;1599;p3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600" name="Google Shape;1600;p39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601" name="Google Shape;1601;p3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602" name="Google Shape;1602;p3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03" name="Google Shape;1603;p39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604" name="Google Shape;1604;p3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605" name="Google Shape;1605;p3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606" name="Google Shape;1606;p3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7" name="Google Shape;1607;p3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08" name="Google Shape;1608;p39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609" name="Google Shape;1609;p3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610" name="Google Shape;1610;p3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6B65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11" name="Google Shape;1611;p39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612" name="Google Shape;1612;p3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613" name="Google Shape;1613;p3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14" name="Google Shape;1614;p39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615" name="Google Shape;1615;p3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616" name="Google Shape;1616;p3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17" name="Google Shape;1617;p39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9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9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6B6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20" name="Google Shape;1620;p39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621" name="Google Shape;1621;p3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" name="Google Shape;1622;p3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3" name="Google Shape;1623;p3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4" name="Google Shape;1624;p3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" name="Google Shape;1625;p3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6" name="Google Shape;1626;p3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7" name="Google Shape;1627;p3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8" name="Google Shape;1628;p3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" name="Google Shape;1629;p3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0" name="Google Shape;1630;p3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1" name="Google Shape;1631;p3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" name="Google Shape;1632;p3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3" name="Google Shape;1633;p3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4" name="Google Shape;1634;p3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5" name="Google Shape;1635;p3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6" name="Google Shape;1636;p3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A6CBC2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37" name="Google Shape;1637;p39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9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9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9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9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9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9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9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9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9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9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9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9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9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9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9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39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39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9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39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6B6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39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6CBC2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9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59" name="Google Shape;1659;p39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660" name="Google Shape;1660;p3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1" name="Google Shape;1661;p3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62" name="Google Shape;1662;p39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63" name="Google Shape;1663;p39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664" name="Google Shape;1664;p3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5" name="Google Shape;1665;p3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6" name="Google Shape;1666;p3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7" name="Google Shape;1667;p3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68" name="Google Shape;1668;p39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9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39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39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39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39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9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5" name="Google Shape;1675;p39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676" name="Google Shape;1676;p3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7" name="Google Shape;1677;p3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8" name="Google Shape;1678;p3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9" name="Google Shape;1679;p3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0" name="Google Shape;1680;p39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39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39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39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39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39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39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39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39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39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39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39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39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39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39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39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39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39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39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9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39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39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39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39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39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39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39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39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39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09" name="Google Shape;1709;p39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710" name="Google Shape;1710;p3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1" name="Google Shape;1711;p3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12" name="Google Shape;1712;p39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13" name="Google Shape;1713;p39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714" name="Google Shape;1714;p3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A6CBC2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5" name="Google Shape;1715;p3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16" name="Google Shape;1716;p39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717" name="Google Shape;1717;p3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8" name="Google Shape;1718;p3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19" name="Google Shape;1719;p39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39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39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39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39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39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39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39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27" name="Google Shape;1727;p39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728" name="Google Shape;1728;p3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9" name="Google Shape;1729;p3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0" name="Google Shape;1730;p3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1" name="Google Shape;1731;p3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32" name="Google Shape;1732;p39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39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39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39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39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39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39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39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40" name="Google Shape;1740;p39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741" name="Google Shape;1741;p3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2" name="Google Shape;1742;p3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3" name="Google Shape;1743;p3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4" name="Google Shape;1744;p3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45" name="Google Shape;1745;p39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39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39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39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39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9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9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9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9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9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9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9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9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9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9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9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9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6B6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9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9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9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9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9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9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9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9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9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9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9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9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6B6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9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9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9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9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9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9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9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9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9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9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9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9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9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87" name="Google Shape;1787;p39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788" name="Google Shape;1788;p3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9" name="Google Shape;1789;p3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90" name="Google Shape;1790;p39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9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9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9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9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9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9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9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9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6CBC2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9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9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9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9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9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9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9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9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9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9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6CBC2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9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9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9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39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39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9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6B6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39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39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9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9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9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9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9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9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9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9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39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826" name="Google Shape;1826;p39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39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9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39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39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39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2" name="Google Shape;1832;p39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833" name="Google Shape;1833;p39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39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39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39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39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39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39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39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39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39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39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39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39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39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39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39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39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39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39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39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39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39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39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39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39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9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39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39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39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39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39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39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39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39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39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39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39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39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39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39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39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39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39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39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39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39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39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39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39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39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39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39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39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39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39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39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39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39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39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39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39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39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39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39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39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39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39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39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39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39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39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39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39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39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39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39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39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39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39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39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39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39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39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39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39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39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39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39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39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39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39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39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39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39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9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39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39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9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39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39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9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9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9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9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9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9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9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9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9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39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39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9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39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39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39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39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9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39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39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39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39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39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39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39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39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39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39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39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39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39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39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39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39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39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39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39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39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39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39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39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39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39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39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39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39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39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39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39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39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39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39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39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39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39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39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39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39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39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39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39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39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39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39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39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39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39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39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39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39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39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9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9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9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9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9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9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9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9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9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9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9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9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9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9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9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9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9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9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9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9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9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9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9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9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9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9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9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9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9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9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9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9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9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9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9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9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9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9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9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9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9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9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9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9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9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9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9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9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9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9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9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9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9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9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9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39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39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39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39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39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39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39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39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39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39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39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39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39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39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39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39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39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39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39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39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39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39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39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39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39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39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39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39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39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9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9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9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9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9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9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9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9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9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9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9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9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9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9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9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9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9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9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9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9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9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9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9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9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9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9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9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9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9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9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9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9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9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9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9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9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9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9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9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39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39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39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39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39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39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39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39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39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39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39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39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39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39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39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39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39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39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39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39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39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39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39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39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39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39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39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39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39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39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39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39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39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39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39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39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39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39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9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39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39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39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39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39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39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39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39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39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39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39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39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39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39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39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39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39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39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39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39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39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39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39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39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39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39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39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39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39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39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39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39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39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39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39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39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39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39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39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39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39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39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39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39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39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39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39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39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39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39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9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39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39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9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9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9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9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9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9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9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9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9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39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39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9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39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39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39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39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9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39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39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39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39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39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39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39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39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39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39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39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39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39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39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39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39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39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39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39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39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39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39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39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39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39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39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39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39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39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39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39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39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39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39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39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39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39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39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39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39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39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39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39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39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39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39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39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39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39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39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39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39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39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39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39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39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39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39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39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39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9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9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9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9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9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9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9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9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9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9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9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9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9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9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9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9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9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9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9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9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9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9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9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9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9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9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9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9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9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9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9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9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9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9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9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9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9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9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9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9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9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9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9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9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9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9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9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9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9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9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9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9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9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39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39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39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39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39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39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39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39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39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39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39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39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39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39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39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39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39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39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39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39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39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39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39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39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9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39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39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39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39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39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39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39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39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39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39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39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39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39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39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39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39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39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39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39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39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39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39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39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39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39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39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39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39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39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39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39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39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39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39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39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39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39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39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39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39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39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39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39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39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39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39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39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39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39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39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9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9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9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9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9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9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9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9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9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9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9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9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9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9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9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9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9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9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9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9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9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9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9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9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9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9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9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9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9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9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9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9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9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9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9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9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9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9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9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9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39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39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9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39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39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9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9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9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9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9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9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9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9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9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39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39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9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39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39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39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39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9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39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39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39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39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39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39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39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39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39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39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39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39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39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39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39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39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39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39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39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39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39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39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39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39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9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39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39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39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39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39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39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39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39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39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39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39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39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39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39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39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39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39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39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39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39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39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39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39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39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39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39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39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39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39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39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39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39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39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39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39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39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39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39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39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39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39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39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39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39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39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39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39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39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39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39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9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9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9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9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9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9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9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9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9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9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9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9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9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9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9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9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9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9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9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9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9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9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9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9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9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9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9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9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9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9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9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9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9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9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9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9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9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9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9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9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9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9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9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9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9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9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9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9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9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9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9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9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9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9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9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9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9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9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9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9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9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9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39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39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9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39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39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9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9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9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9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9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9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9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9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9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39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39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9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39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39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39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39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9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39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39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39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39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39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39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39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39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39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39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39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39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39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39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39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39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39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39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39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39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39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39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39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39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39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39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39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39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39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39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39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39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39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39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39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39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39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39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39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39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39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39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39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39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39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39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39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39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39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39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39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39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39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39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39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39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39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39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39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39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39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39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39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39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39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39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39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39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39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39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39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39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39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39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39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39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39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39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39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39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39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39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39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39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39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39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39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39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39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39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39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39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39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39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39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39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39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39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39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39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39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39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39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39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39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39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39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39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39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39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39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39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39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39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39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39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39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39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39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39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39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39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39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39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39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39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39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39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39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39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39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39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39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39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39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39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39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39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39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39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39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39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39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39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39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39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39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39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39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39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39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39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39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39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39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39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39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39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39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39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39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39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39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39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39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39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39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39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39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39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39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39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39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39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39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39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39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39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39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39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39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39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39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39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39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39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39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39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39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39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39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39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39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39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39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39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39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39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39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39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39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39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39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39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39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39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39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39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39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39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39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39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39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39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39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39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39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39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39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39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39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39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39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39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39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39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39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39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39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39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39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39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39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39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39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39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39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39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39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39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39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39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39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39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39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39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39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39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39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39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39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39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39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39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39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39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39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39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39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39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39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39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39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39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39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39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39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39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39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39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39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39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39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39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39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39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39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39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39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39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39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39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39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39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39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39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39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39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39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39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39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39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39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39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39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39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39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39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39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39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39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39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39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39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39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39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39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39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39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39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39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39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39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39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39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39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39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39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39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39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39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39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39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39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39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39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39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39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39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39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39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39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39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39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39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39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39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39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39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39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39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39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39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39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39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39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39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39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39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39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39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39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39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39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39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39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39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39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39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39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39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39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39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39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39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39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39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39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39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39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39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39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39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39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39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39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39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39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39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39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39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39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39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39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39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39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39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39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39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39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39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39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39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39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39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39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39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39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39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39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39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39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39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39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39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39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39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39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39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39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39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39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39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39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39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39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39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39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39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39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39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39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39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39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39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39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39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39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39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39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39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39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39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39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39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39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39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39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39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39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39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39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39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39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39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39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39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39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39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39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39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39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39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39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39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39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39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39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39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39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39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39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39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39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39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39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39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39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39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39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39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39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39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39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39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39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39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39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39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39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39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39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39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39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39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39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39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39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39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39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39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39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39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39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39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39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39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39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39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39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39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39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39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39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39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39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39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39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39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39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39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39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39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39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39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39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39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39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39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39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39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39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39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39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39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39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39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39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39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39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39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39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39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39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39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39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39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39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39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39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39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39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39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39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39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39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39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39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39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39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39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39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39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39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39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39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39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39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39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39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39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39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39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39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39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39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39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39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39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39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39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39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39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39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39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39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39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39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39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39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39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39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39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39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39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39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39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39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39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39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39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39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39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39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39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39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39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39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39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39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39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39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39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39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39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39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39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39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39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39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39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39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39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39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39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39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39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39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39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39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39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39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39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39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39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39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39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39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39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39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39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39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39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39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39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39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39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39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39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39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39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39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39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39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39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39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39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39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39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39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39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39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39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39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39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39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39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39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39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39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39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39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39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39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39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39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39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39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39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39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39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39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39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39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39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39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39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39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39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39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39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39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39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39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39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39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39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39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39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39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39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39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39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39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39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39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39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39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39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39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39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39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39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39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39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39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39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39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39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39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39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39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39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39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39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39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39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39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39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39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39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39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39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39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39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39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39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39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39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39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39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39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39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39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39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39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39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39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39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39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39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39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39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39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39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39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39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39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39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39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39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39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39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39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39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39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39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39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39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39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05" name="Google Shape;3405;p39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3406" name="Google Shape;3406;p39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39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39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39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39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39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39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39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39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39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39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39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39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39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39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39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39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39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39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39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39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39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39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39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39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39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39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39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39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39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39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39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39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39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39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39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39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39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39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39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39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39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39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39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39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39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39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39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39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39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39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57" name="Google Shape;3457;p39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3458" name="Google Shape;3458;p39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39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0" name="Google Shape;3460;p39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3461" name="Google Shape;3461;p39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39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3" name="Google Shape;3463;p39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3464" name="Google Shape;3464;p39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39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6" name="Google Shape;3466;p39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3467" name="Google Shape;3467;p39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39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9" name="Google Shape;3469;p39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3470" name="Google Shape;3470;p39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39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2" name="Google Shape;3472;p39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156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73" name="Google Shape;3473;p39"/>
          <p:cNvGrpSpPr/>
          <p:nvPr/>
        </p:nvGrpSpPr>
        <p:grpSpPr>
          <a:xfrm>
            <a:off x="7369446" y="3651971"/>
            <a:ext cx="193542" cy="275990"/>
            <a:chOff x="8304647" y="3738687"/>
            <a:chExt cx="225075" cy="320956"/>
          </a:xfrm>
        </p:grpSpPr>
        <p:sp>
          <p:nvSpPr>
            <p:cNvPr id="3474" name="Google Shape;3474;p39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39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39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77" name="Google Shape;3477;p39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3478" name="Google Shape;3478;p39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39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39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81" name="Google Shape;3481;p39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82" name="Google Shape;3482;p39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3483" name="Google Shape;3483;p39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84" name="Google Shape;3484;p39"/>
            <p:cNvGrpSpPr/>
            <p:nvPr/>
          </p:nvGrpSpPr>
          <p:grpSpPr>
            <a:xfrm>
              <a:off x="6036094" y="3716980"/>
              <a:ext cx="529860" cy="510469"/>
              <a:chOff x="6036094" y="3716980"/>
              <a:chExt cx="529860" cy="510469"/>
            </a:xfrm>
          </p:grpSpPr>
          <p:sp>
            <p:nvSpPr>
              <p:cNvPr id="3485" name="Google Shape;3485;p39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39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39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39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9" name="Google Shape;3489;p39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0" name="Google Shape;3490;p39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1" name="Google Shape;3491;p39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2" name="Google Shape;3492;p39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3" name="Google Shape;3493;p39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4" name="Google Shape;3494;p39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495" name="Google Shape;3495;p39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3496" name="Google Shape;3496;p39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97" name="Google Shape;3497;p39"/>
            <p:cNvGrpSpPr/>
            <p:nvPr/>
          </p:nvGrpSpPr>
          <p:grpSpPr>
            <a:xfrm>
              <a:off x="6712169" y="3085440"/>
              <a:ext cx="481623" cy="494913"/>
              <a:chOff x="6712169" y="3085440"/>
              <a:chExt cx="481623" cy="494913"/>
            </a:xfrm>
          </p:grpSpPr>
          <p:sp>
            <p:nvSpPr>
              <p:cNvPr id="3498" name="Google Shape;3498;p39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9" name="Google Shape;3499;p39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0" name="Google Shape;3500;p39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1" name="Google Shape;3501;p39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2" name="Google Shape;3502;p39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03" name="Google Shape;3503;p39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39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39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06" name="Google Shape;3506;p39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07" name="Google Shape;3507;p39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3508" name="Google Shape;3508;p39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09" name="Google Shape;3509;p39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3510" name="Google Shape;3510;p39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" name="Google Shape;3511;p39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2" name="Google Shape;3512;p39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3" name="Google Shape;3513;p39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4" name="Google Shape;3514;p39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5" name="Google Shape;3515;p39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6" name="Google Shape;3516;p39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7" name="Google Shape;3517;p39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8" name="Google Shape;3518;p39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9" name="Google Shape;3519;p39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0" name="Google Shape;3520;p39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1" name="Google Shape;3521;p39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2" name="Google Shape;3522;p39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523" name="Google Shape;3523;p39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3524" name="Google Shape;3524;p39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882"/>
                  </a:srgbClr>
                </a:gs>
                <a:gs pos="100000">
                  <a:srgbClr val="FFFFFF">
                    <a:alpha val="65882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39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26" name="Google Shape;3526;p39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5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7" name="Google Shape;3527;p39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28" name="Google Shape;3528;p39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3529" name="Google Shape;3529;p39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0" name="Google Shape;3530;p39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531" name="Google Shape;3531;p39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2" name="Google Shape;3532;p39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39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4" name="Google Shape;3534;p39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5" name="Google Shape;3535;p39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39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7" name="Google Shape;3537;p39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538" name="Google Shape;3538;p39"/>
          <p:cNvGrpSpPr/>
          <p:nvPr/>
        </p:nvGrpSpPr>
        <p:grpSpPr>
          <a:xfrm>
            <a:off x="3597785" y="3065882"/>
            <a:ext cx="2241344" cy="1330655"/>
            <a:chOff x="3597785" y="3065882"/>
            <a:chExt cx="2241344" cy="1330655"/>
          </a:xfrm>
        </p:grpSpPr>
        <p:grpSp>
          <p:nvGrpSpPr>
            <p:cNvPr id="3539" name="Google Shape;3539;p39"/>
            <p:cNvGrpSpPr/>
            <p:nvPr/>
          </p:nvGrpSpPr>
          <p:grpSpPr>
            <a:xfrm>
              <a:off x="5296908" y="3937355"/>
              <a:ext cx="143199" cy="32380"/>
              <a:chOff x="5296908" y="3937355"/>
              <a:chExt cx="143199" cy="32380"/>
            </a:xfrm>
          </p:grpSpPr>
          <p:sp>
            <p:nvSpPr>
              <p:cNvPr id="3540" name="Google Shape;3540;p39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541" name="Google Shape;3541;p39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542" name="Google Shape;3542;p39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3" name="Google Shape;3543;p39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44" name="Google Shape;3544;p39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545" name="Google Shape;3545;p39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6" name="Google Shape;3546;p39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47" name="Google Shape;3547;p39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548" name="Google Shape;3548;p39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549" name="Google Shape;3549;p39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" name="Google Shape;3550;p39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1" name="Google Shape;3551;p39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552" name="Google Shape;3552;p39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" name="Google Shape;3553;p39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4" name="Google Shape;3554;p39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555" name="Google Shape;3555;p39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6" name="Google Shape;3556;p39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7" name="Google Shape;3557;p39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558" name="Google Shape;3558;p39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9" name="Google Shape;3559;p39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60" name="Google Shape;3560;p39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561" name="Google Shape;3561;p39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2" name="Google Shape;3562;p39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63" name="Google Shape;3563;p39"/>
            <p:cNvGrpSpPr/>
            <p:nvPr/>
          </p:nvGrpSpPr>
          <p:grpSpPr>
            <a:xfrm>
              <a:off x="5382826" y="4027197"/>
              <a:ext cx="268967" cy="250421"/>
              <a:chOff x="5382826" y="4027197"/>
              <a:chExt cx="268967" cy="250421"/>
            </a:xfrm>
          </p:grpSpPr>
          <p:grpSp>
            <p:nvGrpSpPr>
              <p:cNvPr id="3564" name="Google Shape;3564;p39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565" name="Google Shape;3565;p39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6" name="Google Shape;3566;p39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7" name="Google Shape;3567;p39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" name="Google Shape;3568;p39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9" name="Google Shape;3569;p39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0" name="Google Shape;3570;p39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71" name="Google Shape;3571;p39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572" name="Google Shape;3572;p39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3" name="Google Shape;3573;p39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74" name="Google Shape;3574;p39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575" name="Google Shape;3575;p39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6" name="Google Shape;3576;p39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77" name="Google Shape;3577;p39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578" name="Google Shape;3578;p39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9" name="Google Shape;3579;p39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80" name="Google Shape;3580;p39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581" name="Google Shape;3581;p39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82" name="Google Shape;3582;p39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83" name="Google Shape;3583;p39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584" name="Google Shape;3584;p39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85" name="Google Shape;3585;p39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86" name="Google Shape;3586;p39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587" name="Google Shape;3587;p39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88" name="Google Shape;3588;p39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89" name="Google Shape;3589;p39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590" name="Google Shape;3590;p39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91" name="Google Shape;3591;p39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92" name="Google Shape;3592;p39"/>
            <p:cNvGrpSpPr/>
            <p:nvPr/>
          </p:nvGrpSpPr>
          <p:grpSpPr>
            <a:xfrm>
              <a:off x="3977681" y="3230323"/>
              <a:ext cx="94584" cy="84084"/>
              <a:chOff x="3977681" y="3230323"/>
              <a:chExt cx="94584" cy="84084"/>
            </a:xfrm>
          </p:grpSpPr>
          <p:grpSp>
            <p:nvGrpSpPr>
              <p:cNvPr id="3593" name="Google Shape;3593;p39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594" name="Google Shape;3594;p39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95" name="Google Shape;3595;p39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96" name="Google Shape;3596;p39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97" name="Google Shape;3597;p39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598" name="Google Shape;3598;p39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99" name="Google Shape;3599;p39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00" name="Google Shape;3600;p39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601" name="Google Shape;3601;p39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02" name="Google Shape;3602;p39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03" name="Google Shape;3603;p39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604" name="Google Shape;3604;p39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05" name="Google Shape;3605;p39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06" name="Google Shape;3606;p39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607" name="Google Shape;3607;p39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08" name="Google Shape;3608;p39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609" name="Google Shape;3609;p39"/>
            <p:cNvGrpSpPr/>
            <p:nvPr/>
          </p:nvGrpSpPr>
          <p:grpSpPr>
            <a:xfrm>
              <a:off x="4084715" y="3258865"/>
              <a:ext cx="184962" cy="137268"/>
              <a:chOff x="4084715" y="3258865"/>
              <a:chExt cx="184962" cy="137268"/>
            </a:xfrm>
          </p:grpSpPr>
          <p:grpSp>
            <p:nvGrpSpPr>
              <p:cNvPr id="3610" name="Google Shape;3610;p39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611" name="Google Shape;3611;p39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2" name="Google Shape;3612;p39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3" name="Google Shape;3613;p39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4" name="Google Shape;3614;p39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5" name="Google Shape;3615;p39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616" name="Google Shape;3616;p39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7" name="Google Shape;3617;p39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" name="Google Shape;3618;p39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619" name="Google Shape;3619;p39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0" name="Google Shape;3620;p39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21" name="Google Shape;3621;p39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622" name="Google Shape;3622;p39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3" name="Google Shape;3623;p39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24" name="Google Shape;3624;p39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625" name="Google Shape;3625;p39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6" name="Google Shape;3626;p39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27" name="Google Shape;3627;p39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628" name="Google Shape;3628;p39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9" name="Google Shape;3629;p39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30" name="Google Shape;3630;p39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631" name="Google Shape;3631;p39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32" name="Google Shape;3632;p39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633" name="Google Shape;3633;p39"/>
            <p:cNvGrpSpPr/>
            <p:nvPr/>
          </p:nvGrpSpPr>
          <p:grpSpPr>
            <a:xfrm>
              <a:off x="4068639" y="3200169"/>
              <a:ext cx="77644" cy="37272"/>
              <a:chOff x="4068639" y="3200169"/>
              <a:chExt cx="77644" cy="37272"/>
            </a:xfrm>
          </p:grpSpPr>
          <p:sp>
            <p:nvSpPr>
              <p:cNvPr id="3634" name="Google Shape;3634;p39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35" name="Google Shape;3635;p39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636" name="Google Shape;3636;p39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37" name="Google Shape;3637;p39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38" name="Google Shape;3638;p39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639" name="Google Shape;3639;p39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40" name="Google Shape;3640;p39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641" name="Google Shape;3641;p39"/>
            <p:cNvGrpSpPr/>
            <p:nvPr/>
          </p:nvGrpSpPr>
          <p:grpSpPr>
            <a:xfrm>
              <a:off x="3869702" y="3066935"/>
              <a:ext cx="382663" cy="190294"/>
              <a:chOff x="3869702" y="3066935"/>
              <a:chExt cx="382663" cy="190294"/>
            </a:xfrm>
          </p:grpSpPr>
          <p:grpSp>
            <p:nvGrpSpPr>
              <p:cNvPr id="3642" name="Google Shape;3642;p39"/>
              <p:cNvGrpSpPr/>
              <p:nvPr/>
            </p:nvGrpSpPr>
            <p:grpSpPr>
              <a:xfrm>
                <a:off x="3888633" y="3082351"/>
                <a:ext cx="351173" cy="160698"/>
                <a:chOff x="3888633" y="3082351"/>
                <a:chExt cx="351173" cy="160698"/>
              </a:xfrm>
            </p:grpSpPr>
            <p:sp>
              <p:nvSpPr>
                <p:cNvPr id="3643" name="Google Shape;3643;p39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44" name="Google Shape;3644;p39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45" name="Google Shape;3645;p39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46" name="Google Shape;3646;p39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47" name="Google Shape;3647;p39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48" name="Google Shape;3648;p39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49" name="Google Shape;3649;p39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650" name="Google Shape;3650;p39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51" name="Google Shape;3651;p39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52" name="Google Shape;3652;p39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653" name="Google Shape;3653;p39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54" name="Google Shape;3654;p39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55" name="Google Shape;3655;p39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656" name="Google Shape;3656;p39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57" name="Google Shape;3657;p39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58" name="Google Shape;3658;p39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659" name="Google Shape;3659;p39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60" name="Google Shape;3660;p39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61" name="Google Shape;3661;p39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662" name="Google Shape;3662;p39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63" name="Google Shape;3663;p39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64" name="Google Shape;3664;p39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665" name="Google Shape;3665;p39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66" name="Google Shape;3666;p39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67" name="Google Shape;3667;p39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668" name="Google Shape;3668;p39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69" name="Google Shape;3669;p39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70" name="Google Shape;3670;p39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671" name="Google Shape;3671;p39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72" name="Google Shape;3672;p39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73" name="Google Shape;3673;p39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674" name="Google Shape;3674;p39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75" name="Google Shape;3675;p39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676" name="Google Shape;3676;p39"/>
            <p:cNvGrpSpPr/>
            <p:nvPr/>
          </p:nvGrpSpPr>
          <p:grpSpPr>
            <a:xfrm>
              <a:off x="4271383" y="3065882"/>
              <a:ext cx="304557" cy="341663"/>
              <a:chOff x="4271383" y="3065882"/>
              <a:chExt cx="304557" cy="341663"/>
            </a:xfrm>
          </p:grpSpPr>
          <p:grpSp>
            <p:nvGrpSpPr>
              <p:cNvPr id="3677" name="Google Shape;3677;p39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678" name="Google Shape;3678;p39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79" name="Google Shape;3679;p39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0" name="Google Shape;3680;p39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1" name="Google Shape;3681;p39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2" name="Google Shape;3682;p39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39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39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39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39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39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39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39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39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39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39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39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39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95" name="Google Shape;3695;p39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696" name="Google Shape;3696;p39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39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98" name="Google Shape;3698;p39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699" name="Google Shape;3699;p39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39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01" name="Google Shape;3701;p39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702" name="Google Shape;3702;p39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39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04" name="Google Shape;3704;p39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705" name="Google Shape;3705;p39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6" name="Google Shape;3706;p39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07" name="Google Shape;3707;p39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708" name="Google Shape;3708;p39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9" name="Google Shape;3709;p39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10" name="Google Shape;3710;p39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711" name="Google Shape;3711;p39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12" name="Google Shape;3712;p39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13" name="Google Shape;3713;p39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714" name="Google Shape;3714;p39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15" name="Google Shape;3715;p39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16" name="Google Shape;3716;p39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717" name="Google Shape;3717;p39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18" name="Google Shape;3718;p39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19" name="Google Shape;3719;p39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720" name="Google Shape;3720;p39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1" name="Google Shape;3721;p39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22" name="Google Shape;3722;p39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723" name="Google Shape;3723;p39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4" name="Google Shape;3724;p39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25" name="Google Shape;3725;p39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726" name="Google Shape;3726;p39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7" name="Google Shape;3727;p39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28" name="Google Shape;3728;p39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729" name="Google Shape;3729;p39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0" name="Google Shape;3730;p39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31" name="Google Shape;3731;p39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732" name="Google Shape;3732;p39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3" name="Google Shape;3733;p39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734" name="Google Shape;3734;p39"/>
            <p:cNvGrpSpPr/>
            <p:nvPr/>
          </p:nvGrpSpPr>
          <p:grpSpPr>
            <a:xfrm>
              <a:off x="4558998" y="3188237"/>
              <a:ext cx="1280131" cy="1052747"/>
              <a:chOff x="4558998" y="3188237"/>
              <a:chExt cx="1280131" cy="1052747"/>
            </a:xfrm>
          </p:grpSpPr>
          <p:sp>
            <p:nvSpPr>
              <p:cNvPr id="3735" name="Google Shape;3735;p39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736" name="Google Shape;3736;p39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737" name="Google Shape;3737;p39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8" name="Google Shape;3738;p39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3739" name="Google Shape;3739;p39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740" name="Google Shape;3740;p39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95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41" name="Google Shape;3741;p39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95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3742" name="Google Shape;3742;p39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743" name="Google Shape;3743;p39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95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4" name="Google Shape;3744;p39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95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" name="Google Shape;3745;p39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95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6" name="Google Shape;3746;p39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95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7" name="Google Shape;3747;p39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95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" name="Google Shape;3748;p39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95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9" name="Google Shape;3749;p39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95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" name="Google Shape;3750;p39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95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grpSp>
                  <p:nvGrpSpPr>
                    <p:cNvPr id="3751" name="Google Shape;3751;p39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752" name="Google Shape;3752;p39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53" name="Google Shape;3753;p39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54" name="Google Shape;3754;p39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55" name="Google Shape;3755;p39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56" name="Google Shape;3756;p39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57" name="Google Shape;3757;p39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58" name="Google Shape;3758;p39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59" name="Google Shape;3759;p39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60" name="Google Shape;3760;p39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61" name="Google Shape;3761;p39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62" name="Google Shape;3762;p39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63" name="Google Shape;3763;p39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64" name="Google Shape;3764;p39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3765" name="Google Shape;3765;p39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95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grpSp>
                    <p:nvGrpSpPr>
                      <p:cNvPr id="3766" name="Google Shape;3766;p39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767" name="Google Shape;3767;p39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68" name="Google Shape;3768;p39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69" name="Google Shape;3769;p39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0" name="Google Shape;3770;p39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1" name="Google Shape;3771;p39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2" name="Google Shape;3772;p39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3" name="Google Shape;3773;p39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4" name="Google Shape;3774;p39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5" name="Google Shape;3775;p39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6" name="Google Shape;3776;p39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7" name="Google Shape;3777;p39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8" name="Google Shape;3778;p39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79" name="Google Shape;3779;p39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0" name="Google Shape;3780;p39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1" name="Google Shape;3781;p39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2" name="Google Shape;3782;p39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3" name="Google Shape;3783;p39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4" name="Google Shape;3784;p39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5" name="Google Shape;3785;p39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6" name="Google Shape;3786;p39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7" name="Google Shape;3787;p39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8" name="Google Shape;3788;p39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89" name="Google Shape;3789;p39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3790" name="Google Shape;3790;p39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grpSp>
                      <p:nvGrpSpPr>
                        <p:cNvPr id="3791" name="Google Shape;3791;p39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792" name="Google Shape;3792;p39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95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marR="0" rtl="0" algn="l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>
                                <a:srgbClr val="000000"/>
                              </a:buClr>
                              <a:buSzPts val="1400"/>
                              <a:buFont typeface="Arial"/>
                              <a:buNone/>
                            </a:pPr>
                            <a:r>
                              <a:t/>
                            </a:r>
                            <a:endParaRPr b="0" i="0" sz="1400" u="none" cap="none" strike="noStrike">
                              <a:solidFill>
                                <a:srgbClr val="000000"/>
                              </a:solidFill>
                              <a:latin typeface="Arial"/>
                              <a:ea typeface="Arial"/>
                              <a:cs typeface="Arial"/>
                              <a:sym typeface="Arial"/>
                            </a:endParaRPr>
                          </a:p>
                        </p:txBody>
                      </p:sp>
                      <p:grpSp>
                        <p:nvGrpSpPr>
                          <p:cNvPr id="3793" name="Google Shape;3793;p39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794" name="Google Shape;3794;p39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  <p:sp>
                          <p:nvSpPr>
                            <p:cNvPr id="3795" name="Google Shape;3795;p39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  <p:sp>
                          <p:nvSpPr>
                            <p:cNvPr id="3796" name="Google Shape;3796;p39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  <p:sp>
                          <p:nvSpPr>
                            <p:cNvPr id="3797" name="Google Shape;3797;p39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  <p:sp>
                          <p:nvSpPr>
                            <p:cNvPr id="3798" name="Google Shape;3798;p39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  <p:sp>
                          <p:nvSpPr>
                            <p:cNvPr id="3799" name="Google Shape;3799;p39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  <p:sp>
                          <p:nvSpPr>
                            <p:cNvPr id="3800" name="Google Shape;3800;p39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  <p:grpSp>
                          <p:nvGrpSpPr>
                            <p:cNvPr id="3801" name="Google Shape;3801;p39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802" name="Google Shape;3802;p39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03" name="Google Shape;3803;p39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04" name="Google Shape;3804;p39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05" name="Google Shape;3805;p39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06" name="Google Shape;3806;p39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07" name="Google Shape;3807;p3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08" name="Google Shape;3808;p39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09" name="Google Shape;3809;p39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10" name="Google Shape;3810;p3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11" name="Google Shape;3811;p39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12" name="Google Shape;3812;p39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13" name="Google Shape;3813;p39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sp>
                            <p:nvSpPr>
                              <p:cNvPr id="3814" name="Google Shape;3814;p39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95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marR="0" rtl="0" algn="l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>
                                    <a:srgbClr val="000000"/>
                                  </a:buClr>
                                  <a:buSzPts val="1400"/>
                                  <a:buFont typeface="Arial"/>
                                  <a:buNone/>
                                </a:pPr>
                                <a:r>
                                  <a:t/>
                                </a:r>
                                <a:endParaRPr b="0" i="0" sz="1400" u="none" cap="none" strike="noStrike">
                                  <a:solidFill>
                                    <a:srgbClr val="000000"/>
                                  </a:solidFill>
                                  <a:latin typeface="Arial"/>
                                  <a:ea typeface="Arial"/>
                                  <a:cs typeface="Arial"/>
                                  <a:sym typeface="Arial"/>
                                </a:endParaRPr>
                              </a:p>
                            </p:txBody>
                          </p:sp>
                          <p:grpSp>
                            <p:nvGrpSpPr>
                              <p:cNvPr id="3815" name="Google Shape;3815;p39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816" name="Google Shape;3816;p39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95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marR="0" rtl="0" algn="l">
                                    <a:lnSpc>
                                      <a:spcPct val="100000"/>
                                    </a:lnSpc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Clr>
                                      <a:srgbClr val="000000"/>
                                    </a:buClr>
                                    <a:buSzPts val="1400"/>
                                    <a:buFont typeface="Arial"/>
                                    <a:buNone/>
                                  </a:pPr>
                                  <a:r>
                                    <a:t/>
                                  </a:r>
                                  <a:endParaRPr b="0" i="0" sz="1400" u="none" cap="none" strike="noStrike">
                                    <a:solidFill>
                                      <a:srgbClr val="000000"/>
                                    </a:solidFill>
                                    <a:latin typeface="Arial"/>
                                    <a:ea typeface="Arial"/>
                                    <a:cs typeface="Arial"/>
                                    <a:sym typeface="Arial"/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3817" name="Google Shape;3817;p39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95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marR="0" rtl="0" algn="l">
                                    <a:lnSpc>
                                      <a:spcPct val="100000"/>
                                    </a:lnSpc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Clr>
                                      <a:srgbClr val="000000"/>
                                    </a:buClr>
                                    <a:buSzPts val="1400"/>
                                    <a:buFont typeface="Arial"/>
                                    <a:buNone/>
                                  </a:pPr>
                                  <a:r>
                                    <a:t/>
                                  </a:r>
                                  <a:endParaRPr b="0" i="0" sz="1400" u="none" cap="none" strike="noStrike">
                                    <a:solidFill>
                                      <a:srgbClr val="000000"/>
                                    </a:solidFill>
                                    <a:latin typeface="Arial"/>
                                    <a:ea typeface="Arial"/>
                                    <a:cs typeface="Arial"/>
                                    <a:sym typeface="Arial"/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3818" name="Google Shape;3818;p39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95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marR="0" rtl="0" algn="l">
                                    <a:lnSpc>
                                      <a:spcPct val="100000"/>
                                    </a:lnSpc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Clr>
                                      <a:srgbClr val="000000"/>
                                    </a:buClr>
                                    <a:buSzPts val="1400"/>
                                    <a:buFont typeface="Arial"/>
                                    <a:buNone/>
                                  </a:pPr>
                                  <a:r>
                                    <a:t/>
                                  </a:r>
                                  <a:endParaRPr b="0" i="0" sz="1400" u="none" cap="none" strike="noStrike">
                                    <a:solidFill>
                                      <a:srgbClr val="000000"/>
                                    </a:solidFill>
                                    <a:latin typeface="Arial"/>
                                    <a:ea typeface="Arial"/>
                                    <a:cs typeface="Arial"/>
                                    <a:sym typeface="Arial"/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3819" name="Google Shape;3819;p39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95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marR="0" rtl="0" algn="l">
                                    <a:lnSpc>
                                      <a:spcPct val="100000"/>
                                    </a:lnSpc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Clr>
                                      <a:srgbClr val="000000"/>
                                    </a:buClr>
                                    <a:buSzPts val="1400"/>
                                    <a:buFont typeface="Arial"/>
                                    <a:buNone/>
                                  </a:pPr>
                                  <a:r>
                                    <a:t/>
                                  </a:r>
                                  <a:endParaRPr b="0" i="0" sz="1400" u="none" cap="none" strike="noStrike">
                                    <a:solidFill>
                                      <a:srgbClr val="000000"/>
                                    </a:solidFill>
                                    <a:latin typeface="Arial"/>
                                    <a:ea typeface="Arial"/>
                                    <a:cs typeface="Arial"/>
                                    <a:sym typeface="Arial"/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3820" name="Google Shape;3820;p39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95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marR="0" rtl="0" algn="l">
                                    <a:lnSpc>
                                      <a:spcPct val="100000"/>
                                    </a:lnSpc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Clr>
                                      <a:srgbClr val="000000"/>
                                    </a:buClr>
                                    <a:buSzPts val="1400"/>
                                    <a:buFont typeface="Arial"/>
                                    <a:buNone/>
                                  </a:pPr>
                                  <a:r>
                                    <a:t/>
                                  </a:r>
                                  <a:endParaRPr b="0" i="0" sz="1400" u="none" cap="none" strike="noStrike">
                                    <a:solidFill>
                                      <a:srgbClr val="000000"/>
                                    </a:solidFill>
                                    <a:latin typeface="Arial"/>
                                    <a:ea typeface="Arial"/>
                                    <a:cs typeface="Arial"/>
                                    <a:sym typeface="Arial"/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3821" name="Google Shape;3821;p39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95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marR="0" rtl="0" algn="l">
                                    <a:lnSpc>
                                      <a:spcPct val="100000"/>
                                    </a:lnSpc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Clr>
                                      <a:srgbClr val="000000"/>
                                    </a:buClr>
                                    <a:buSzPts val="1400"/>
                                    <a:buFont typeface="Arial"/>
                                    <a:buNone/>
                                  </a:pPr>
                                  <a:r>
                                    <a:t/>
                                  </a:r>
                                  <a:endParaRPr b="0" i="0" sz="1400" u="none" cap="none" strike="noStrike">
                                    <a:solidFill>
                                      <a:srgbClr val="000000"/>
                                    </a:solidFill>
                                    <a:latin typeface="Arial"/>
                                    <a:ea typeface="Arial"/>
                                    <a:cs typeface="Arial"/>
                                    <a:sym typeface="Arial"/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3822" name="Google Shape;3822;p39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95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marR="0" rtl="0" algn="l">
                                    <a:lnSpc>
                                      <a:spcPct val="100000"/>
                                    </a:lnSpc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Clr>
                                      <a:srgbClr val="000000"/>
                                    </a:buClr>
                                    <a:buSzPts val="1400"/>
                                    <a:buFont typeface="Arial"/>
                                    <a:buNone/>
                                  </a:pPr>
                                  <a:r>
                                    <a:t/>
                                  </a:r>
                                  <a:endParaRPr b="0" i="0" sz="1400" u="none" cap="none" strike="noStrike">
                                    <a:solidFill>
                                      <a:srgbClr val="000000"/>
                                    </a:solidFill>
                                    <a:latin typeface="Arial"/>
                                    <a:ea typeface="Arial"/>
                                    <a:cs typeface="Arial"/>
                                    <a:sym typeface="Arial"/>
                                  </a:endParaRPr>
                                </a:p>
                              </p:txBody>
                            </p:sp>
                            <p:grpSp>
                              <p:nvGrpSpPr>
                                <p:cNvPr id="3823" name="Google Shape;3823;p39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824" name="Google Shape;3824;p39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95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marR="0" rtl="0" algn="l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>
                                        <a:srgbClr val="000000"/>
                                      </a:buClr>
                                      <a:buSzPts val="1400"/>
                                      <a:buFont typeface="Arial"/>
                                      <a:buNone/>
                                    </a:pPr>
                                    <a:r>
                                      <a:t/>
                                    </a:r>
                                    <a:endParaRPr b="0" i="0" sz="1400" u="none" cap="none" strike="noStrike">
                                      <a:solidFill>
                                        <a:srgbClr val="000000"/>
                                      </a:solidFill>
                                      <a:latin typeface="Arial"/>
                                      <a:ea typeface="Arial"/>
                                      <a:cs typeface="Arial"/>
                                      <a:sym typeface="Arial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825" name="Google Shape;3825;p39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95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marR="0" rtl="0" algn="l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>
                                        <a:srgbClr val="000000"/>
                                      </a:buClr>
                                      <a:buSzPts val="1400"/>
                                      <a:buFont typeface="Arial"/>
                                      <a:buNone/>
                                    </a:pPr>
                                    <a:r>
                                      <a:t/>
                                    </a:r>
                                    <a:endParaRPr b="0" i="0" sz="1400" u="none" cap="none" strike="noStrike">
                                      <a:solidFill>
                                        <a:srgbClr val="000000"/>
                                      </a:solidFill>
                                      <a:latin typeface="Arial"/>
                                      <a:ea typeface="Arial"/>
                                      <a:cs typeface="Arial"/>
                                      <a:sym typeface="Arial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826" name="Google Shape;3826;p39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95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marR="0" rtl="0" algn="l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>
                                        <a:srgbClr val="000000"/>
                                      </a:buClr>
                                      <a:buSzPts val="1400"/>
                                      <a:buFont typeface="Arial"/>
                                      <a:buNone/>
                                    </a:pPr>
                                    <a:r>
                                      <a:t/>
                                    </a:r>
                                    <a:endParaRPr b="0" i="0" sz="1400" u="none" cap="none" strike="noStrike">
                                      <a:solidFill>
                                        <a:srgbClr val="000000"/>
                                      </a:solidFill>
                                      <a:latin typeface="Arial"/>
                                      <a:ea typeface="Arial"/>
                                      <a:cs typeface="Arial"/>
                                      <a:sym typeface="Arial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827" name="Google Shape;3827;p39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95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marR="0" rtl="0" algn="l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>
                                        <a:srgbClr val="000000"/>
                                      </a:buClr>
                                      <a:buSzPts val="1400"/>
                                      <a:buFont typeface="Arial"/>
                                      <a:buNone/>
                                    </a:pPr>
                                    <a:r>
                                      <a:t/>
                                    </a:r>
                                    <a:endParaRPr b="0" i="0" sz="1400" u="none" cap="none" strike="noStrike">
                                      <a:solidFill>
                                        <a:srgbClr val="000000"/>
                                      </a:solidFill>
                                      <a:latin typeface="Arial"/>
                                      <a:ea typeface="Arial"/>
                                      <a:cs typeface="Arial"/>
                                      <a:sym typeface="Arial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828" name="Google Shape;3828;p39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95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marR="0" rtl="0" algn="l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>
                                        <a:srgbClr val="000000"/>
                                      </a:buClr>
                                      <a:buSzPts val="1400"/>
                                      <a:buFont typeface="Arial"/>
                                      <a:buNone/>
                                    </a:pPr>
                                    <a:r>
                                      <a:t/>
                                    </a:r>
                                    <a:endParaRPr b="0" i="0" sz="1400" u="none" cap="none" strike="noStrike">
                                      <a:solidFill>
                                        <a:srgbClr val="000000"/>
                                      </a:solidFill>
                                      <a:latin typeface="Arial"/>
                                      <a:ea typeface="Arial"/>
                                      <a:cs typeface="Arial"/>
                                      <a:sym typeface="Arial"/>
                                    </a:endParaRPr>
                                  </a:p>
                                </p:txBody>
                              </p:sp>
                              <p:grpSp>
                                <p:nvGrpSpPr>
                                  <p:cNvPr id="3829" name="Google Shape;3829;p39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830" name="Google Shape;3830;p3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95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marR="0" rtl="0" algn="l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>
                                          <a:srgbClr val="000000"/>
                                        </a:buClr>
                                        <a:buSzPts val="1400"/>
                                        <a:buFont typeface="Arial"/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 b="0" i="0" sz="1400" u="none" cap="none" strike="noStrike">
                                        <a:solidFill>
                                          <a:srgbClr val="000000"/>
                                        </a:solidFill>
                                        <a:latin typeface="Arial"/>
                                        <a:ea typeface="Arial"/>
                                        <a:cs typeface="Arial"/>
                                        <a:sym typeface="Arial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3831" name="Google Shape;3831;p3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95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marR="0" rtl="0" algn="l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>
                                          <a:srgbClr val="000000"/>
                                        </a:buClr>
                                        <a:buSzPts val="1400"/>
                                        <a:buFont typeface="Arial"/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 b="0" i="0" sz="1400" u="none" cap="none" strike="noStrike">
                                        <a:solidFill>
                                          <a:srgbClr val="000000"/>
                                        </a:solidFill>
                                        <a:latin typeface="Arial"/>
                                        <a:ea typeface="Arial"/>
                                        <a:cs typeface="Arial"/>
                                        <a:sym typeface="Arial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3832" name="Google Shape;3832;p3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95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marR="0" rtl="0" algn="l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>
                                          <a:srgbClr val="000000"/>
                                        </a:buClr>
                                        <a:buSzPts val="1400"/>
                                        <a:buFont typeface="Arial"/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 b="0" i="0" sz="1400" u="none" cap="none" strike="noStrike">
                                        <a:solidFill>
                                          <a:srgbClr val="000000"/>
                                        </a:solidFill>
                                        <a:latin typeface="Arial"/>
                                        <a:ea typeface="Arial"/>
                                        <a:cs typeface="Arial"/>
                                        <a:sym typeface="Arial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3833" name="Google Shape;3833;p3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95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marR="0" rtl="0" algn="l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>
                                          <a:srgbClr val="000000"/>
                                        </a:buClr>
                                        <a:buSzPts val="1400"/>
                                        <a:buFont typeface="Arial"/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 b="0" i="0" sz="1400" u="none" cap="none" strike="noStrike">
                                        <a:solidFill>
                                          <a:srgbClr val="000000"/>
                                        </a:solidFill>
                                        <a:latin typeface="Arial"/>
                                        <a:ea typeface="Arial"/>
                                        <a:cs typeface="Arial"/>
                                        <a:sym typeface="Arial"/>
                                      </a:endParaRP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834" name="Google Shape;3834;p39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  <p:sp>
                          <p:nvSpPr>
                            <p:cNvPr id="3835" name="Google Shape;3835;p39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  <p:sp>
                          <p:nvSpPr>
                            <p:cNvPr id="3836" name="Google Shape;3836;p39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95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marR="0" rtl="0" algn="l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rgbClr val="000000"/>
                                </a:buClr>
                                <a:buSzPts val="1400"/>
                                <a:buFont typeface="Arial"/>
                                <a:buNone/>
                              </a:pPr>
                              <a:r>
                                <a:t/>
                              </a:r>
                              <a:endParaRPr b="0" i="0" sz="1400" u="none" cap="none" strike="noStrike">
                                <a:solidFill>
                                  <a:srgbClr val="000000"/>
                                </a:solidFill>
                                <a:latin typeface="Arial"/>
                                <a:ea typeface="Arial"/>
                                <a:cs typeface="Arial"/>
                                <a:sym typeface="Arial"/>
                              </a:endParaRPr>
                            </a:p>
                          </p:txBody>
                        </p:sp>
                      </p:grpSp>
                    </p:grpSp>
                    <p:sp>
                      <p:nvSpPr>
                        <p:cNvPr id="3837" name="Google Shape;3837;p39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95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838" name="Google Shape;3838;p39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839" name="Google Shape;3839;p39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0" name="Google Shape;3840;p39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41" name="Google Shape;3841;p39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842" name="Google Shape;3842;p39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3" name="Google Shape;3843;p39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44" name="Google Shape;3844;p39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845" name="Google Shape;3845;p39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6" name="Google Shape;3846;p39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47" name="Google Shape;3847;p39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848" name="Google Shape;3848;p39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9" name="Google Shape;3849;p39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50" name="Google Shape;3850;p39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851" name="Google Shape;3851;p39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2" name="Google Shape;3852;p39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53" name="Google Shape;3853;p39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854" name="Google Shape;3854;p39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5" name="Google Shape;3855;p39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56" name="Google Shape;3856;p39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857" name="Google Shape;3857;p39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8" name="Google Shape;3858;p39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59" name="Google Shape;3859;p39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860" name="Google Shape;3860;p39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61" name="Google Shape;3861;p39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62" name="Google Shape;3862;p39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863" name="Google Shape;3863;p39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64" name="Google Shape;3864;p39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65" name="Google Shape;3865;p39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866" name="Google Shape;3866;p39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67" name="Google Shape;3867;p39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68" name="Google Shape;3868;p39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869" name="Google Shape;3869;p39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0" name="Google Shape;3870;p39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71" name="Google Shape;3871;p39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872" name="Google Shape;3872;p39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3" name="Google Shape;3873;p39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74" name="Google Shape;3874;p39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875" name="Google Shape;3875;p39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6" name="Google Shape;3876;p39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77" name="Google Shape;3877;p39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878" name="Google Shape;3878;p39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9" name="Google Shape;3879;p39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80" name="Google Shape;3880;p39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881" name="Google Shape;3881;p39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82" name="Google Shape;3882;p39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83" name="Google Shape;3883;p39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884" name="Google Shape;3884;p39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85" name="Google Shape;3885;p39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86" name="Google Shape;3886;p39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887" name="Google Shape;3887;p39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88" name="Google Shape;3888;p39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89" name="Google Shape;3889;p39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890" name="Google Shape;3890;p39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91" name="Google Shape;3891;p39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92" name="Google Shape;3892;p39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893" name="Google Shape;3893;p39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94" name="Google Shape;3894;p39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95" name="Google Shape;3895;p39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896" name="Google Shape;3896;p39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97" name="Google Shape;3897;p39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98" name="Google Shape;3898;p39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899" name="Google Shape;3899;p39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0" name="Google Shape;3900;p39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01" name="Google Shape;3901;p39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902" name="Google Shape;3902;p39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3" name="Google Shape;3903;p39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04" name="Google Shape;3904;p39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905" name="Google Shape;3905;p39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6" name="Google Shape;3906;p39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07" name="Google Shape;3907;p39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908" name="Google Shape;3908;p39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9" name="Google Shape;3909;p39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10" name="Google Shape;3910;p39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911" name="Google Shape;3911;p39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2" name="Google Shape;3912;p39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13" name="Google Shape;3913;p39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914" name="Google Shape;3914;p39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5" name="Google Shape;3915;p39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16" name="Google Shape;3916;p39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917" name="Google Shape;3917;p39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8" name="Google Shape;3918;p39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19" name="Google Shape;3919;p39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920" name="Google Shape;3920;p39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21" name="Google Shape;3921;p39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22" name="Google Shape;3922;p39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923" name="Google Shape;3923;p39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24" name="Google Shape;3924;p39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25" name="Google Shape;3925;p39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926" name="Google Shape;3926;p39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27" name="Google Shape;3927;p39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28" name="Google Shape;3928;p39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929" name="Google Shape;3929;p39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30" name="Google Shape;3930;p39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31" name="Google Shape;3931;p39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932" name="Google Shape;3932;p39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33" name="Google Shape;3933;p39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34" name="Google Shape;3934;p39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935" name="Google Shape;3935;p39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36" name="Google Shape;3936;p39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37" name="Google Shape;3937;p39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938" name="Google Shape;3938;p39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39" name="Google Shape;3939;p39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40" name="Google Shape;3940;p39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941" name="Google Shape;3941;p39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2" name="Google Shape;3942;p39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43" name="Google Shape;3943;p39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944" name="Google Shape;3944;p39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5" name="Google Shape;3945;p39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46" name="Google Shape;3946;p39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947" name="Google Shape;3947;p39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8" name="Google Shape;3948;p39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49" name="Google Shape;3949;p39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950" name="Google Shape;3950;p39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" name="Google Shape;3951;p39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52" name="Google Shape;3952;p39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953" name="Google Shape;3953;p39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4" name="Google Shape;3954;p39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55" name="Google Shape;3955;p39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956" name="Google Shape;3956;p39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7" name="Google Shape;3957;p39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58" name="Google Shape;3958;p39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959" name="Google Shape;3959;p39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60" name="Google Shape;3960;p39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61" name="Google Shape;3961;p39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962" name="Google Shape;3962;p39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63" name="Google Shape;3963;p39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64" name="Google Shape;3964;p39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965" name="Google Shape;3965;p39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66" name="Google Shape;3966;p39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67" name="Google Shape;3967;p39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968" name="Google Shape;3968;p39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69" name="Google Shape;3969;p39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70" name="Google Shape;3970;p39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971" name="Google Shape;3971;p39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72" name="Google Shape;3972;p39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73" name="Google Shape;3973;p39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974" name="Google Shape;3974;p39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75" name="Google Shape;3975;p39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76" name="Google Shape;3976;p39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977" name="Google Shape;3977;p39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78" name="Google Shape;3978;p39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79" name="Google Shape;3979;p39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980" name="Google Shape;3980;p39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81" name="Google Shape;3981;p39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82" name="Google Shape;3982;p39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983" name="Google Shape;3983;p39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84" name="Google Shape;3984;p39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85" name="Google Shape;3985;p39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986" name="Google Shape;3986;p39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87" name="Google Shape;3987;p39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88" name="Google Shape;3988;p39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989" name="Google Shape;3989;p39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90" name="Google Shape;3990;p39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91" name="Google Shape;3991;p39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992" name="Google Shape;3992;p39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93" name="Google Shape;3993;p39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94" name="Google Shape;3994;p39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995" name="Google Shape;3995;p39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96" name="Google Shape;3996;p39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97" name="Google Shape;3997;p39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998" name="Google Shape;3998;p39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99" name="Google Shape;3999;p39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00" name="Google Shape;4000;p39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4001" name="Google Shape;4001;p39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02" name="Google Shape;4002;p39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03" name="Google Shape;4003;p39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4004" name="Google Shape;4004;p39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05" name="Google Shape;4005;p39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06" name="Google Shape;4006;p39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4007" name="Google Shape;4007;p39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08" name="Google Shape;4008;p39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09" name="Google Shape;4009;p39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4010" name="Google Shape;4010;p39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11" name="Google Shape;4011;p39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12" name="Google Shape;4012;p39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4013" name="Google Shape;4013;p39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14" name="Google Shape;4014;p39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15" name="Google Shape;4015;p39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4016" name="Google Shape;4016;p39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17" name="Google Shape;4017;p39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18" name="Google Shape;4018;p39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4019" name="Google Shape;4019;p39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0" name="Google Shape;4020;p39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21" name="Google Shape;4021;p39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4022" name="Google Shape;4022;p39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3" name="Google Shape;4023;p39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24" name="Google Shape;4024;p39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5" name="Google Shape;4025;p39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026" name="Google Shape;4026;p39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4027" name="Google Shape;4027;p39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8" name="Google Shape;4028;p39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29" name="Google Shape;4029;p39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4030" name="Google Shape;4030;p39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31" name="Google Shape;4031;p39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32" name="Google Shape;4032;p39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33" name="Google Shape;4033;p39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034" name="Google Shape;4034;p39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4035" name="Google Shape;4035;p39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36" name="Google Shape;4036;p39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37" name="Google Shape;4037;p39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4038" name="Google Shape;4038;p39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39" name="Google Shape;4039;p39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40" name="Google Shape;4040;p39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4041" name="Google Shape;4041;p39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42" name="Google Shape;4042;p39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43" name="Google Shape;4043;p39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4044" name="Google Shape;4044;p39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45" name="Google Shape;4045;p39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46" name="Google Shape;4046;p39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4047" name="Google Shape;4047;p39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48" name="Google Shape;4048;p39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49" name="Google Shape;4049;p39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4050" name="Google Shape;4050;p39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1" name="Google Shape;4051;p39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52" name="Google Shape;4052;p39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4053" name="Google Shape;4053;p39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4" name="Google Shape;4054;p39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55" name="Google Shape;4055;p39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4056" name="Google Shape;4056;p39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7" name="Google Shape;4057;p39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58" name="Google Shape;4058;p39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4059" name="Google Shape;4059;p39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0" name="Google Shape;4060;p39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61" name="Google Shape;4061;p39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4062" name="Google Shape;4062;p39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3" name="Google Shape;4063;p39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64" name="Google Shape;4064;p39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4065" name="Google Shape;4065;p39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6" name="Google Shape;4066;p39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67" name="Google Shape;4067;p39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4068" name="Google Shape;4068;p39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9" name="Google Shape;4069;p39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70" name="Google Shape;4070;p39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71" name="Google Shape;4071;p39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072" name="Google Shape;4072;p39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4073" name="Google Shape;4073;p39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4" name="Google Shape;4074;p39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75" name="Google Shape;4075;p39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4076" name="Google Shape;4076;p39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7" name="Google Shape;4077;p39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78" name="Google Shape;4078;p39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4079" name="Google Shape;4079;p39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0" name="Google Shape;4080;p39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81" name="Google Shape;4081;p39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4082" name="Google Shape;4082;p39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3" name="Google Shape;4083;p39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84" name="Google Shape;4084;p39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4085" name="Google Shape;4085;p39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6" name="Google Shape;4086;p39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87" name="Google Shape;4087;p39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4088" name="Google Shape;4088;p39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9" name="Google Shape;4089;p39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90" name="Google Shape;4090;p39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4091" name="Google Shape;4091;p39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2" name="Google Shape;4092;p39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93" name="Google Shape;4093;p39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4094" name="Google Shape;4094;p39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5" name="Google Shape;4095;p39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96" name="Google Shape;4096;p39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4097" name="Google Shape;4097;p39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8" name="Google Shape;4098;p39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99" name="Google Shape;4099;p39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4100" name="Google Shape;4100;p39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1" name="Google Shape;4101;p39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02" name="Google Shape;4102;p39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4103" name="Google Shape;4103;p39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4" name="Google Shape;4104;p39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05" name="Google Shape;4105;p39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4106" name="Google Shape;4106;p39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7" name="Google Shape;4107;p39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08" name="Google Shape;4108;p39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4109" name="Google Shape;4109;p39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0" name="Google Shape;4110;p39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11" name="Google Shape;4111;p39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4112" name="Google Shape;4112;p39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3" name="Google Shape;4113;p39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14" name="Google Shape;4114;p39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4115" name="Google Shape;4115;p39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6" name="Google Shape;4116;p39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17" name="Google Shape;4117;p39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4118" name="Google Shape;4118;p39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9" name="Google Shape;4119;p39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20" name="Google Shape;4120;p39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4121" name="Google Shape;4121;p39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2" name="Google Shape;4122;p39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23" name="Google Shape;4123;p39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4124" name="Google Shape;4124;p39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5" name="Google Shape;4125;p39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26" name="Google Shape;4126;p39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4127" name="Google Shape;4127;p39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8" name="Google Shape;4128;p39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29" name="Google Shape;4129;p39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4130" name="Google Shape;4130;p39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1" name="Google Shape;4131;p39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32" name="Google Shape;4132;p39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4133" name="Google Shape;4133;p39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4" name="Google Shape;4134;p39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35" name="Google Shape;4135;p39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4136" name="Google Shape;4136;p39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7" name="Google Shape;4137;p39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38" name="Google Shape;4138;p39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4139" name="Google Shape;4139;p39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0" name="Google Shape;4140;p39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41" name="Google Shape;4141;p39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4142" name="Google Shape;4142;p39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3" name="Google Shape;4143;p39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144" name="Google Shape;4144;p39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5" name="Google Shape;4145;p39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146" name="Google Shape;4146;p39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4147" name="Google Shape;4147;p39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8" name="Google Shape;4148;p39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49" name="Google Shape;4149;p39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4150" name="Google Shape;4150;p39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1" name="Google Shape;4151;p39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52" name="Google Shape;4152;p39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4153" name="Google Shape;4153;p39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4" name="Google Shape;4154;p39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155" name="Google Shape;4155;p39"/>
            <p:cNvGrpSpPr/>
            <p:nvPr/>
          </p:nvGrpSpPr>
          <p:grpSpPr>
            <a:xfrm>
              <a:off x="3597785" y="3274438"/>
              <a:ext cx="855610" cy="1122099"/>
              <a:chOff x="3597785" y="3274438"/>
              <a:chExt cx="855610" cy="1122099"/>
            </a:xfrm>
          </p:grpSpPr>
          <p:grpSp>
            <p:nvGrpSpPr>
              <p:cNvPr id="4156" name="Google Shape;4156;p39"/>
              <p:cNvGrpSpPr/>
              <p:nvPr/>
            </p:nvGrpSpPr>
            <p:grpSpPr>
              <a:xfrm>
                <a:off x="3617857" y="3284717"/>
                <a:ext cx="826784" cy="1099165"/>
                <a:chOff x="3617857" y="3284717"/>
                <a:chExt cx="826784" cy="1099165"/>
              </a:xfrm>
            </p:grpSpPr>
            <p:sp>
              <p:nvSpPr>
                <p:cNvPr id="4157" name="Google Shape;4157;p39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8" name="Google Shape;4158;p39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9" name="Google Shape;4159;p39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0" name="Google Shape;4160;p39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1" name="Google Shape;4161;p39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2" name="Google Shape;4162;p39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3" name="Google Shape;4163;p39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4" name="Google Shape;4164;p39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5" name="Google Shape;4165;p39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6" name="Google Shape;4166;p39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7" name="Google Shape;4167;p39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8" name="Google Shape;4168;p39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9" name="Google Shape;4169;p39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0" name="Google Shape;4170;p39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1" name="Google Shape;4171;p39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2" name="Google Shape;4172;p39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3" name="Google Shape;4173;p39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4" name="Google Shape;4174;p39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5" name="Google Shape;4175;p39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6" name="Google Shape;4176;p39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7" name="Google Shape;4177;p39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8" name="Google Shape;4178;p39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9" name="Google Shape;4179;p39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0" name="Google Shape;4180;p39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1" name="Google Shape;4181;p39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2" name="Google Shape;4182;p39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3" name="Google Shape;4183;p39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4" name="Google Shape;4184;p39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5" name="Google Shape;4185;p39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6" name="Google Shape;4186;p39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7" name="Google Shape;4187;p39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8" name="Google Shape;4188;p39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9" name="Google Shape;4189;p39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0" name="Google Shape;4190;p39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1" name="Google Shape;4191;p39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2" name="Google Shape;4192;p39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3" name="Google Shape;4193;p39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4" name="Google Shape;4194;p39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5" name="Google Shape;4195;p39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6" name="Google Shape;4196;p39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7" name="Google Shape;4197;p39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8" name="Google Shape;4198;p39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9" name="Google Shape;4199;p39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0" name="Google Shape;4200;p39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1" name="Google Shape;4201;p39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2" name="Google Shape;4202;p39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3" name="Google Shape;4203;p39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4" name="Google Shape;4204;p39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5" name="Google Shape;4205;p39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6" name="Google Shape;4206;p39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7" name="Google Shape;4207;p39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8" name="Google Shape;4208;p39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9" name="Google Shape;4209;p39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10" name="Google Shape;4210;p39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11" name="Google Shape;4211;p39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12" name="Google Shape;4212;p39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13" name="Google Shape;4213;p39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4214" name="Google Shape;4214;p39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15" name="Google Shape;4215;p39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16" name="Google Shape;4216;p39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4217" name="Google Shape;4217;p39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18" name="Google Shape;4218;p39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19" name="Google Shape;4219;p39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4220" name="Google Shape;4220;p39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21" name="Google Shape;4221;p39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22" name="Google Shape;4222;p39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4223" name="Google Shape;4223;p39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24" name="Google Shape;4224;p39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25" name="Google Shape;4225;p39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4226" name="Google Shape;4226;p39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27" name="Google Shape;4227;p39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28" name="Google Shape;4228;p39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4229" name="Google Shape;4229;p39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0" name="Google Shape;4230;p39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31" name="Google Shape;4231;p39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4232" name="Google Shape;4232;p39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3" name="Google Shape;4233;p39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34" name="Google Shape;4234;p39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4235" name="Google Shape;4235;p39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6" name="Google Shape;4236;p39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37" name="Google Shape;4237;p39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4238" name="Google Shape;4238;p39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9" name="Google Shape;4239;p39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40" name="Google Shape;4240;p39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4241" name="Google Shape;4241;p39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42" name="Google Shape;4242;p39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43" name="Google Shape;4243;p39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4244" name="Google Shape;4244;p39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45" name="Google Shape;4245;p39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246" name="Google Shape;4246;p39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39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248" name="Google Shape;4248;p39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4249" name="Google Shape;4249;p39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0" name="Google Shape;4250;p39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51" name="Google Shape;4251;p39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4252" name="Google Shape;4252;p39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3" name="Google Shape;4253;p39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54" name="Google Shape;4254;p39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4255" name="Google Shape;4255;p39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6" name="Google Shape;4256;p39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57" name="Google Shape;4257;p39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4258" name="Google Shape;4258;p39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9" name="Google Shape;4259;p39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60" name="Google Shape;4260;p39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4261" name="Google Shape;4261;p39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62" name="Google Shape;4262;p39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63" name="Google Shape;4263;p39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4264" name="Google Shape;4264;p39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65" name="Google Shape;4265;p39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66" name="Google Shape;4266;p39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4267" name="Google Shape;4267;p39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68" name="Google Shape;4268;p39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69" name="Google Shape;4269;p39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4270" name="Google Shape;4270;p39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1" name="Google Shape;4271;p39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72" name="Google Shape;4272;p39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4273" name="Google Shape;4273;p39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4" name="Google Shape;4274;p39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75" name="Google Shape;4275;p39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4276" name="Google Shape;4276;p39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7" name="Google Shape;4277;p39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78" name="Google Shape;4278;p39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4279" name="Google Shape;4279;p39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0" name="Google Shape;4280;p39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81" name="Google Shape;4281;p39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4282" name="Google Shape;4282;p39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3" name="Google Shape;4283;p39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84" name="Google Shape;4284;p39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4285" name="Google Shape;4285;p39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6" name="Google Shape;4286;p39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87" name="Google Shape;4287;p39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4288" name="Google Shape;4288;p39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9" name="Google Shape;4289;p39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90" name="Google Shape;4290;p39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4291" name="Google Shape;4291;p39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2" name="Google Shape;4292;p39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93" name="Google Shape;4293;p39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4294" name="Google Shape;4294;p39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5" name="Google Shape;4295;p39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96" name="Google Shape;4296;p39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4297" name="Google Shape;4297;p39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8" name="Google Shape;4298;p39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99" name="Google Shape;4299;p39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4300" name="Google Shape;4300;p39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1" name="Google Shape;4301;p39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02" name="Google Shape;4302;p39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4303" name="Google Shape;4303;p39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4" name="Google Shape;4304;p39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05" name="Google Shape;4305;p39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4306" name="Google Shape;4306;p39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7" name="Google Shape;4307;p39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08" name="Google Shape;4308;p39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4309" name="Google Shape;4309;p39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0" name="Google Shape;4310;p39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11" name="Google Shape;4311;p39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4312" name="Google Shape;4312;p39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3" name="Google Shape;4313;p39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14" name="Google Shape;4314;p39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4315" name="Google Shape;4315;p39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6" name="Google Shape;4316;p39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17" name="Google Shape;4317;p39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4318" name="Google Shape;4318;p39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9" name="Google Shape;4319;p39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20" name="Google Shape;4320;p39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4321" name="Google Shape;4321;p39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2" name="Google Shape;4322;p39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23" name="Google Shape;4323;p39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4324" name="Google Shape;4324;p39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5" name="Google Shape;4325;p39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26" name="Google Shape;4326;p39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4327" name="Google Shape;4327;p39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8" name="Google Shape;4328;p39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29" name="Google Shape;4329;p39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4330" name="Google Shape;4330;p39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1" name="Google Shape;4331;p39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32" name="Google Shape;4332;p39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4333" name="Google Shape;4333;p39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4" name="Google Shape;4334;p39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35" name="Google Shape;4335;p39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4336" name="Google Shape;4336;p39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7" name="Google Shape;4337;p39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38" name="Google Shape;4338;p39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4339" name="Google Shape;4339;p39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0" name="Google Shape;4340;p39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41" name="Google Shape;4341;p39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4342" name="Google Shape;4342;p39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3" name="Google Shape;4343;p39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44" name="Google Shape;4344;p39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4345" name="Google Shape;4345;p39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6" name="Google Shape;4346;p39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47" name="Google Shape;4347;p39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4348" name="Google Shape;4348;p39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9" name="Google Shape;4349;p39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53" name="Shape 4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4" name="Google Shape;4354;p40"/>
          <p:cNvGrpSpPr/>
          <p:nvPr/>
        </p:nvGrpSpPr>
        <p:grpSpPr>
          <a:xfrm>
            <a:off x="729274" y="1175734"/>
            <a:ext cx="2507799" cy="206238"/>
            <a:chOff x="106648" y="895722"/>
            <a:chExt cx="4481414" cy="374299"/>
          </a:xfrm>
        </p:grpSpPr>
        <p:grpSp>
          <p:nvGrpSpPr>
            <p:cNvPr id="4355" name="Google Shape;4355;p40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4356" name="Google Shape;4356;p40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357" name="Google Shape;4357;p40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358" name="Google Shape;4358;p4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59" name="Google Shape;4359;p4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360" name="Google Shape;4360;p40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4361" name="Google Shape;4361;p40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362" name="Google Shape;4362;p40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363" name="Google Shape;4363;p4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64" name="Google Shape;4364;p4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365" name="Google Shape;4365;p40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4366" name="Google Shape;4366;p40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367" name="Google Shape;4367;p40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368" name="Google Shape;4368;p4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69" name="Google Shape;4369;p4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370" name="Google Shape;4370;p40"/>
            <p:cNvGrpSpPr/>
            <p:nvPr/>
          </p:nvGrpSpPr>
          <p:grpSpPr>
            <a:xfrm>
              <a:off x="3290132" y="1047018"/>
              <a:ext cx="1297930" cy="223003"/>
              <a:chOff x="6760035" y="3079467"/>
              <a:chExt cx="2396915" cy="411825"/>
            </a:xfrm>
          </p:grpSpPr>
          <p:sp>
            <p:nvSpPr>
              <p:cNvPr id="4371" name="Google Shape;4371;p40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372" name="Google Shape;4372;p40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373" name="Google Shape;4373;p4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74" name="Google Shape;4374;p4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375" name="Google Shape;4375;p40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4376" name="Google Shape;4376;p40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377" name="Google Shape;4377;p40"/>
            <p:cNvGrpSpPr/>
            <p:nvPr/>
          </p:nvGrpSpPr>
          <p:grpSpPr>
            <a:xfrm>
              <a:off x="2205895" y="3637269"/>
              <a:ext cx="1089848" cy="724994"/>
              <a:chOff x="2205895" y="3637269"/>
              <a:chExt cx="1089848" cy="724994"/>
            </a:xfrm>
          </p:grpSpPr>
          <p:sp>
            <p:nvSpPr>
              <p:cNvPr id="4378" name="Google Shape;4378;p40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9" name="Google Shape;4379;p40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0" name="Google Shape;4380;p40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1" name="Google Shape;4381;p40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2" name="Google Shape;4382;p40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3" name="Google Shape;4383;p40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84" name="Google Shape;4384;p40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385" name="Google Shape;4385;p40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sm" w="sm" type="none"/>
            </a:ln>
          </p:spPr>
        </p:cxnSp>
        <p:grpSp>
          <p:nvGrpSpPr>
            <p:cNvPr id="4386" name="Google Shape;4386;p40"/>
            <p:cNvGrpSpPr/>
            <p:nvPr/>
          </p:nvGrpSpPr>
          <p:grpSpPr>
            <a:xfrm>
              <a:off x="3173850" y="3779427"/>
              <a:ext cx="145678" cy="70048"/>
              <a:chOff x="3173850" y="3779427"/>
              <a:chExt cx="145678" cy="70048"/>
            </a:xfrm>
          </p:grpSpPr>
          <p:cxnSp>
            <p:nvCxnSpPr>
              <p:cNvPr id="4387" name="Google Shape;4387;p40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med" w="med" type="diamond"/>
              </a:ln>
            </p:spPr>
          </p:cxnSp>
          <p:sp>
            <p:nvSpPr>
              <p:cNvPr id="4388" name="Google Shape;4388;p40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389" name="Google Shape;4389;p40"/>
            <p:cNvGrpSpPr/>
            <p:nvPr/>
          </p:nvGrpSpPr>
          <p:grpSpPr>
            <a:xfrm>
              <a:off x="2183288" y="4139483"/>
              <a:ext cx="145133" cy="70048"/>
              <a:chOff x="2183288" y="4139484"/>
              <a:chExt cx="145133" cy="70048"/>
            </a:xfrm>
          </p:grpSpPr>
          <p:cxnSp>
            <p:nvCxnSpPr>
              <p:cNvPr id="4390" name="Google Shape;4390;p40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sm" w="sm" type="none"/>
              </a:ln>
            </p:spPr>
          </p:cxnSp>
          <p:sp>
            <p:nvSpPr>
              <p:cNvPr id="4391" name="Google Shape;4391;p40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92" name="Google Shape;4392;p40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393" name="Google Shape;4393;p40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sm" w="sm" type="none"/>
            </a:ln>
          </p:spPr>
        </p:cxnSp>
        <p:grpSp>
          <p:nvGrpSpPr>
            <p:cNvPr id="4394" name="Google Shape;4394;p40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4395" name="Google Shape;4395;p40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396" name="Google Shape;4396;p40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sm" w="sm" type="none"/>
              </a:ln>
            </p:spPr>
          </p:cxnSp>
        </p:grpSp>
      </p:grpSp>
      <p:grpSp>
        <p:nvGrpSpPr>
          <p:cNvPr id="4397" name="Google Shape;4397;p40"/>
          <p:cNvGrpSpPr/>
          <p:nvPr/>
        </p:nvGrpSpPr>
        <p:grpSpPr>
          <a:xfrm>
            <a:off x="3409981" y="1496104"/>
            <a:ext cx="1675870" cy="758252"/>
            <a:chOff x="3530532" y="1496185"/>
            <a:chExt cx="1562000" cy="706731"/>
          </a:xfrm>
        </p:grpSpPr>
        <p:cxnSp>
          <p:nvCxnSpPr>
            <p:cNvPr id="4398" name="Google Shape;4398;p40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sm" w="sm" type="none"/>
              <a:tailEnd len="med" w="med" type="triangle"/>
            </a:ln>
          </p:spPr>
        </p:cxnSp>
        <p:grpSp>
          <p:nvGrpSpPr>
            <p:cNvPr id="4399" name="Google Shape;4399;p40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4400" name="Google Shape;4400;p40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4401" name="Google Shape;4401;p40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402" name="Google Shape;4402;p40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403" name="Google Shape;4403;p40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04" name="Google Shape;4404;p40"/>
            <p:cNvGrpSpPr/>
            <p:nvPr/>
          </p:nvGrpSpPr>
          <p:grpSpPr>
            <a:xfrm>
              <a:off x="3891569" y="1779209"/>
              <a:ext cx="323945" cy="423707"/>
              <a:chOff x="3891569" y="1779209"/>
              <a:chExt cx="323945" cy="423707"/>
            </a:xfrm>
          </p:grpSpPr>
          <p:grpSp>
            <p:nvGrpSpPr>
              <p:cNvPr id="4405" name="Google Shape;4405;p40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4406" name="Google Shape;4406;p40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407" name="Google Shape;4407;p40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408" name="Google Shape;4408;p40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09" name="Google Shape;4409;p40"/>
            <p:cNvGrpSpPr/>
            <p:nvPr/>
          </p:nvGrpSpPr>
          <p:grpSpPr>
            <a:xfrm>
              <a:off x="4252606" y="1496185"/>
              <a:ext cx="324722" cy="463587"/>
              <a:chOff x="4252606" y="1496185"/>
              <a:chExt cx="324722" cy="463587"/>
            </a:xfrm>
          </p:grpSpPr>
          <p:grpSp>
            <p:nvGrpSpPr>
              <p:cNvPr id="4410" name="Google Shape;4410;p40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4411" name="Google Shape;4411;p40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412" name="Google Shape;4412;p40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413" name="Google Shape;4413;p40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14" name="Google Shape;4414;p40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4415" name="Google Shape;4415;p40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4416" name="Google Shape;4416;p40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417" name="Google Shape;4417;p40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418" name="Google Shape;4418;p40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419" name="Google Shape;4419;p40"/>
          <p:cNvGrpSpPr/>
          <p:nvPr/>
        </p:nvGrpSpPr>
        <p:grpSpPr>
          <a:xfrm>
            <a:off x="3421841" y="2349730"/>
            <a:ext cx="1652173" cy="391518"/>
            <a:chOff x="3512551" y="2358270"/>
            <a:chExt cx="1597383" cy="378534"/>
          </a:xfrm>
        </p:grpSpPr>
        <p:cxnSp>
          <p:nvCxnSpPr>
            <p:cNvPr id="4420" name="Google Shape;4420;p40"/>
            <p:cNvCxnSpPr>
              <a:stCxn id="4421" idx="6"/>
              <a:endCxn id="4422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4423" name="Google Shape;4423;p40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4424" name="Google Shape;4424;p40"/>
              <p:cNvCxnSpPr>
                <a:stCxn id="4425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sp>
            <p:nvSpPr>
              <p:cNvPr id="4421" name="Google Shape;4421;p40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25" name="Google Shape;4425;p40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26" name="Google Shape;4426;p40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4427" name="Google Shape;4427;p40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sp>
            <p:nvSpPr>
              <p:cNvPr id="4428" name="Google Shape;4428;p40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29" name="Google Shape;4429;p40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30" name="Google Shape;4430;p40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4431" name="Google Shape;4431;p40"/>
              <p:cNvCxnSpPr>
                <a:stCxn id="4432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sp>
            <p:nvSpPr>
              <p:cNvPr id="4433" name="Google Shape;4433;p40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32" name="Google Shape;4432;p40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34" name="Google Shape;4434;p40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4435" name="Google Shape;4435;p40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sp>
            <p:nvSpPr>
              <p:cNvPr id="4422" name="Google Shape;4422;p40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36" name="Google Shape;4436;p40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437" name="Google Shape;4437;p40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4438" name="Google Shape;4438;p40"/>
            <p:cNvCxnSpPr>
              <a:stCxn id="4439" idx="4"/>
              <a:endCxn id="4440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41" name="Google Shape;4441;p40"/>
            <p:cNvCxnSpPr>
              <a:stCxn id="4440" idx="0"/>
              <a:endCxn id="4442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43" name="Google Shape;4443;p40"/>
            <p:cNvCxnSpPr>
              <a:stCxn id="4442" idx="4"/>
              <a:endCxn id="4444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45" name="Google Shape;4445;p40"/>
            <p:cNvCxnSpPr>
              <a:stCxn id="4444" idx="0"/>
              <a:endCxn id="4446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446" name="Google Shape;4446;p40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2" name="Google Shape;4442;p40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9" name="Google Shape;4439;p40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4" name="Google Shape;4444;p40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0" name="Google Shape;4440;p40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47" name="Google Shape;4447;p40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4448" name="Google Shape;4448;p40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40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40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40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40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53" name="Google Shape;4453;p40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4454" name="Google Shape;4454;p40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4455" name="Google Shape;4455;p40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56" name="Google Shape;4456;p40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57" name="Google Shape;4457;p40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58" name="Google Shape;4458;p40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459" name="Google Shape;4459;p40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0" name="Google Shape;4460;p40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1" name="Google Shape;4461;p40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62" name="Google Shape;4462;p40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463" name="Google Shape;4463;p40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4" name="Google Shape;4464;p40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5" name="Google Shape;4465;p40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66" name="Google Shape;4466;p40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467" name="Google Shape;4467;p40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8" name="Google Shape;4468;p40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9" name="Google Shape;4469;p40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470" name="Google Shape;4470;p40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4471" name="Google Shape;4471;p40"/>
            <p:cNvGrpSpPr/>
            <p:nvPr/>
          </p:nvGrpSpPr>
          <p:grpSpPr>
            <a:xfrm>
              <a:off x="6853641" y="2618923"/>
              <a:ext cx="1515545" cy="324557"/>
              <a:chOff x="6853641" y="2618923"/>
              <a:chExt cx="1515545" cy="324557"/>
            </a:xfrm>
          </p:grpSpPr>
          <p:sp>
            <p:nvSpPr>
              <p:cNvPr id="4472" name="Google Shape;4472;p40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73" name="Google Shape;4473;p40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74" name="Google Shape;4474;p40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75" name="Google Shape;4475;p40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76" name="Google Shape;4476;p40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477" name="Google Shape;4477;p40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40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40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40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40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82" name="Google Shape;4482;p40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4483" name="Google Shape;4483;p40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40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5" name="Google Shape;4485;p40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6" name="Google Shape;4486;p40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40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40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40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40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40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40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93" name="Google Shape;4493;p40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1"/>
          </a:xfrm>
        </p:grpSpPr>
        <p:sp>
          <p:nvSpPr>
            <p:cNvPr id="4494" name="Google Shape;4494;p40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40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40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40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40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40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40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40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40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40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40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40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40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40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40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40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10" name="Google Shape;4510;p40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4511" name="Google Shape;4511;p40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40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40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40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40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40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17" name="Google Shape;4517;p40"/>
          <p:cNvGrpSpPr/>
          <p:nvPr/>
        </p:nvGrpSpPr>
        <p:grpSpPr>
          <a:xfrm>
            <a:off x="5271678" y="1167833"/>
            <a:ext cx="1415601" cy="1648534"/>
            <a:chOff x="1839112" y="2209163"/>
            <a:chExt cx="1918159" cy="2233785"/>
          </a:xfrm>
        </p:grpSpPr>
        <p:sp>
          <p:nvSpPr>
            <p:cNvPr id="4518" name="Google Shape;4518;p40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40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40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21" name="Google Shape;4521;p40"/>
            <p:cNvCxnSpPr>
              <a:stCxn id="4518" idx="6"/>
              <a:endCxn id="4519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-511291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22" name="Google Shape;4522;p40"/>
            <p:cNvCxnSpPr>
              <a:stCxn id="4519" idx="4"/>
              <a:endCxn id="4523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697452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24" name="Google Shape;4524;p40"/>
            <p:cNvCxnSpPr>
              <a:stCxn id="4523" idx="6"/>
              <a:endCxn id="4520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-511291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25" name="Google Shape;4525;p40"/>
            <p:cNvCxnSpPr>
              <a:stCxn id="4520" idx="4"/>
              <a:endCxn id="4526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82584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523" name="Google Shape;4523;p40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40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40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28" name="Google Shape;4528;p40"/>
            <p:cNvCxnSpPr>
              <a:endCxn id="4527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-51107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529" name="Google Shape;4529;p40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4530" name="Google Shape;4530;p40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40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40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40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40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35" name="Google Shape;4535;p40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4"/>
          </a:xfrm>
        </p:grpSpPr>
        <p:cxnSp>
          <p:nvCxnSpPr>
            <p:cNvPr id="4536" name="Google Shape;4536;p40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378412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37" name="Google Shape;4537;p40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-308911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38" name="Google Shape;4538;p40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160907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39" name="Google Shape;4539;p40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-76488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40" name="Google Shape;4540;p40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-7829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541" name="Google Shape;4541;p40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42" name="Google Shape;4542;p40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160874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543" name="Google Shape;4543;p40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40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40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40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40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40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49" name="Google Shape;4549;p40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2"/>
          </a:xfrm>
        </p:grpSpPr>
        <p:sp>
          <p:nvSpPr>
            <p:cNvPr id="4550" name="Google Shape;4550;p40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40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40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40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40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40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40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57" name="Google Shape;4557;p40"/>
            <p:cNvCxnSpPr>
              <a:stCxn id="4550" idx="2"/>
              <a:endCxn id="4551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361972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58" name="Google Shape;4558;p40"/>
            <p:cNvCxnSpPr>
              <a:stCxn id="4552" idx="0"/>
              <a:endCxn id="4550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-26220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59" name="Google Shape;4559;p40"/>
            <p:cNvCxnSpPr>
              <a:stCxn id="4552" idx="2"/>
              <a:endCxn id="4554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861525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60" name="Google Shape;4560;p40"/>
            <p:cNvCxnSpPr>
              <a:stCxn id="4553" idx="0"/>
              <a:endCxn id="4552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-761759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61" name="Google Shape;4561;p40"/>
            <p:cNvCxnSpPr>
              <a:stCxn id="4551" idx="2"/>
              <a:endCxn id="4556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861525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62" name="Google Shape;4562;p40"/>
            <p:cNvCxnSpPr>
              <a:stCxn id="4555" idx="0"/>
              <a:endCxn id="4551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-761759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563" name="Google Shape;4563;p40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564" name="Google Shape;4564;p40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40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40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40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40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569" name="Google Shape;4569;p40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570" name="Google Shape;4570;p40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1" name="Google Shape;4571;p40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2" name="Google Shape;4572;p40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3" name="Google Shape;4573;p40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4" name="Google Shape;4574;p40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575" name="Google Shape;4575;p40"/>
          <p:cNvGrpSpPr/>
          <p:nvPr/>
        </p:nvGrpSpPr>
        <p:grpSpPr>
          <a:xfrm>
            <a:off x="6842640" y="3736984"/>
            <a:ext cx="1581862" cy="650624"/>
            <a:chOff x="6777990" y="3710194"/>
            <a:chExt cx="1646915" cy="677381"/>
          </a:xfrm>
        </p:grpSpPr>
        <p:grpSp>
          <p:nvGrpSpPr>
            <p:cNvPr id="4576" name="Google Shape;4576;p40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577" name="Google Shape;4577;p40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sm" w="sm" type="none"/>
                <a:tailEnd len="med" w="med" type="diamond"/>
              </a:ln>
            </p:spPr>
          </p:cxnSp>
          <p:sp>
            <p:nvSpPr>
              <p:cNvPr id="4578" name="Google Shape;4578;p40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579" name="Google Shape;4579;p40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580" name="Google Shape;4580;p40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sm" w="sm" type="none"/>
                <a:tailEnd len="med" w="med" type="diamond"/>
              </a:ln>
            </p:spPr>
          </p:cxnSp>
          <p:sp>
            <p:nvSpPr>
              <p:cNvPr id="4581" name="Google Shape;4581;p40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582" name="Google Shape;4582;p40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583" name="Google Shape;4583;p40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sm" w="sm" type="none"/>
                <a:tailEnd len="med" w="med" type="diamond"/>
              </a:ln>
            </p:spPr>
          </p:cxnSp>
          <p:sp>
            <p:nvSpPr>
              <p:cNvPr id="4584" name="Google Shape;4584;p40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585" name="Google Shape;4585;p40"/>
            <p:cNvGrpSpPr/>
            <p:nvPr/>
          </p:nvGrpSpPr>
          <p:grpSpPr>
            <a:xfrm>
              <a:off x="8013776" y="3722847"/>
              <a:ext cx="411129" cy="507882"/>
              <a:chOff x="8013776" y="3722847"/>
              <a:chExt cx="411129" cy="507882"/>
            </a:xfrm>
          </p:grpSpPr>
          <p:cxnSp>
            <p:nvCxnSpPr>
              <p:cNvPr id="4586" name="Google Shape;4586;p40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sm" w="sm" type="none"/>
                <a:tailEnd len="med" w="med" type="diamond"/>
              </a:ln>
            </p:spPr>
          </p:cxnSp>
          <p:sp>
            <p:nvSpPr>
              <p:cNvPr id="4587" name="Google Shape;4587;p40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588" name="Google Shape;4588;p40"/>
          <p:cNvGrpSpPr/>
          <p:nvPr/>
        </p:nvGrpSpPr>
        <p:grpSpPr>
          <a:xfrm>
            <a:off x="5262155" y="2909824"/>
            <a:ext cx="1421889" cy="1020604"/>
            <a:chOff x="5190863" y="2824811"/>
            <a:chExt cx="1544860" cy="1108870"/>
          </a:xfrm>
        </p:grpSpPr>
        <p:grpSp>
          <p:nvGrpSpPr>
            <p:cNvPr id="4589" name="Google Shape;4589;p40"/>
            <p:cNvGrpSpPr/>
            <p:nvPr/>
          </p:nvGrpSpPr>
          <p:grpSpPr>
            <a:xfrm>
              <a:off x="5938695" y="3176919"/>
              <a:ext cx="685760" cy="404739"/>
              <a:chOff x="5938695" y="3176919"/>
              <a:chExt cx="685760" cy="404739"/>
            </a:xfrm>
          </p:grpSpPr>
          <p:grpSp>
            <p:nvGrpSpPr>
              <p:cNvPr id="4590" name="Google Shape;4590;p40"/>
              <p:cNvGrpSpPr/>
              <p:nvPr/>
            </p:nvGrpSpPr>
            <p:grpSpPr>
              <a:xfrm>
                <a:off x="5938695" y="3176919"/>
                <a:ext cx="685760" cy="404739"/>
                <a:chOff x="5938695" y="3176919"/>
                <a:chExt cx="685760" cy="404739"/>
              </a:xfrm>
            </p:grpSpPr>
            <p:sp>
              <p:nvSpPr>
                <p:cNvPr id="4591" name="Google Shape;4591;p40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2" name="Google Shape;4592;p40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593" name="Google Shape;4593;p40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594" name="Google Shape;4594;p40"/>
            <p:cNvGrpSpPr/>
            <p:nvPr/>
          </p:nvGrpSpPr>
          <p:grpSpPr>
            <a:xfrm>
              <a:off x="5305233" y="3176835"/>
              <a:ext cx="685970" cy="404655"/>
              <a:chOff x="5305233" y="3176835"/>
              <a:chExt cx="685970" cy="404655"/>
            </a:xfrm>
          </p:grpSpPr>
          <p:grpSp>
            <p:nvGrpSpPr>
              <p:cNvPr id="4595" name="Google Shape;4595;p40"/>
              <p:cNvGrpSpPr/>
              <p:nvPr/>
            </p:nvGrpSpPr>
            <p:grpSpPr>
              <a:xfrm>
                <a:off x="5305233" y="3176835"/>
                <a:ext cx="685970" cy="404655"/>
                <a:chOff x="5305233" y="3176835"/>
                <a:chExt cx="685970" cy="404655"/>
              </a:xfrm>
            </p:grpSpPr>
            <p:sp>
              <p:nvSpPr>
                <p:cNvPr id="4596" name="Google Shape;4596;p40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7" name="Google Shape;4597;p40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598" name="Google Shape;4598;p40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599" name="Google Shape;4599;p40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00" name="Google Shape;4600;p40"/>
            <p:cNvGrpSpPr/>
            <p:nvPr/>
          </p:nvGrpSpPr>
          <p:grpSpPr>
            <a:xfrm>
              <a:off x="5657361" y="2824811"/>
              <a:ext cx="1078362" cy="404655"/>
              <a:chOff x="5657361" y="2824811"/>
              <a:chExt cx="1078362" cy="404655"/>
            </a:xfrm>
          </p:grpSpPr>
          <p:grpSp>
            <p:nvGrpSpPr>
              <p:cNvPr id="4601" name="Google Shape;4601;p40"/>
              <p:cNvGrpSpPr/>
              <p:nvPr/>
            </p:nvGrpSpPr>
            <p:grpSpPr>
              <a:xfrm>
                <a:off x="5657361" y="2824811"/>
                <a:ext cx="1078362" cy="404655"/>
                <a:chOff x="5657361" y="2824811"/>
                <a:chExt cx="1078362" cy="404655"/>
              </a:xfrm>
            </p:grpSpPr>
            <p:grpSp>
              <p:nvGrpSpPr>
                <p:cNvPr id="4602" name="Google Shape;4602;p40"/>
                <p:cNvGrpSpPr/>
                <p:nvPr/>
              </p:nvGrpSpPr>
              <p:grpSpPr>
                <a:xfrm>
                  <a:off x="5938485" y="2824811"/>
                  <a:ext cx="797238" cy="404655"/>
                  <a:chOff x="5938485" y="2824811"/>
                  <a:chExt cx="797238" cy="404655"/>
                </a:xfrm>
              </p:grpSpPr>
              <p:sp>
                <p:nvSpPr>
                  <p:cNvPr id="4603" name="Google Shape;4603;p40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04" name="Google Shape;4604;p40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4605" name="Google Shape;4605;p40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606" name="Google Shape;4606;p40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07" name="Google Shape;4607;p40"/>
            <p:cNvGrpSpPr/>
            <p:nvPr/>
          </p:nvGrpSpPr>
          <p:grpSpPr>
            <a:xfrm>
              <a:off x="5190863" y="3528942"/>
              <a:ext cx="1078025" cy="404739"/>
              <a:chOff x="5190863" y="3528942"/>
              <a:chExt cx="1078025" cy="404739"/>
            </a:xfrm>
          </p:grpSpPr>
          <p:sp>
            <p:nvSpPr>
              <p:cNvPr id="4608" name="Google Shape;4608;p40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609" name="Google Shape;4609;p40"/>
              <p:cNvGrpSpPr/>
              <p:nvPr/>
            </p:nvGrpSpPr>
            <p:grpSpPr>
              <a:xfrm>
                <a:off x="5190863" y="3528942"/>
                <a:ext cx="1078025" cy="404739"/>
                <a:chOff x="5190863" y="3528942"/>
                <a:chExt cx="1078025" cy="404739"/>
              </a:xfrm>
            </p:grpSpPr>
            <p:sp>
              <p:nvSpPr>
                <p:cNvPr id="4610" name="Google Shape;4610;p40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1" name="Google Shape;4611;p40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612" name="Google Shape;4612;p40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613" name="Google Shape;4613;p40"/>
            <p:cNvGrpSpPr/>
            <p:nvPr/>
          </p:nvGrpSpPr>
          <p:grpSpPr>
            <a:xfrm>
              <a:off x="803162" y="1625948"/>
              <a:ext cx="445857" cy="576578"/>
              <a:chOff x="803162" y="1625948"/>
              <a:chExt cx="445857" cy="576578"/>
            </a:xfrm>
          </p:grpSpPr>
          <p:sp>
            <p:nvSpPr>
              <p:cNvPr id="4614" name="Google Shape;4614;p40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615" name="Google Shape;4615;p40"/>
              <p:cNvGrpSpPr/>
              <p:nvPr/>
            </p:nvGrpSpPr>
            <p:grpSpPr>
              <a:xfrm>
                <a:off x="1056023" y="1625948"/>
                <a:ext cx="192996" cy="576578"/>
                <a:chOff x="1056023" y="1625948"/>
                <a:chExt cx="192996" cy="576578"/>
              </a:xfrm>
            </p:grpSpPr>
            <p:sp>
              <p:nvSpPr>
                <p:cNvPr id="4616" name="Google Shape;4616;p40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7" name="Google Shape;4617;p40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8" name="Google Shape;4618;p40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9" name="Google Shape;4619;p40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0" name="Google Shape;4620;p40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621" name="Google Shape;4621;p40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622" name="Google Shape;4622;p40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623" name="Google Shape;4623;p40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4624" name="Google Shape;4624;p40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625" name="Google Shape;4625;p40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26" name="Google Shape;4626;p40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27" name="Google Shape;4627;p40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28" name="Google Shape;4628;p40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29" name="Google Shape;4629;p40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30" name="Google Shape;4630;p40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31" name="Google Shape;4631;p40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4632" name="Google Shape;4632;p40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633" name="Google Shape;4633;p40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634" name="Google Shape;4634;p40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4635" name="Google Shape;4635;p40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636" name="Google Shape;4636;p40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4637" name="Google Shape;4637;p40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638" name="Google Shape;4638;p40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39" name="Google Shape;4639;p40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40" name="Google Shape;4640;p40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41" name="Google Shape;4641;p40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42" name="Google Shape;4642;p40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43" name="Google Shape;4643;p40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44" name="Google Shape;4644;p40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4645" name="Google Shape;4645;p40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646" name="Google Shape;4646;p40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647" name="Google Shape;4647;p40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</p:grpSp>
      <p:grpSp>
        <p:nvGrpSpPr>
          <p:cNvPr id="4648" name="Google Shape;4648;p40"/>
          <p:cNvGrpSpPr/>
          <p:nvPr/>
        </p:nvGrpSpPr>
        <p:grpSpPr>
          <a:xfrm>
            <a:off x="724986" y="3605478"/>
            <a:ext cx="1368680" cy="682919"/>
            <a:chOff x="724986" y="3605478"/>
            <a:chExt cx="1368680" cy="682919"/>
          </a:xfrm>
        </p:grpSpPr>
        <p:grpSp>
          <p:nvGrpSpPr>
            <p:cNvPr id="4649" name="Google Shape;4649;p40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650" name="Google Shape;4650;p40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1" name="Google Shape;4651;p40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2" name="Google Shape;4652;p40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3" name="Google Shape;4653;p40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4" name="Google Shape;4654;p40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5" name="Google Shape;4655;p40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6" name="Google Shape;4656;p40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7" name="Google Shape;4657;p40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8" name="Google Shape;4658;p40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9" name="Google Shape;4659;p40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0" name="Google Shape;4660;p40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1" name="Google Shape;4661;p40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2" name="Google Shape;4662;p40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3" name="Google Shape;4663;p40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4" name="Google Shape;4664;p40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5" name="Google Shape;4665;p40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6" name="Google Shape;4666;p40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7" name="Google Shape;4667;p40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8" name="Google Shape;4668;p40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9" name="Google Shape;4669;p40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70" name="Google Shape;4670;p40"/>
            <p:cNvGrpSpPr/>
            <p:nvPr/>
          </p:nvGrpSpPr>
          <p:grpSpPr>
            <a:xfrm>
              <a:off x="724986" y="3605478"/>
              <a:ext cx="1368680" cy="682919"/>
              <a:chOff x="724986" y="3605478"/>
              <a:chExt cx="1368680" cy="682919"/>
            </a:xfrm>
          </p:grpSpPr>
          <p:grpSp>
            <p:nvGrpSpPr>
              <p:cNvPr id="4671" name="Google Shape;4671;p40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672" name="Google Shape;4672;p40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673" name="Google Shape;4673;p40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74" name="Google Shape;4674;p40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675" name="Google Shape;4675;p40"/>
                <p:cNvGrpSpPr/>
                <p:nvPr/>
              </p:nvGrpSpPr>
              <p:grpSpPr>
                <a:xfrm>
                  <a:off x="1498221" y="4047614"/>
                  <a:ext cx="328445" cy="240783"/>
                  <a:chOff x="1498221" y="4047614"/>
                  <a:chExt cx="328445" cy="240783"/>
                </a:xfrm>
              </p:grpSpPr>
              <p:sp>
                <p:nvSpPr>
                  <p:cNvPr id="4676" name="Google Shape;4676;p40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4677" name="Google Shape;4677;p40"/>
                  <p:cNvGrpSpPr/>
                  <p:nvPr/>
                </p:nvGrpSpPr>
                <p:grpSpPr>
                  <a:xfrm>
                    <a:off x="1498221" y="4047614"/>
                    <a:ext cx="150566" cy="190415"/>
                    <a:chOff x="1498221" y="4047614"/>
                    <a:chExt cx="150566" cy="190415"/>
                  </a:xfrm>
                </p:grpSpPr>
                <p:sp>
                  <p:nvSpPr>
                    <p:cNvPr id="4678" name="Google Shape;4678;p40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679" name="Google Shape;4679;p40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4680" name="Google Shape;4680;p40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681" name="Google Shape;4681;p40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682" name="Google Shape;4682;p40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83" name="Google Shape;4683;p40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684" name="Google Shape;4684;p40"/>
                <p:cNvGrpSpPr/>
                <p:nvPr/>
              </p:nvGrpSpPr>
              <p:grpSpPr>
                <a:xfrm>
                  <a:off x="1912179" y="4044504"/>
                  <a:ext cx="181487" cy="25622"/>
                  <a:chOff x="1912179" y="4044505"/>
                  <a:chExt cx="181487" cy="25622"/>
                </a:xfrm>
              </p:grpSpPr>
              <p:sp>
                <p:nvSpPr>
                  <p:cNvPr id="4685" name="Google Shape;4685;p40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86" name="Google Shape;4686;p40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687" name="Google Shape;4687;p40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688" name="Google Shape;4688;p40"/>
                  <p:cNvGrpSpPr/>
                  <p:nvPr/>
                </p:nvGrpSpPr>
                <p:grpSpPr>
                  <a:xfrm>
                    <a:off x="1560718" y="3842857"/>
                    <a:ext cx="173587" cy="217131"/>
                    <a:chOff x="1560718" y="3842857"/>
                    <a:chExt cx="173587" cy="217131"/>
                  </a:xfrm>
                </p:grpSpPr>
                <p:sp>
                  <p:nvSpPr>
                    <p:cNvPr id="4689" name="Google Shape;4689;p40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690" name="Google Shape;4690;p40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691" name="Google Shape;4691;p40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sp>
                <p:nvSpPr>
                  <p:cNvPr id="4692" name="Google Shape;4692;p40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93" name="Google Shape;4693;p40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4694" name="Google Shape;4694;p40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695" name="Google Shape;4695;p40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696" name="Google Shape;4696;p40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697" name="Google Shape;4697;p40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98" name="Google Shape;4698;p40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99" name="Google Shape;4699;p40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700" name="Google Shape;4700;p40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701" name="Google Shape;4701;p40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02" name="Google Shape;4702;p40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4703" name="Google Shape;4703;p40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704" name="Google Shape;4704;p40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705" name="Google Shape;4705;p40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06" name="Google Shape;4706;p40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707" name="Google Shape;4707;p40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708" name="Google Shape;4708;p40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09" name="Google Shape;4709;p40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10" name="Google Shape;4710;p40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4711" name="Google Shape;4711;p40"/>
              <p:cNvGrpSpPr/>
              <p:nvPr/>
            </p:nvGrpSpPr>
            <p:grpSpPr>
              <a:xfrm>
                <a:off x="1501054" y="3605478"/>
                <a:ext cx="526339" cy="249240"/>
                <a:chOff x="1501054" y="3605478"/>
                <a:chExt cx="526339" cy="249240"/>
              </a:xfrm>
            </p:grpSpPr>
            <p:grpSp>
              <p:nvGrpSpPr>
                <p:cNvPr id="4712" name="Google Shape;4712;p40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713" name="Google Shape;4713;p40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14" name="Google Shape;4714;p40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715" name="Google Shape;4715;p40"/>
                <p:cNvGrpSpPr/>
                <p:nvPr/>
              </p:nvGrpSpPr>
              <p:grpSpPr>
                <a:xfrm>
                  <a:off x="1501054" y="3605478"/>
                  <a:ext cx="333164" cy="249240"/>
                  <a:chOff x="1501054" y="3605478"/>
                  <a:chExt cx="333164" cy="249240"/>
                </a:xfrm>
              </p:grpSpPr>
              <p:sp>
                <p:nvSpPr>
                  <p:cNvPr id="4716" name="Google Shape;4716;p40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4717" name="Google Shape;4717;p40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718" name="Google Shape;4718;p40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719" name="Google Shape;4719;p40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4720" name="Google Shape;4720;p40"/>
              <p:cNvGrpSpPr/>
              <p:nvPr/>
            </p:nvGrpSpPr>
            <p:grpSpPr>
              <a:xfrm>
                <a:off x="724986" y="3800594"/>
                <a:ext cx="532949" cy="302090"/>
                <a:chOff x="724986" y="3800594"/>
                <a:chExt cx="532949" cy="302090"/>
              </a:xfrm>
            </p:grpSpPr>
            <p:grpSp>
              <p:nvGrpSpPr>
                <p:cNvPr id="4721" name="Google Shape;4721;p40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722" name="Google Shape;4722;p40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23" name="Google Shape;4723;p40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724" name="Google Shape;4724;p40"/>
                <p:cNvGrpSpPr/>
                <p:nvPr/>
              </p:nvGrpSpPr>
              <p:grpSpPr>
                <a:xfrm>
                  <a:off x="906290" y="3800594"/>
                  <a:ext cx="351645" cy="302090"/>
                  <a:chOff x="906290" y="3800594"/>
                  <a:chExt cx="351645" cy="302090"/>
                </a:xfrm>
              </p:grpSpPr>
              <p:grpSp>
                <p:nvGrpSpPr>
                  <p:cNvPr id="4725" name="Google Shape;4725;p40"/>
                  <p:cNvGrpSpPr/>
                  <p:nvPr/>
                </p:nvGrpSpPr>
                <p:grpSpPr>
                  <a:xfrm>
                    <a:off x="1084172" y="3842857"/>
                    <a:ext cx="173763" cy="217131"/>
                    <a:chOff x="1084172" y="3842857"/>
                    <a:chExt cx="173763" cy="217131"/>
                  </a:xfrm>
                </p:grpSpPr>
                <p:grpSp>
                  <p:nvGrpSpPr>
                    <p:cNvPr id="4726" name="Google Shape;4726;p40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727" name="Google Shape;4727;p40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4728" name="Google Shape;4728;p40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4729" name="Google Shape;4729;p40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sp>
                <p:nvSpPr>
                  <p:cNvPr id="4730" name="Google Shape;4730;p40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31" name="Google Shape;4731;p40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732" name="Google Shape;4732;p40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733" name="Google Shape;4733;p40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34" name="Google Shape;4734;p40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4735" name="Google Shape;4735;p40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736" name="Google Shape;4736;p40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40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40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40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40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40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40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40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40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40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40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40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40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40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40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40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40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40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40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40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40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40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40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40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40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40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40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40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40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40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40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40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40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72" name="Shape 4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73" name="Google Shape;4773;p41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774" name="Google Shape;4774;p41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t/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41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t/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41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JANUARY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41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FEBRUARY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41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MARCH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41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APRIL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41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MAY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41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JUNE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41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PHASE 1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41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PHASE 2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41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Task 1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41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Task 2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41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Task 1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41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b="0" i="0" lang="en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Task 2</a:t>
              </a:r>
              <a:endParaRPr b="0" i="0" sz="2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788" name="Google Shape;4788;p41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789" name="Google Shape;4789;p41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5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0" name="Google Shape;4790;p41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1" name="Google Shape;4791;p41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5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2" name="Google Shape;4792;p41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3" name="Google Shape;4793;p41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5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4" name="Google Shape;4794;p41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5" name="Google Shape;4795;p41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6" name="Google Shape;4796;p41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88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7" name="Google Shape;4797;p41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8" name="Google Shape;4798;p41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88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9" name="Google Shape;4799;p41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0" name="Google Shape;4800;p41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88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4801" name="Google Shape;4801;p41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{92ABF498-3478-4382-BA07-A6E80585BB65}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b="1" sz="200" u="none" cap="none" strike="noStrik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5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802" name="Google Shape;4802;p41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803" name="Google Shape;4803;p41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804" name="Google Shape;4804;p41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805" name="Google Shape;4805;p41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4806" name="Google Shape;4806;p41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b="0" i="0" lang="en" sz="300" u="none" cap="none" strike="noStrik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JANUARY</a:t>
              </a:r>
              <a:endParaRPr b="0" i="0" sz="300" u="none" cap="none" strike="noStrik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41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b="0" i="0" lang="en" sz="300" u="none" cap="none" strike="noStrik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FEBRUARY</a:t>
              </a:r>
              <a:endParaRPr b="0" i="0" sz="300" u="none" cap="none" strike="noStrik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41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b="0" i="0" lang="en" sz="300" u="none" cap="none" strike="noStrik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MARCH</a:t>
              </a:r>
              <a:endParaRPr b="0" i="0" sz="300" u="none" cap="none" strike="noStrik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41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b="0" i="0" lang="en" sz="300" u="none" cap="none" strike="noStrik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APRIL</a:t>
              </a:r>
              <a:endParaRPr b="0" i="0" sz="300" u="none" cap="none" strike="noStrik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41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41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41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41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41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41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41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b="0" i="0" lang="en" sz="300" u="none" cap="none" strike="noStrik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PHASE 1</a:t>
              </a:r>
              <a:endParaRPr b="0" i="0" sz="300" u="none" cap="none" strike="noStrik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41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b="0" i="0" lang="en" sz="300" u="none" cap="none" strike="noStrik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Task 1</a:t>
              </a:r>
              <a:endParaRPr b="0" i="0" sz="300" u="none" cap="none" strike="noStrik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41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b="0" i="0" lang="en" sz="300" u="none" cap="none" strike="noStrik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Task 2</a:t>
              </a:r>
              <a:endParaRPr b="0" i="0" sz="300" u="none" cap="none" strike="noStrik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41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20" name="Google Shape;4820;p41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821" name="Google Shape;4821;p41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41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41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41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41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41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41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41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41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41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41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41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41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41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41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41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41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41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41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41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41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41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41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41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41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41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41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41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41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41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41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41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aphicFrame>
        <p:nvGraphicFramePr>
          <p:cNvPr id="4853" name="Google Shape;4853;p41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{92ABF498-3478-4382-BA07-A6E80585BB65}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854" name="Google Shape;4854;p41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{92ABF498-3478-4382-BA07-A6E80585BB65}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855" name="Google Shape;4855;p41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856" name="Google Shape;4856;p41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41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58" name="Google Shape;4858;p41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859" name="Google Shape;4859;p41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41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61" name="Google Shape;4861;p41"/>
          <p:cNvGrpSpPr/>
          <p:nvPr/>
        </p:nvGrpSpPr>
        <p:grpSpPr>
          <a:xfrm>
            <a:off x="3358498" y="3361213"/>
            <a:ext cx="2363245" cy="1005943"/>
            <a:chOff x="3358415" y="3361302"/>
            <a:chExt cx="2363245" cy="1024695"/>
          </a:xfrm>
        </p:grpSpPr>
        <p:grpSp>
          <p:nvGrpSpPr>
            <p:cNvPr id="4862" name="Google Shape;4862;p41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863" name="Google Shape;4863;p41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4" name="Google Shape;4864;p41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5" name="Google Shape;4865;p41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6" name="Google Shape;4866;p41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7" name="Google Shape;4867;p41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8" name="Google Shape;4868;p41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869" name="Google Shape;4869;p41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870" name="Google Shape;4870;p41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1" name="Google Shape;4871;p41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2" name="Google Shape;4872;p41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3" name="Google Shape;4873;p41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4" name="Google Shape;4874;p41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5" name="Google Shape;4875;p41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876" name="Google Shape;4876;p41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877" name="Google Shape;4877;p41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8" name="Google Shape;4878;p41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9" name="Google Shape;4879;p41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0" name="Google Shape;4880;p41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1" name="Google Shape;4881;p41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2" name="Google Shape;4882;p41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883" name="Google Shape;4883;p41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884" name="Google Shape;4884;p41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5" name="Google Shape;4885;p41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6" name="Google Shape;4886;p41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7" name="Google Shape;4887;p41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8" name="Google Shape;4888;p41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9" name="Google Shape;4889;p41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890" name="Google Shape;4890;p41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891" name="Google Shape;4891;p41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2" name="Google Shape;4892;p41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3" name="Google Shape;4893;p41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4" name="Google Shape;4894;p41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5" name="Google Shape;4895;p41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6" name="Google Shape;4896;p41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4897" name="Google Shape;4897;p41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{92ABF498-3478-4382-BA07-A6E80585BB65}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r>
                        <a:t/>
                      </a:r>
                      <a:endParaRPr sz="2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898" name="Google Shape;4898;p41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899" name="Google Shape;4899;p41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900" name="Google Shape;4900;p41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1" name="Google Shape;4901;p41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902" name="Google Shape;4902;p41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903" name="Google Shape;4903;p41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4" name="Google Shape;4904;p41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5" name="Google Shape;4905;p41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6" name="Google Shape;4906;p41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7" name="Google Shape;4907;p41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r>
                  <a:t/>
                </a:r>
                <a:endParaRPr b="0" i="0" sz="2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908" name="Google Shape;4908;p41"/>
            <p:cNvGrpSpPr/>
            <p:nvPr/>
          </p:nvGrpSpPr>
          <p:grpSpPr>
            <a:xfrm>
              <a:off x="1455707" y="3731058"/>
              <a:ext cx="1491149" cy="417657"/>
              <a:chOff x="1455707" y="3731058"/>
              <a:chExt cx="1491149" cy="417657"/>
            </a:xfrm>
          </p:grpSpPr>
          <p:grpSp>
            <p:nvGrpSpPr>
              <p:cNvPr id="4909" name="Google Shape;4909;p41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910" name="Google Shape;4910;p41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1" name="Google Shape;4911;p41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12" name="Google Shape;4912;p41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913" name="Google Shape;4913;p41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4" name="Google Shape;4914;p41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15" name="Google Shape;4915;p41"/>
              <p:cNvGrpSpPr/>
              <p:nvPr/>
            </p:nvGrpSpPr>
            <p:grpSpPr>
              <a:xfrm>
                <a:off x="1455707" y="4084171"/>
                <a:ext cx="64320" cy="64544"/>
                <a:chOff x="1455707" y="4084171"/>
                <a:chExt cx="64320" cy="64544"/>
              </a:xfrm>
            </p:grpSpPr>
            <p:sp>
              <p:nvSpPr>
                <p:cNvPr id="4916" name="Google Shape;4916;p41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7" name="Google Shape;4917;p41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18" name="Google Shape;4918;p41"/>
              <p:cNvGrpSpPr/>
              <p:nvPr/>
            </p:nvGrpSpPr>
            <p:grpSpPr>
              <a:xfrm>
                <a:off x="1818610" y="3731058"/>
                <a:ext cx="64320" cy="64545"/>
                <a:chOff x="1818610" y="3731058"/>
                <a:chExt cx="64320" cy="64545"/>
              </a:xfrm>
            </p:grpSpPr>
            <p:sp>
              <p:nvSpPr>
                <p:cNvPr id="4919" name="Google Shape;4919;p41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0" name="Google Shape;4920;p41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21" name="Google Shape;4921;p41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922" name="Google Shape;4922;p41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3" name="Google Shape;4923;p41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24" name="Google Shape;4924;p41"/>
              <p:cNvGrpSpPr/>
              <p:nvPr/>
            </p:nvGrpSpPr>
            <p:grpSpPr>
              <a:xfrm>
                <a:off x="2171920" y="3731058"/>
                <a:ext cx="64320" cy="64545"/>
                <a:chOff x="2171920" y="3731058"/>
                <a:chExt cx="64320" cy="64545"/>
              </a:xfrm>
            </p:grpSpPr>
            <p:sp>
              <p:nvSpPr>
                <p:cNvPr id="4925" name="Google Shape;4925;p41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6" name="Google Shape;4926;p41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27" name="Google Shape;4927;p41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928" name="Google Shape;4928;p41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9" name="Google Shape;4929;p41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30" name="Google Shape;4930;p41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931" name="Google Shape;4931;p41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2" name="Google Shape;4932;p41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33" name="Google Shape;4933;p41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934" name="Google Shape;4934;p41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5" name="Google Shape;4935;p41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36" name="Google Shape;4936;p41"/>
              <p:cNvGrpSpPr/>
              <p:nvPr/>
            </p:nvGrpSpPr>
            <p:grpSpPr>
              <a:xfrm>
                <a:off x="2525225" y="3731058"/>
                <a:ext cx="64320" cy="64545"/>
                <a:chOff x="2525225" y="3731058"/>
                <a:chExt cx="64320" cy="64545"/>
              </a:xfrm>
            </p:grpSpPr>
            <p:sp>
              <p:nvSpPr>
                <p:cNvPr id="4937" name="Google Shape;4937;p41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8" name="Google Shape;4938;p41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42" name="Shape 4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43" name="Google Shape;4943;p42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944" name="Google Shape;4944;p42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945" name="Google Shape;4945;p42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6" name="Google Shape;4946;p42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947" name="Google Shape;4947;p42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948" name="Google Shape;4948;p42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9" name="Google Shape;4949;p42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950" name="Google Shape;4950;p42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951" name="Google Shape;4951;p42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2" name="Google Shape;4952;p42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953" name="Google Shape;4953;p42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954" name="Google Shape;4954;p42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5" name="Google Shape;4955;p42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956" name="Google Shape;4956;p42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57" name="Google Shape;4957;p42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958" name="Google Shape;4958;p42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42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42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42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42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42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42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42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42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42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42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42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42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42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42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42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42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42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42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42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42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42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42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42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42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42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42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42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42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42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42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42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90" name="Google Shape;4990;p42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7" cy="1888763"/>
          </a:xfrm>
        </p:grpSpPr>
        <p:sp>
          <p:nvSpPr>
            <p:cNvPr id="4991" name="Google Shape;4991;p42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992" name="Google Shape;4992;p42"/>
            <p:cNvGrpSpPr/>
            <p:nvPr/>
          </p:nvGrpSpPr>
          <p:grpSpPr>
            <a:xfrm>
              <a:off x="5853086" y="1789142"/>
              <a:ext cx="355454" cy="1047937"/>
              <a:chOff x="5576108" y="2016725"/>
              <a:chExt cx="565200" cy="1666302"/>
            </a:xfrm>
          </p:grpSpPr>
          <p:sp>
            <p:nvSpPr>
              <p:cNvPr id="4993" name="Google Shape;4993;p42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r>
                  <a:t/>
                </a:r>
                <a:endParaRPr b="0" i="0" sz="1200" u="none" cap="none" strike="noStrik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94" name="Google Shape;4994;p42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995" name="Google Shape;4995;p42"/>
            <p:cNvGrpSpPr/>
            <p:nvPr/>
          </p:nvGrpSpPr>
          <p:grpSpPr>
            <a:xfrm>
              <a:off x="4869725" y="2691676"/>
              <a:ext cx="1013627" cy="398962"/>
              <a:chOff x="4012487" y="3451825"/>
              <a:chExt cx="1611746" cy="634381"/>
            </a:xfrm>
          </p:grpSpPr>
          <p:sp>
            <p:nvSpPr>
              <p:cNvPr id="4996" name="Google Shape;4996;p42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r>
                  <a:t/>
                </a:r>
                <a:endParaRPr b="0" i="0" sz="1200" u="none" cap="none" strike="noStrik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97" name="Google Shape;4997;p42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998" name="Google Shape;4998;p42"/>
            <p:cNvGrpSpPr/>
            <p:nvPr/>
          </p:nvGrpSpPr>
          <p:grpSpPr>
            <a:xfrm>
              <a:off x="4276993" y="2155787"/>
              <a:ext cx="651909" cy="891532"/>
              <a:chOff x="3069997" y="2599721"/>
              <a:chExt cx="1036586" cy="1417604"/>
            </a:xfrm>
          </p:grpSpPr>
          <p:sp>
            <p:nvSpPr>
              <p:cNvPr id="4999" name="Google Shape;4999;p42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r>
                  <a:t/>
                </a:r>
                <a:endParaRPr b="0" i="0" sz="1200" u="none" cap="none" strike="noStrik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000" name="Google Shape;5000;p42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01" name="Google Shape;5001;p42"/>
            <p:cNvGrpSpPr/>
            <p:nvPr/>
          </p:nvGrpSpPr>
          <p:grpSpPr>
            <a:xfrm>
              <a:off x="5054918" y="1201875"/>
              <a:ext cx="999521" cy="602731"/>
              <a:chOff x="4306958" y="1082925"/>
              <a:chExt cx="1589315" cy="958389"/>
            </a:xfrm>
          </p:grpSpPr>
          <p:sp>
            <p:nvSpPr>
              <p:cNvPr id="5002" name="Google Shape;5002;p42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r>
                  <a:t/>
                </a:r>
                <a:endParaRPr b="0" i="0" sz="1200" u="none" cap="none" strike="noStrik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003" name="Google Shape;5003;p42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04" name="Google Shape;5004;p42"/>
            <p:cNvGrpSpPr/>
            <p:nvPr/>
          </p:nvGrpSpPr>
          <p:grpSpPr>
            <a:xfrm>
              <a:off x="4249973" y="1303601"/>
              <a:ext cx="799524" cy="841184"/>
              <a:chOff x="3027033" y="1244677"/>
              <a:chExt cx="1271307" cy="1337548"/>
            </a:xfrm>
          </p:grpSpPr>
          <p:sp>
            <p:nvSpPr>
              <p:cNvPr id="5005" name="Google Shape;5005;p42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r>
                  <a:t/>
                </a:r>
                <a:endParaRPr b="0" i="0" sz="1200" u="none" cap="none" strike="noStrik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006" name="Google Shape;5006;p42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007" name="Google Shape;5007;p42"/>
          <p:cNvGrpSpPr/>
          <p:nvPr/>
        </p:nvGrpSpPr>
        <p:grpSpPr>
          <a:xfrm>
            <a:off x="4072551" y="2058137"/>
            <a:ext cx="750769" cy="683785"/>
            <a:chOff x="4204684" y="2104422"/>
            <a:chExt cx="699822" cy="637383"/>
          </a:xfrm>
        </p:grpSpPr>
        <p:grpSp>
          <p:nvGrpSpPr>
            <p:cNvPr id="5008" name="Google Shape;5008;p42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5009" name="Google Shape;5009;p42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0" name="Google Shape;5010;p42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11" name="Google Shape;5011;p42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5012" name="Google Shape;5012;p42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3" name="Google Shape;5013;p42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14" name="Google Shape;5014;p42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5015" name="Google Shape;5015;p42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6" name="Google Shape;5016;p42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17" name="Google Shape;5017;p42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5018" name="Google Shape;5018;p42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9" name="Google Shape;5019;p42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020" name="Google Shape;5020;p42"/>
          <p:cNvGrpSpPr/>
          <p:nvPr/>
        </p:nvGrpSpPr>
        <p:grpSpPr>
          <a:xfrm>
            <a:off x="5536984" y="1171351"/>
            <a:ext cx="660591" cy="688868"/>
            <a:chOff x="5830645" y="1267368"/>
            <a:chExt cx="530340" cy="553041"/>
          </a:xfrm>
        </p:grpSpPr>
        <p:sp>
          <p:nvSpPr>
            <p:cNvPr id="5021" name="Google Shape;5021;p42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022" name="Google Shape;5022;p42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5023" name="Google Shape;5023;p42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4" name="Google Shape;5024;p42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25" name="Google Shape;5025;p42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5026" name="Google Shape;5026;p42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7" name="Google Shape;5027;p42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28" name="Google Shape;5028;p42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5029" name="Google Shape;5029;p42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30" name="Google Shape;5030;p42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31" name="Google Shape;5031;p42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5032" name="Google Shape;5032;p42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33" name="Google Shape;5033;p42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034" name="Google Shape;5034;p42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5035" name="Google Shape;5035;p42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42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42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42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42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42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41" name="Google Shape;5041;p42"/>
          <p:cNvGrpSpPr/>
          <p:nvPr/>
        </p:nvGrpSpPr>
        <p:grpSpPr>
          <a:xfrm>
            <a:off x="3138297" y="1171402"/>
            <a:ext cx="735829" cy="684546"/>
            <a:chOff x="3351965" y="1148808"/>
            <a:chExt cx="750770" cy="698374"/>
          </a:xfrm>
        </p:grpSpPr>
        <p:grpSp>
          <p:nvGrpSpPr>
            <p:cNvPr id="5042" name="Google Shape;5042;p42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5043" name="Google Shape;5043;p4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44" name="Google Shape;5044;p4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45" name="Google Shape;5045;p42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5046" name="Google Shape;5046;p4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47" name="Google Shape;5047;p4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48" name="Google Shape;5048;p42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5049" name="Google Shape;5049;p4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50" name="Google Shape;5050;p4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51" name="Google Shape;5051;p42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5052" name="Google Shape;5052;p4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53" name="Google Shape;5053;p4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054" name="Google Shape;5054;p42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5055" name="Google Shape;5055;p42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5056" name="Google Shape;5056;p42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57" name="Google Shape;5057;p42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58" name="Google Shape;5058;p42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5059" name="Google Shape;5059;p42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60" name="Google Shape;5060;p42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61" name="Google Shape;5061;p42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5062" name="Google Shape;5062;p42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63" name="Google Shape;5063;p42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64" name="Google Shape;5064;p42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5065" name="Google Shape;5065;p42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66" name="Google Shape;5066;p42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067" name="Google Shape;5067;p42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5068" name="Google Shape;5068;p42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42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42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42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72" name="Google Shape;5072;p42"/>
          <p:cNvGrpSpPr/>
          <p:nvPr/>
        </p:nvGrpSpPr>
        <p:grpSpPr>
          <a:xfrm>
            <a:off x="6622444" y="2057409"/>
            <a:ext cx="868881" cy="684240"/>
            <a:chOff x="6598259" y="2078634"/>
            <a:chExt cx="868881" cy="684240"/>
          </a:xfrm>
        </p:grpSpPr>
        <p:sp>
          <p:nvSpPr>
            <p:cNvPr id="5073" name="Google Shape;5073;p42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42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42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42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42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42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079" name="Google Shape;5079;p42"/>
            <p:cNvGrpSpPr/>
            <p:nvPr/>
          </p:nvGrpSpPr>
          <p:grpSpPr>
            <a:xfrm>
              <a:off x="6808175" y="2078634"/>
              <a:ext cx="452229" cy="684240"/>
              <a:chOff x="6808175" y="2078634"/>
              <a:chExt cx="452229" cy="684240"/>
            </a:xfrm>
          </p:grpSpPr>
          <p:sp>
            <p:nvSpPr>
              <p:cNvPr id="5080" name="Google Shape;5080;p42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1" name="Google Shape;5081;p42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2" name="Google Shape;5082;p42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3" name="Google Shape;5083;p42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4" name="Google Shape;5084;p42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5" name="Google Shape;5085;p42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086" name="Google Shape;5086;p42"/>
              <p:cNvGrpSpPr/>
              <p:nvPr/>
            </p:nvGrpSpPr>
            <p:grpSpPr>
              <a:xfrm>
                <a:off x="6821586" y="2078634"/>
                <a:ext cx="426871" cy="684240"/>
                <a:chOff x="6821586" y="2078634"/>
                <a:chExt cx="426871" cy="684240"/>
              </a:xfrm>
            </p:grpSpPr>
            <p:grpSp>
              <p:nvGrpSpPr>
                <p:cNvPr id="5087" name="Google Shape;5087;p42"/>
                <p:cNvGrpSpPr/>
                <p:nvPr/>
              </p:nvGrpSpPr>
              <p:grpSpPr>
                <a:xfrm>
                  <a:off x="6821586" y="2078634"/>
                  <a:ext cx="426871" cy="684240"/>
                  <a:chOff x="6821586" y="2078634"/>
                  <a:chExt cx="426871" cy="684240"/>
                </a:xfrm>
              </p:grpSpPr>
              <p:sp>
                <p:nvSpPr>
                  <p:cNvPr id="5088" name="Google Shape;5088;p42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89" name="Google Shape;5089;p42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0" name="Google Shape;5090;p42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1" name="Google Shape;5091;p42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2" name="Google Shape;5092;p42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3" name="Google Shape;5093;p42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4" name="Google Shape;5094;p42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5" name="Google Shape;5095;p42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6" name="Google Shape;5096;p42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7" name="Google Shape;5097;p42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8" name="Google Shape;5098;p42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099" name="Google Shape;5099;p42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00" name="Google Shape;5100;p42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01" name="Google Shape;5101;p42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02" name="Google Shape;5102;p42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03" name="Google Shape;5103;p42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04" name="Google Shape;5104;p42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05" name="Google Shape;5105;p42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06" name="Google Shape;5106;p42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5107" name="Google Shape;5107;p42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08" name="Google Shape;5108;p42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09" name="Google Shape;5109;p42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10" name="Google Shape;5110;p42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11" name="Google Shape;5111;p42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12" name="Google Shape;5112;p42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113" name="Google Shape;5113;p42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5114" name="Google Shape;5114;p42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42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42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42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18" name="Google Shape;5118;p42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5119" name="Google Shape;5119;p42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42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42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42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42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42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42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42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42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42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42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42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31" name="Google Shape;5131;p42"/>
          <p:cNvGrpSpPr/>
          <p:nvPr/>
        </p:nvGrpSpPr>
        <p:grpSpPr>
          <a:xfrm>
            <a:off x="5599650" y="2934699"/>
            <a:ext cx="985357" cy="585763"/>
            <a:chOff x="5145061" y="2881789"/>
            <a:chExt cx="1107641" cy="658457"/>
          </a:xfrm>
        </p:grpSpPr>
        <p:grpSp>
          <p:nvGrpSpPr>
            <p:cNvPr id="5132" name="Google Shape;5132;p42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5133" name="Google Shape;5133;p42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r>
                  <a:t/>
                </a:r>
                <a:endParaRPr b="0" i="0" sz="9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4" name="Google Shape;5134;p42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r>
                  <a:t/>
                </a:r>
                <a:endParaRPr b="0" i="0" sz="9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35" name="Google Shape;5135;p42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5136" name="Google Shape;5136;p42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r>
                  <a:t/>
                </a:r>
                <a:endParaRPr b="0" i="0" sz="9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7" name="Google Shape;5137;p42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r>
                  <a:t/>
                </a:r>
                <a:endParaRPr b="0" i="0" sz="9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38" name="Google Shape;5138;p42"/>
            <p:cNvGrpSpPr/>
            <p:nvPr/>
          </p:nvGrpSpPr>
          <p:grpSpPr>
            <a:xfrm>
              <a:off x="5341327" y="2898245"/>
              <a:ext cx="532309" cy="614890"/>
              <a:chOff x="5341327" y="2898245"/>
              <a:chExt cx="532309" cy="614890"/>
            </a:xfrm>
          </p:grpSpPr>
          <p:sp>
            <p:nvSpPr>
              <p:cNvPr id="5139" name="Google Shape;5139;p42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r>
                  <a:t/>
                </a:r>
                <a:endParaRPr b="0" i="0" sz="9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40" name="Google Shape;5140;p42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r>
                  <a:t/>
                </a:r>
                <a:endParaRPr b="0" i="0" sz="9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41" name="Google Shape;5141;p42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5142" name="Google Shape;5142;p42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r>
                  <a:t/>
                </a:r>
                <a:endParaRPr b="0" i="0" sz="9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43" name="Google Shape;5143;p42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r>
                  <a:t/>
                </a:r>
                <a:endParaRPr b="0" i="0" sz="9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144" name="Google Shape;5144;p42"/>
          <p:cNvGrpSpPr/>
          <p:nvPr/>
        </p:nvGrpSpPr>
        <p:grpSpPr>
          <a:xfrm>
            <a:off x="8178573" y="3726757"/>
            <a:ext cx="269068" cy="645492"/>
            <a:chOff x="7026852" y="3311869"/>
            <a:chExt cx="434331" cy="1041955"/>
          </a:xfrm>
        </p:grpSpPr>
        <p:sp>
          <p:nvSpPr>
            <p:cNvPr id="5145" name="Google Shape;5145;p42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42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42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48" name="Google Shape;5148;p42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5149" name="Google Shape;5149;p42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42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51" name="Google Shape;5151;p42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5152" name="Google Shape;5152;p42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42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54" name="Google Shape;5154;p42"/>
          <p:cNvGrpSpPr/>
          <p:nvPr/>
        </p:nvGrpSpPr>
        <p:grpSpPr>
          <a:xfrm>
            <a:off x="2425681" y="2050319"/>
            <a:ext cx="698105" cy="698207"/>
            <a:chOff x="2565073" y="2075876"/>
            <a:chExt cx="672483" cy="672517"/>
          </a:xfrm>
        </p:grpSpPr>
        <p:sp>
          <p:nvSpPr>
            <p:cNvPr id="5155" name="Google Shape;5155;p42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42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42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42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42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42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61" name="Google Shape;5161;p42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5162" name="Google Shape;5162;p42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42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64" name="Google Shape;5164;p42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165" name="Google Shape;5165;p42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5166" name="Google Shape;5166;p42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167" name="Google Shape;5167;p42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168" name="Google Shape;5168;p42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169" name="Google Shape;5169;p42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170" name="Google Shape;5170;p42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171" name="Google Shape;5171;p42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5172" name="Google Shape;5172;p42"/>
            <p:cNvGrpSpPr/>
            <p:nvPr/>
          </p:nvGrpSpPr>
          <p:grpSpPr>
            <a:xfrm>
              <a:off x="7734309" y="2063282"/>
              <a:ext cx="570957" cy="620096"/>
              <a:chOff x="7734309" y="2063282"/>
              <a:chExt cx="570957" cy="620096"/>
            </a:xfrm>
          </p:grpSpPr>
          <p:grpSp>
            <p:nvGrpSpPr>
              <p:cNvPr id="5173" name="Google Shape;5173;p42"/>
              <p:cNvGrpSpPr/>
              <p:nvPr/>
            </p:nvGrpSpPr>
            <p:grpSpPr>
              <a:xfrm>
                <a:off x="8031573" y="2063282"/>
                <a:ext cx="273693" cy="620096"/>
                <a:chOff x="8031573" y="2063282"/>
                <a:chExt cx="273693" cy="620096"/>
              </a:xfrm>
            </p:grpSpPr>
            <p:sp>
              <p:nvSpPr>
                <p:cNvPr id="5174" name="Google Shape;5174;p42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75" name="Google Shape;5175;p42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76" name="Google Shape;5176;p42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77" name="Google Shape;5177;p42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78" name="Google Shape;5178;p42"/>
              <p:cNvGrpSpPr/>
              <p:nvPr/>
            </p:nvGrpSpPr>
            <p:grpSpPr>
              <a:xfrm flipH="1">
                <a:off x="7734309" y="2063282"/>
                <a:ext cx="273693" cy="620096"/>
                <a:chOff x="8031573" y="2063282"/>
                <a:chExt cx="273693" cy="620096"/>
              </a:xfrm>
            </p:grpSpPr>
            <p:sp>
              <p:nvSpPr>
                <p:cNvPr id="5179" name="Google Shape;5179;p42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0" name="Google Shape;5180;p42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1" name="Google Shape;5181;p42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2" name="Google Shape;5182;p42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5183" name="Google Shape;5183;p42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4" name="Google Shape;5184;p42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185" name="Google Shape;5185;p42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5186" name="Google Shape;5186;p42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42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42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42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90" name="Google Shape;5190;p42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5191" name="Google Shape;5191;p42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5192" name="Google Shape;5192;p42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93" name="Google Shape;5193;p42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grpSp>
          <p:nvGrpSpPr>
            <p:cNvPr id="5194" name="Google Shape;5194;p42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5195" name="Google Shape;5195;p42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96" name="Google Shape;5196;p42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grpSp>
          <p:nvGrpSpPr>
            <p:cNvPr id="5197" name="Google Shape;5197;p42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5198" name="Google Shape;5198;p42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99" name="Google Shape;5199;p42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grpSp>
          <p:nvGrpSpPr>
            <p:cNvPr id="5200" name="Google Shape;5200;p42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5201" name="Google Shape;5201;p42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202" name="Google Shape;5202;p42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grpSp>
          <p:nvGrpSpPr>
            <p:cNvPr id="5203" name="Google Shape;5203;p42"/>
            <p:cNvGrpSpPr/>
            <p:nvPr/>
          </p:nvGrpSpPr>
          <p:grpSpPr>
            <a:xfrm>
              <a:off x="3637290" y="2056248"/>
              <a:ext cx="219900" cy="330737"/>
              <a:chOff x="3637290" y="2056248"/>
              <a:chExt cx="219900" cy="330737"/>
            </a:xfrm>
          </p:grpSpPr>
          <p:sp>
            <p:nvSpPr>
              <p:cNvPr id="5204" name="Google Shape;5204;p42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205" name="Google Shape;5205;p42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</p:grpSp>
      <p:grpSp>
        <p:nvGrpSpPr>
          <p:cNvPr id="5206" name="Google Shape;5206;p42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5207" name="Google Shape;5207;p42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42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42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42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42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12" name="Google Shape;5212;p42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5213" name="Google Shape;5213;p42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42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42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16" name="Google Shape;5216;p42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5217" name="Google Shape;5217;p42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5218" name="Google Shape;5218;p42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5219" name="Google Shape;5219;p42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20" name="Google Shape;5220;p42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21" name="Google Shape;5221;p42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5222" name="Google Shape;5222;p42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23" name="Google Shape;5223;p42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24" name="Google Shape;5224;p42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5225" name="Google Shape;5225;p42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26" name="Google Shape;5226;p42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227" name="Google Shape;5227;p42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5228" name="Google Shape;5228;p42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9" name="Google Shape;5229;p42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0" name="Google Shape;5230;p42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1" name="Google Shape;5231;p42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2" name="Google Shape;5232;p42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3" name="Google Shape;5233;p42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4" name="Google Shape;5234;p42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5" name="Google Shape;5235;p42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6" name="Google Shape;5236;p42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7" name="Google Shape;5237;p42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238" name="Google Shape;5238;p42"/>
          <p:cNvGrpSpPr/>
          <p:nvPr/>
        </p:nvGrpSpPr>
        <p:grpSpPr>
          <a:xfrm>
            <a:off x="2496179" y="3734510"/>
            <a:ext cx="1243127" cy="637739"/>
            <a:chOff x="2496310" y="3693351"/>
            <a:chExt cx="1342905" cy="688926"/>
          </a:xfrm>
        </p:grpSpPr>
        <p:grpSp>
          <p:nvGrpSpPr>
            <p:cNvPr id="5239" name="Google Shape;5239;p42"/>
            <p:cNvGrpSpPr/>
            <p:nvPr/>
          </p:nvGrpSpPr>
          <p:grpSpPr>
            <a:xfrm>
              <a:off x="2496310" y="3693351"/>
              <a:ext cx="1342905" cy="688875"/>
              <a:chOff x="2496310" y="3693351"/>
              <a:chExt cx="1342905" cy="688875"/>
            </a:xfrm>
          </p:grpSpPr>
          <p:sp>
            <p:nvSpPr>
              <p:cNvPr id="5240" name="Google Shape;5240;p42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1" name="Google Shape;5241;p42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2" name="Google Shape;5242;p42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3" name="Google Shape;5243;p42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4" name="Google Shape;5244;p42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5" name="Google Shape;5245;p42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246" name="Google Shape;5246;p42"/>
              <p:cNvCxnSpPr>
                <a:stCxn id="5244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5247" name="Google Shape;5247;p42"/>
              <p:cNvCxnSpPr>
                <a:stCxn id="5241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5248" name="Google Shape;5248;p42"/>
              <p:cNvCxnSpPr>
                <a:stCxn id="5242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5249" name="Google Shape;5249;p42"/>
              <p:cNvCxnSpPr>
                <a:stCxn id="5245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5250" name="Google Shape;5250;p42"/>
              <p:cNvCxnSpPr>
                <a:stCxn id="5243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grpSp>
          <p:nvGrpSpPr>
            <p:cNvPr id="5251" name="Google Shape;5251;p42"/>
            <p:cNvGrpSpPr/>
            <p:nvPr/>
          </p:nvGrpSpPr>
          <p:grpSpPr>
            <a:xfrm>
              <a:off x="2675275" y="3930557"/>
              <a:ext cx="1003306" cy="451720"/>
              <a:chOff x="2675275" y="4174282"/>
              <a:chExt cx="1003306" cy="451720"/>
            </a:xfrm>
          </p:grpSpPr>
          <p:sp>
            <p:nvSpPr>
              <p:cNvPr id="5252" name="Google Shape;5252;p42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3" name="Google Shape;5253;p42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4" name="Google Shape;5254;p42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255" name="Google Shape;5255;p42"/>
          <p:cNvGrpSpPr/>
          <p:nvPr/>
        </p:nvGrpSpPr>
        <p:grpSpPr>
          <a:xfrm>
            <a:off x="1669850" y="1171356"/>
            <a:ext cx="574511" cy="874710"/>
            <a:chOff x="1715404" y="1112080"/>
            <a:chExt cx="642270" cy="977985"/>
          </a:xfrm>
        </p:grpSpPr>
        <p:grpSp>
          <p:nvGrpSpPr>
            <p:cNvPr id="5256" name="Google Shape;5256;p42"/>
            <p:cNvGrpSpPr/>
            <p:nvPr/>
          </p:nvGrpSpPr>
          <p:grpSpPr>
            <a:xfrm>
              <a:off x="1715404" y="1112080"/>
              <a:ext cx="642270" cy="977985"/>
              <a:chOff x="1715404" y="1112080"/>
              <a:chExt cx="642270" cy="977985"/>
            </a:xfrm>
          </p:grpSpPr>
          <p:sp>
            <p:nvSpPr>
              <p:cNvPr id="5257" name="Google Shape;5257;p42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8" name="Google Shape;5258;p42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259" name="Google Shape;5259;p42"/>
            <p:cNvGrpSpPr/>
            <p:nvPr/>
          </p:nvGrpSpPr>
          <p:grpSpPr>
            <a:xfrm>
              <a:off x="1768927" y="1165603"/>
              <a:ext cx="535225" cy="851366"/>
              <a:chOff x="1768927" y="1165603"/>
              <a:chExt cx="535225" cy="851366"/>
            </a:xfrm>
          </p:grpSpPr>
          <p:sp>
            <p:nvSpPr>
              <p:cNvPr id="5260" name="Google Shape;5260;p42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1" name="Google Shape;5261;p42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262" name="Google Shape;5262;p42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5263" name="Google Shape;5263;p42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4" name="Google Shape;5264;p42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265" name="Google Shape;5265;p42"/>
            <p:cNvGrpSpPr/>
            <p:nvPr/>
          </p:nvGrpSpPr>
          <p:grpSpPr>
            <a:xfrm>
              <a:off x="1875972" y="1272648"/>
              <a:ext cx="321135" cy="586938"/>
              <a:chOff x="1875972" y="1272648"/>
              <a:chExt cx="321135" cy="586938"/>
            </a:xfrm>
          </p:grpSpPr>
          <p:sp>
            <p:nvSpPr>
              <p:cNvPr id="5266" name="Google Shape;5266;p42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7" name="Google Shape;5267;p42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268" name="Google Shape;5268;p42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5269" name="Google Shape;5269;p42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42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71" name="Google Shape;5271;p42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5272" name="Google Shape;5272;p42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42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42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42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42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42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42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42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42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81" name="Google Shape;5281;p42"/>
          <p:cNvGrpSpPr/>
          <p:nvPr/>
        </p:nvGrpSpPr>
        <p:grpSpPr>
          <a:xfrm>
            <a:off x="2335861" y="1171356"/>
            <a:ext cx="711055" cy="745992"/>
            <a:chOff x="2496269" y="1171698"/>
            <a:chExt cx="761953" cy="799391"/>
          </a:xfrm>
        </p:grpSpPr>
        <p:grpSp>
          <p:nvGrpSpPr>
            <p:cNvPr id="5282" name="Google Shape;5282;p42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5283" name="Google Shape;5283;p42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4" name="Google Shape;5284;p42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285" name="Google Shape;5285;p42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5286" name="Google Shape;5286;p42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5287" name="Google Shape;5287;p42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5288" name="Google Shape;5288;p42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5289" name="Google Shape;5289;p42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5290" name="Google Shape;5290;p42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5291" name="Google Shape;5291;p42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5292" name="Google Shape;5292;p42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5293" name="Google Shape;5293;p42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5294" name="Google Shape;5294;p42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5295" name="Google Shape;5295;p42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5296" name="Google Shape;5296;p42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5297" name="Google Shape;5297;p42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5298" name="Google Shape;5298;p42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5299" name="Google Shape;5299;p42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5300" name="Google Shape;5300;p42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5301" name="Google Shape;5301;p42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5302" name="Google Shape;5302;p42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5303" name="Google Shape;5303;p42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5304" name="Google Shape;5304;p42"/>
                  <p:cNvGrpSpPr/>
                  <p:nvPr/>
                </p:nvGrpSpPr>
                <p:grpSpPr>
                  <a:xfrm>
                    <a:off x="2725064" y="1364529"/>
                    <a:ext cx="297953" cy="280182"/>
                    <a:chOff x="2725064" y="1364529"/>
                    <a:chExt cx="297953" cy="280182"/>
                  </a:xfrm>
                </p:grpSpPr>
                <p:sp>
                  <p:nvSpPr>
                    <p:cNvPr id="5305" name="Google Shape;5305;p42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5306" name="Google Shape;5306;p42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5307" name="Google Shape;5307;p42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5308" name="Google Shape;5308;p42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5309" name="Google Shape;5309;p42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5310" name="Google Shape;5310;p42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42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42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42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42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15" name="Google Shape;5315;p42"/>
          <p:cNvGrpSpPr/>
          <p:nvPr/>
        </p:nvGrpSpPr>
        <p:grpSpPr>
          <a:xfrm>
            <a:off x="3924561" y="2927462"/>
            <a:ext cx="1569143" cy="591015"/>
            <a:chOff x="3820100" y="3023049"/>
            <a:chExt cx="1303925" cy="491162"/>
          </a:xfrm>
        </p:grpSpPr>
        <p:grpSp>
          <p:nvGrpSpPr>
            <p:cNvPr id="5316" name="Google Shape;5316;p42"/>
            <p:cNvGrpSpPr/>
            <p:nvPr/>
          </p:nvGrpSpPr>
          <p:grpSpPr>
            <a:xfrm>
              <a:off x="3820100" y="3023072"/>
              <a:ext cx="1303925" cy="491139"/>
              <a:chOff x="3820100" y="3023072"/>
              <a:chExt cx="1303925" cy="491139"/>
            </a:xfrm>
          </p:grpSpPr>
          <p:sp>
            <p:nvSpPr>
              <p:cNvPr id="5317" name="Google Shape;5317;p42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8" name="Google Shape;5318;p42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19" name="Google Shape;5319;p42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5320" name="Google Shape;5320;p42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1" name="Google Shape;5321;p42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22" name="Google Shape;5322;p42"/>
            <p:cNvGrpSpPr/>
            <p:nvPr/>
          </p:nvGrpSpPr>
          <p:grpSpPr>
            <a:xfrm>
              <a:off x="3921811" y="3023049"/>
              <a:ext cx="1002396" cy="388943"/>
              <a:chOff x="3921811" y="3023049"/>
              <a:chExt cx="1002396" cy="388943"/>
            </a:xfrm>
          </p:grpSpPr>
          <p:sp>
            <p:nvSpPr>
              <p:cNvPr id="5323" name="Google Shape;5323;p42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4" name="Google Shape;5324;p42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25" name="Google Shape;5325;p42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5326" name="Google Shape;5326;p42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7" name="Google Shape;5327;p42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328" name="Google Shape;5328;p42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5329" name="Google Shape;5329;p42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30" name="Google Shape;5330;p42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331" name="Google Shape;5331;p42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2" name="Google Shape;5332;p42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3" name="Google Shape;5333;p42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334" name="Google Shape;5334;p42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5335" name="Google Shape;5335;p42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42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42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42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42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42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42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42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42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47" name="Shape 5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8" name="Google Shape;5348;p43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5349" name="Google Shape;5349;p43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5350" name="Google Shape;5350;p43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1" name="Google Shape;5351;p43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2" name="Google Shape;5352;p43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3" name="Google Shape;5353;p43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4" name="Google Shape;5354;p43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5" name="Google Shape;5355;p43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6" name="Google Shape;5356;p43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7" name="Google Shape;5357;p43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8" name="Google Shape;5358;p43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9" name="Google Shape;5359;p43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60" name="Google Shape;5360;p43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5361" name="Google Shape;5361;p43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2" name="Google Shape;5362;p43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3" name="Google Shape;5363;p43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4" name="Google Shape;5364;p43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5" name="Google Shape;5365;p43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6" name="Google Shape;5366;p43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7" name="Google Shape;5367;p43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8" name="Google Shape;5368;p43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9" name="Google Shape;5369;p43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0" name="Google Shape;5370;p43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71" name="Google Shape;5371;p43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5372" name="Google Shape;5372;p43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3" name="Google Shape;5373;p43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4" name="Google Shape;5374;p43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5" name="Google Shape;5375;p43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6" name="Google Shape;5376;p43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7" name="Google Shape;5377;p43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8" name="Google Shape;5378;p43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9" name="Google Shape;5379;p43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0" name="Google Shape;5380;p43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1" name="Google Shape;5381;p43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2" name="Google Shape;5382;p43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5383" name="Google Shape;5383;p43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4" name="Google Shape;5384;p43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5" name="Google Shape;5385;p43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6" name="Google Shape;5386;p43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7" name="Google Shape;5387;p43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8" name="Google Shape;5388;p43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9" name="Google Shape;5389;p43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0" name="Google Shape;5390;p43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1" name="Google Shape;5391;p43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2" name="Google Shape;5392;p43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93" name="Google Shape;5393;p43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5394" name="Google Shape;5394;p43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5" name="Google Shape;5395;p43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6" name="Google Shape;5396;p43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7" name="Google Shape;5397;p43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8" name="Google Shape;5398;p43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9" name="Google Shape;5399;p43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0" name="Google Shape;5400;p43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1" name="Google Shape;5401;p43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2" name="Google Shape;5402;p43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3" name="Google Shape;5403;p43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04" name="Google Shape;5404;p43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405" name="Google Shape;5405;p43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6" name="Google Shape;5406;p43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7" name="Google Shape;5407;p43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8" name="Google Shape;5408;p43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9" name="Google Shape;5409;p43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0" name="Google Shape;5410;p43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1" name="Google Shape;5411;p43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2" name="Google Shape;5412;p43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3" name="Google Shape;5413;p43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4" name="Google Shape;5414;p43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5" name="Google Shape;5415;p43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5416" name="Google Shape;5416;p43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7" name="Google Shape;5417;p43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8" name="Google Shape;5418;p43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9" name="Google Shape;5419;p43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0" name="Google Shape;5420;p43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1" name="Google Shape;5421;p43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2" name="Google Shape;5422;p43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3" name="Google Shape;5423;p43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4" name="Google Shape;5424;p43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5" name="Google Shape;5425;p43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26" name="Google Shape;5426;p43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5427" name="Google Shape;5427;p43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8" name="Google Shape;5428;p43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9" name="Google Shape;5429;p43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0" name="Google Shape;5430;p43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1" name="Google Shape;5431;p43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2" name="Google Shape;5432;p43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3" name="Google Shape;5433;p43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4" name="Google Shape;5434;p43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5" name="Google Shape;5435;p43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6" name="Google Shape;5436;p43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37" name="Google Shape;5437;p43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5438" name="Google Shape;5438;p43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9" name="Google Shape;5439;p43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0" name="Google Shape;5440;p43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1" name="Google Shape;5441;p43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2" name="Google Shape;5442;p43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3" name="Google Shape;5443;p43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4" name="Google Shape;5444;p43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5" name="Google Shape;5445;p43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6" name="Google Shape;5446;p43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7" name="Google Shape;5447;p43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8" name="Google Shape;5448;p43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5449" name="Google Shape;5449;p43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0" name="Google Shape;5450;p43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1" name="Google Shape;5451;p43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2" name="Google Shape;5452;p43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3" name="Google Shape;5453;p43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4" name="Google Shape;5454;p43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5" name="Google Shape;5455;p43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6" name="Google Shape;5456;p43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7" name="Google Shape;5457;p43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8" name="Google Shape;5458;p43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459" name="Google Shape;5459;p43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5460" name="Google Shape;5460;p43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5461" name="Google Shape;5461;p43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2" name="Google Shape;5462;p43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3" name="Google Shape;5463;p43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4" name="Google Shape;5464;p43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5" name="Google Shape;5465;p43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66" name="Google Shape;5466;p43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5467" name="Google Shape;5467;p43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8" name="Google Shape;5468;p43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9" name="Google Shape;5469;p43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0" name="Google Shape;5470;p43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1" name="Google Shape;5471;p43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2" name="Google Shape;5472;p43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5473" name="Google Shape;5473;p43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4" name="Google Shape;5474;p43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5" name="Google Shape;5475;p43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6" name="Google Shape;5476;p43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7" name="Google Shape;5477;p43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8" name="Google Shape;5478;p43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5479" name="Google Shape;5479;p43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0" name="Google Shape;5480;p43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1" name="Google Shape;5481;p43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2" name="Google Shape;5482;p43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3" name="Google Shape;5483;p43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484" name="Google Shape;5484;p43"/>
          <p:cNvGrpSpPr/>
          <p:nvPr/>
        </p:nvGrpSpPr>
        <p:grpSpPr>
          <a:xfrm>
            <a:off x="2613365" y="2657876"/>
            <a:ext cx="1387540" cy="159124"/>
            <a:chOff x="3200660" y="2180272"/>
            <a:chExt cx="2563823" cy="378237"/>
          </a:xfrm>
        </p:grpSpPr>
        <p:sp>
          <p:nvSpPr>
            <p:cNvPr id="5485" name="Google Shape;5485;p43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43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43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43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43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43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43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43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43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43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43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43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43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43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43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43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43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43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03" name="Google Shape;5503;p43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5504" name="Google Shape;5504;p43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43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06" name="Google Shape;5506;p43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5507" name="Google Shape;5507;p43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43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09" name="Google Shape;5509;p43"/>
          <p:cNvGrpSpPr/>
          <p:nvPr/>
        </p:nvGrpSpPr>
        <p:grpSpPr>
          <a:xfrm>
            <a:off x="2610235" y="2419475"/>
            <a:ext cx="1383504" cy="119761"/>
            <a:chOff x="3465975" y="2270258"/>
            <a:chExt cx="1986365" cy="171947"/>
          </a:xfrm>
        </p:grpSpPr>
        <p:sp>
          <p:nvSpPr>
            <p:cNvPr id="5510" name="Google Shape;5510;p43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43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43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43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43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43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43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43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18" name="Google Shape;5518;p43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5519" name="Google Shape;5519;p43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43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43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43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43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24" name="Google Shape;5524;p43"/>
          <p:cNvGrpSpPr/>
          <p:nvPr/>
        </p:nvGrpSpPr>
        <p:grpSpPr>
          <a:xfrm>
            <a:off x="2610803" y="3484489"/>
            <a:ext cx="1389065" cy="180119"/>
            <a:chOff x="705948" y="3788465"/>
            <a:chExt cx="2308952" cy="299400"/>
          </a:xfrm>
        </p:grpSpPr>
        <p:sp>
          <p:nvSpPr>
            <p:cNvPr id="5525" name="Google Shape;5525;p43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43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43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43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43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30" name="Google Shape;5530;p43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5531" name="Google Shape;5531;p43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5532" name="Google Shape;5532;p4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5533" name="Google Shape;5533;p43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sm" w="sm" type="none"/>
                <a:tailEnd len="med" w="med" type="oval"/>
              </a:ln>
            </p:spPr>
          </p:cxnSp>
        </p:grpSp>
        <p:grpSp>
          <p:nvGrpSpPr>
            <p:cNvPr id="5534" name="Google Shape;5534;p43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5535" name="Google Shape;5535;p4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5536" name="Google Shape;5536;p43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sm" w="sm" type="none"/>
                <a:tailEnd len="med" w="med" type="oval"/>
              </a:ln>
            </p:spPr>
          </p:cxnSp>
        </p:grpSp>
      </p:grpSp>
      <p:grpSp>
        <p:nvGrpSpPr>
          <p:cNvPr id="5537" name="Google Shape;5537;p43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5538" name="Google Shape;5538;p43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5539" name="Google Shape;5539;p4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0" name="Google Shape;5540;p4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541" name="Google Shape;5541;p43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5542" name="Google Shape;5542;p4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3" name="Google Shape;5543;p4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544" name="Google Shape;5544;p43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5545" name="Google Shape;5545;p4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6" name="Google Shape;5546;p4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547" name="Google Shape;5547;p43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5548" name="Google Shape;5548;p4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9" name="Google Shape;5549;p4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550" name="Google Shape;5550;p43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5551" name="Google Shape;5551;p4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52" name="Google Shape;5552;p4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553" name="Google Shape;5553;p43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5554" name="Google Shape;5554;p43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55" name="Google Shape;5555;p43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5556" name="Google Shape;5556;p43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5557" name="Google Shape;5557;p43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</p:grpSp>
      <p:grpSp>
        <p:nvGrpSpPr>
          <p:cNvPr id="5558" name="Google Shape;5558;p43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5559" name="Google Shape;5559;p43"/>
            <p:cNvGrpSpPr/>
            <p:nvPr/>
          </p:nvGrpSpPr>
          <p:grpSpPr>
            <a:xfrm>
              <a:off x="4960455" y="2469658"/>
              <a:ext cx="668904" cy="885523"/>
              <a:chOff x="4960455" y="2469658"/>
              <a:chExt cx="668904" cy="885523"/>
            </a:xfrm>
          </p:grpSpPr>
          <p:sp>
            <p:nvSpPr>
              <p:cNvPr id="5560" name="Google Shape;5560;p43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1" name="Google Shape;5561;p43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2" name="Google Shape;5562;p43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3" name="Google Shape;5563;p43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4" name="Google Shape;5564;p43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5" name="Google Shape;5565;p43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566" name="Google Shape;5566;p43"/>
            <p:cNvGrpSpPr/>
            <p:nvPr/>
          </p:nvGrpSpPr>
          <p:grpSpPr>
            <a:xfrm>
              <a:off x="4294923" y="2469658"/>
              <a:ext cx="668951" cy="885523"/>
              <a:chOff x="4294923" y="2469658"/>
              <a:chExt cx="668951" cy="885523"/>
            </a:xfrm>
          </p:grpSpPr>
          <p:sp>
            <p:nvSpPr>
              <p:cNvPr id="5567" name="Google Shape;5567;p43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8" name="Google Shape;5568;p43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9" name="Google Shape;5569;p43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0" name="Google Shape;5570;p43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1" name="Google Shape;5571;p43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2" name="Google Shape;5572;p43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73" name="Google Shape;5573;p43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74" name="Google Shape;5574;p43"/>
          <p:cNvGrpSpPr/>
          <p:nvPr/>
        </p:nvGrpSpPr>
        <p:grpSpPr>
          <a:xfrm>
            <a:off x="4243690" y="3494256"/>
            <a:ext cx="1430948" cy="897289"/>
            <a:chOff x="4351371" y="3547942"/>
            <a:chExt cx="1345129" cy="843475"/>
          </a:xfrm>
        </p:grpSpPr>
        <p:grpSp>
          <p:nvGrpSpPr>
            <p:cNvPr id="5575" name="Google Shape;5575;p43"/>
            <p:cNvGrpSpPr/>
            <p:nvPr/>
          </p:nvGrpSpPr>
          <p:grpSpPr>
            <a:xfrm>
              <a:off x="4351371" y="4209917"/>
              <a:ext cx="1345129" cy="181500"/>
              <a:chOff x="4351371" y="4209917"/>
              <a:chExt cx="1345129" cy="181500"/>
            </a:xfrm>
          </p:grpSpPr>
          <p:sp>
            <p:nvSpPr>
              <p:cNvPr id="5576" name="Google Shape;5576;p43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577" name="Google Shape;5577;p43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grpSp>
          <p:nvGrpSpPr>
            <p:cNvPr id="5578" name="Google Shape;5578;p43"/>
            <p:cNvGrpSpPr/>
            <p:nvPr/>
          </p:nvGrpSpPr>
          <p:grpSpPr>
            <a:xfrm>
              <a:off x="4403010" y="3985221"/>
              <a:ext cx="1109519" cy="181500"/>
              <a:chOff x="4403010" y="3985221"/>
              <a:chExt cx="1109519" cy="181500"/>
            </a:xfrm>
          </p:grpSpPr>
          <p:sp>
            <p:nvSpPr>
              <p:cNvPr id="5579" name="Google Shape;5579;p43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580" name="Google Shape;5580;p43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grpSp>
          <p:nvGrpSpPr>
            <p:cNvPr id="5581" name="Google Shape;5581;p43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582" name="Google Shape;5582;p43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583" name="Google Shape;5583;p43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grpSp>
          <p:nvGrpSpPr>
            <p:cNvPr id="5584" name="Google Shape;5584;p43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585" name="Google Shape;5585;p43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586" name="Google Shape;5586;p43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</p:grpSp>
      <p:grpSp>
        <p:nvGrpSpPr>
          <p:cNvPr id="5587" name="Google Shape;5587;p43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588" name="Google Shape;5588;p43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43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43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43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92" name="Google Shape;5592;p43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593" name="Google Shape;5593;p43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594" name="Google Shape;5594;p43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5595" name="Google Shape;5595;p43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grpSp>
          <p:nvGrpSpPr>
            <p:cNvPr id="5596" name="Google Shape;5596;p43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597" name="Google Shape;5597;p43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598" name="Google Shape;5598;p43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9" name="Google Shape;5599;p43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0" name="Google Shape;5600;p43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1" name="Google Shape;5601;p43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2" name="Google Shape;5602;p43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3" name="Google Shape;5603;p43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4" name="Google Shape;5604;p43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605" name="Google Shape;5605;p43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606" name="Google Shape;5606;p43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7" name="Google Shape;5607;p43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8" name="Google Shape;5608;p43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9" name="Google Shape;5609;p43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0" name="Google Shape;5610;p43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1" name="Google Shape;5611;p43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2" name="Google Shape;5612;p43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613" name="Google Shape;5613;p43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614" name="Google Shape;5614;p43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5" name="Google Shape;5615;p43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6" name="Google Shape;5616;p43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7" name="Google Shape;5617;p43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8" name="Google Shape;5618;p43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9" name="Google Shape;5619;p43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0" name="Google Shape;5620;p43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621" name="Google Shape;5621;p43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622" name="Google Shape;5622;p43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3" name="Google Shape;5623;p43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4" name="Google Shape;5624;p43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5" name="Google Shape;5625;p43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6" name="Google Shape;5626;p43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7" name="Google Shape;5627;p43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8" name="Google Shape;5628;p43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629" name="Google Shape;5629;p43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630" name="Google Shape;5630;p43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1" name="Google Shape;5631;p43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2" name="Google Shape;5632;p43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3" name="Google Shape;5633;p43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4" name="Google Shape;5634;p43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5" name="Google Shape;5635;p43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6" name="Google Shape;5636;p43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637" name="Google Shape;5637;p43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638" name="Google Shape;5638;p43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9" name="Google Shape;5639;p43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0" name="Google Shape;5640;p43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1" name="Google Shape;5641;p43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2" name="Google Shape;5642;p43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3" name="Google Shape;5643;p43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4" name="Google Shape;5644;p43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645" name="Google Shape;5645;p43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646" name="Google Shape;5646;p43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7" name="Google Shape;5647;p43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8" name="Google Shape;5648;p43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9" name="Google Shape;5649;p43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0" name="Google Shape;5650;p43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1" name="Google Shape;5651;p43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2" name="Google Shape;5652;p43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653" name="Google Shape;5653;p43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654" name="Google Shape;5654;p43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2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43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43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43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43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12000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43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43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43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43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43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64" name="Google Shape;5664;p43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665" name="Google Shape;5665;p43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43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43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43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669" name="Google Shape;5669;p43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sm" w="sm" type="none"/>
            </a:ln>
          </p:spPr>
        </p:cxnSp>
        <p:cxnSp>
          <p:nvCxnSpPr>
            <p:cNvPr id="5670" name="Google Shape;5670;p43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sm" w="sm" type="none"/>
            </a:ln>
          </p:spPr>
        </p:cxnSp>
        <p:cxnSp>
          <p:nvCxnSpPr>
            <p:cNvPr id="5671" name="Google Shape;5671;p43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sm" w="sm" type="none"/>
            </a:ln>
          </p:spPr>
        </p:cxnSp>
        <p:cxnSp>
          <p:nvCxnSpPr>
            <p:cNvPr id="5672" name="Google Shape;5672;p43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sm" w="sm" type="none"/>
            </a:ln>
          </p:spPr>
        </p:cxnSp>
        <p:sp>
          <p:nvSpPr>
            <p:cNvPr id="5673" name="Google Shape;5673;p43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74" name="Google Shape;5674;p43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675" name="Google Shape;5675;p43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676" name="Google Shape;5676;p43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677" name="Google Shape;5677;p43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678" name="Google Shape;5678;p43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679" name="Google Shape;5679;p43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med" w="med" type="oval"/>
                </a:ln>
              </p:spPr>
            </p:cxnSp>
          </p:grpSp>
        </p:grpSp>
        <p:grpSp>
          <p:nvGrpSpPr>
            <p:cNvPr id="5680" name="Google Shape;5680;p43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681" name="Google Shape;5681;p43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682" name="Google Shape;5682;p43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683" name="Google Shape;5683;p43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684" name="Google Shape;5684;p43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med" w="med" type="oval"/>
                </a:ln>
              </p:spPr>
            </p:cxnSp>
          </p:grpSp>
        </p:grpSp>
        <p:grpSp>
          <p:nvGrpSpPr>
            <p:cNvPr id="5685" name="Google Shape;5685;p43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686" name="Google Shape;5686;p43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687" name="Google Shape;5687;p43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688" name="Google Shape;5688;p43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689" name="Google Shape;5689;p43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med" w="med" type="oval"/>
                </a:ln>
              </p:spPr>
            </p:cxnSp>
          </p:grpSp>
        </p:grpSp>
        <p:grpSp>
          <p:nvGrpSpPr>
            <p:cNvPr id="5690" name="Google Shape;5690;p43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691" name="Google Shape;5691;p43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692" name="Google Shape;5692;p43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693" name="Google Shape;5693;p43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694" name="Google Shape;5694;p43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med" w="med" type="oval"/>
                </a:ln>
              </p:spPr>
            </p:cxnSp>
          </p:grpSp>
        </p:grpSp>
      </p:grpSp>
      <p:grpSp>
        <p:nvGrpSpPr>
          <p:cNvPr id="5695" name="Google Shape;5695;p43"/>
          <p:cNvGrpSpPr/>
          <p:nvPr/>
        </p:nvGrpSpPr>
        <p:grpSpPr>
          <a:xfrm>
            <a:off x="5802676" y="1185224"/>
            <a:ext cx="1397728" cy="1098540"/>
            <a:chOff x="5900602" y="1193063"/>
            <a:chExt cx="1299850" cy="1021707"/>
          </a:xfrm>
        </p:grpSpPr>
        <p:grpSp>
          <p:nvGrpSpPr>
            <p:cNvPr id="5696" name="Google Shape;5696;p43"/>
            <p:cNvGrpSpPr/>
            <p:nvPr/>
          </p:nvGrpSpPr>
          <p:grpSpPr>
            <a:xfrm>
              <a:off x="6520338" y="1193063"/>
              <a:ext cx="341813" cy="799959"/>
              <a:chOff x="6520338" y="1193063"/>
              <a:chExt cx="341813" cy="799959"/>
            </a:xfrm>
          </p:grpSpPr>
          <p:grpSp>
            <p:nvGrpSpPr>
              <p:cNvPr id="5697" name="Google Shape;5697;p43"/>
              <p:cNvGrpSpPr/>
              <p:nvPr/>
            </p:nvGrpSpPr>
            <p:grpSpPr>
              <a:xfrm>
                <a:off x="6520337" y="1589527"/>
                <a:ext cx="213949" cy="403494"/>
                <a:chOff x="6520338" y="1589528"/>
                <a:chExt cx="213949" cy="403494"/>
              </a:xfrm>
            </p:grpSpPr>
            <p:sp>
              <p:nvSpPr>
                <p:cNvPr id="5698" name="Google Shape;5698;p43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9" name="Google Shape;5699;p43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00" name="Google Shape;5700;p43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701" name="Google Shape;5701;p43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702" name="Google Shape;5702;p43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med" w="med" type="oval"/>
                </a:ln>
              </p:spPr>
            </p:cxnSp>
          </p:grpSp>
        </p:grpSp>
        <p:grpSp>
          <p:nvGrpSpPr>
            <p:cNvPr id="5703" name="Google Shape;5703;p43"/>
            <p:cNvGrpSpPr/>
            <p:nvPr/>
          </p:nvGrpSpPr>
          <p:grpSpPr>
            <a:xfrm>
              <a:off x="6238903" y="1193063"/>
              <a:ext cx="300476" cy="900152"/>
              <a:chOff x="6238903" y="1193063"/>
              <a:chExt cx="300476" cy="900152"/>
            </a:xfrm>
          </p:grpSpPr>
          <p:grpSp>
            <p:nvGrpSpPr>
              <p:cNvPr id="5704" name="Google Shape;5704;p43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705" name="Google Shape;5705;p43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6" name="Google Shape;5706;p43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07" name="Google Shape;5707;p43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708" name="Google Shape;5708;p43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709" name="Google Shape;5709;p43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med" w="med" type="oval"/>
                </a:ln>
              </p:spPr>
            </p:cxnSp>
          </p:grpSp>
        </p:grpSp>
        <p:grpSp>
          <p:nvGrpSpPr>
            <p:cNvPr id="5710" name="Google Shape;5710;p43"/>
            <p:cNvGrpSpPr/>
            <p:nvPr/>
          </p:nvGrpSpPr>
          <p:grpSpPr>
            <a:xfrm>
              <a:off x="5900602" y="1193063"/>
              <a:ext cx="444346" cy="1021707"/>
              <a:chOff x="5900602" y="1193063"/>
              <a:chExt cx="444346" cy="1021707"/>
            </a:xfrm>
          </p:grpSpPr>
          <p:grpSp>
            <p:nvGrpSpPr>
              <p:cNvPr id="5711" name="Google Shape;5711;p43"/>
              <p:cNvGrpSpPr/>
              <p:nvPr/>
            </p:nvGrpSpPr>
            <p:grpSpPr>
              <a:xfrm>
                <a:off x="6046502" y="1367784"/>
                <a:ext cx="298446" cy="846986"/>
                <a:chOff x="6046502" y="1367784"/>
                <a:chExt cx="298446" cy="846986"/>
              </a:xfrm>
            </p:grpSpPr>
            <p:sp>
              <p:nvSpPr>
                <p:cNvPr id="5712" name="Google Shape;5712;p43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13" name="Google Shape;5713;p43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14" name="Google Shape;5714;p43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715" name="Google Shape;5715;p43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716" name="Google Shape;5716;p43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med" w="med" type="oval"/>
                </a:ln>
              </p:spPr>
            </p:cxnSp>
          </p:grpSp>
        </p:grpSp>
        <p:grpSp>
          <p:nvGrpSpPr>
            <p:cNvPr id="5717" name="Google Shape;5717;p43"/>
            <p:cNvGrpSpPr/>
            <p:nvPr/>
          </p:nvGrpSpPr>
          <p:grpSpPr>
            <a:xfrm>
              <a:off x="6738300" y="1193063"/>
              <a:ext cx="462152" cy="707634"/>
              <a:chOff x="6738300" y="1193063"/>
              <a:chExt cx="462152" cy="707634"/>
            </a:xfrm>
          </p:grpSpPr>
          <p:grpSp>
            <p:nvGrpSpPr>
              <p:cNvPr id="5718" name="Google Shape;5718;p43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719" name="Google Shape;5719;p43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720" name="Google Shape;5720;p43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sm" w="sm" type="none"/>
                  <a:tailEnd len="med" w="med" type="oval"/>
                </a:ln>
              </p:spPr>
            </p:cxnSp>
          </p:grpSp>
          <p:grpSp>
            <p:nvGrpSpPr>
              <p:cNvPr id="5721" name="Google Shape;5721;p43"/>
              <p:cNvGrpSpPr/>
              <p:nvPr/>
            </p:nvGrpSpPr>
            <p:grpSpPr>
              <a:xfrm>
                <a:off x="6738300" y="1684726"/>
                <a:ext cx="230066" cy="215971"/>
                <a:chOff x="6738300" y="1684726"/>
                <a:chExt cx="230066" cy="215971"/>
              </a:xfrm>
            </p:grpSpPr>
            <p:sp>
              <p:nvSpPr>
                <p:cNvPr id="5722" name="Google Shape;5722;p43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23" name="Google Shape;5723;p43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727" name="Shape 5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8" name="Google Shape;5728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9" name="Google Shape;5729;p44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730" name="Google Shape;5730;p44"/>
          <p:cNvGrpSpPr/>
          <p:nvPr/>
        </p:nvGrpSpPr>
        <p:grpSpPr>
          <a:xfrm>
            <a:off x="829359" y="2307635"/>
            <a:ext cx="339235" cy="298186"/>
            <a:chOff x="898875" y="244725"/>
            <a:chExt cx="481800" cy="423500"/>
          </a:xfrm>
        </p:grpSpPr>
        <p:sp>
          <p:nvSpPr>
            <p:cNvPr id="5731" name="Google Shape;5731;p44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44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44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44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44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44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37" name="Google Shape;5737;p44"/>
          <p:cNvGrpSpPr/>
          <p:nvPr/>
        </p:nvGrpSpPr>
        <p:grpSpPr>
          <a:xfrm>
            <a:off x="1267741" y="2287103"/>
            <a:ext cx="298169" cy="339253"/>
            <a:chOff x="1529350" y="258825"/>
            <a:chExt cx="423475" cy="481825"/>
          </a:xfrm>
        </p:grpSpPr>
        <p:sp>
          <p:nvSpPr>
            <p:cNvPr id="5738" name="Google Shape;5738;p4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4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40" name="Google Shape;5740;p44"/>
          <p:cNvGrpSpPr/>
          <p:nvPr/>
        </p:nvGrpSpPr>
        <p:grpSpPr>
          <a:xfrm>
            <a:off x="1660716" y="2367273"/>
            <a:ext cx="340890" cy="178912"/>
            <a:chOff x="2084325" y="363300"/>
            <a:chExt cx="484150" cy="254100"/>
          </a:xfrm>
        </p:grpSpPr>
        <p:sp>
          <p:nvSpPr>
            <p:cNvPr id="5741" name="Google Shape;5741;p44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44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43" name="Google Shape;5743;p44"/>
          <p:cNvGrpSpPr/>
          <p:nvPr/>
        </p:nvGrpSpPr>
        <p:grpSpPr>
          <a:xfrm>
            <a:off x="2110011" y="2287102"/>
            <a:ext cx="298169" cy="339253"/>
            <a:chOff x="2707500" y="249400"/>
            <a:chExt cx="423475" cy="481825"/>
          </a:xfrm>
        </p:grpSpPr>
        <p:sp>
          <p:nvSpPr>
            <p:cNvPr id="5744" name="Google Shape;5744;p4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4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46" name="Google Shape;5746;p44"/>
          <p:cNvGrpSpPr/>
          <p:nvPr/>
        </p:nvGrpSpPr>
        <p:grpSpPr>
          <a:xfrm>
            <a:off x="2523626" y="2287428"/>
            <a:ext cx="305386" cy="338602"/>
            <a:chOff x="3300325" y="249875"/>
            <a:chExt cx="433725" cy="480900"/>
          </a:xfrm>
        </p:grpSpPr>
        <p:sp>
          <p:nvSpPr>
            <p:cNvPr id="5747" name="Google Shape;5747;p44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44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44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44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44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44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53" name="Google Shape;5753;p44"/>
          <p:cNvGrpSpPr/>
          <p:nvPr/>
        </p:nvGrpSpPr>
        <p:grpSpPr>
          <a:xfrm>
            <a:off x="2912712" y="2287349"/>
            <a:ext cx="352349" cy="338760"/>
            <a:chOff x="3854700" y="249750"/>
            <a:chExt cx="500425" cy="481125"/>
          </a:xfrm>
        </p:grpSpPr>
        <p:sp>
          <p:nvSpPr>
            <p:cNvPr id="5754" name="Google Shape;5754;p44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44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44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44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44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44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44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44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62" name="Google Shape;5762;p44"/>
          <p:cNvGrpSpPr/>
          <p:nvPr/>
        </p:nvGrpSpPr>
        <p:grpSpPr>
          <a:xfrm>
            <a:off x="3330701" y="2287349"/>
            <a:ext cx="352349" cy="338760"/>
            <a:chOff x="4447550" y="249750"/>
            <a:chExt cx="500425" cy="481125"/>
          </a:xfrm>
        </p:grpSpPr>
        <p:sp>
          <p:nvSpPr>
            <p:cNvPr id="5763" name="Google Shape;5763;p44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44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65" name="Google Shape;5765;p44"/>
          <p:cNvGrpSpPr/>
          <p:nvPr/>
        </p:nvGrpSpPr>
        <p:grpSpPr>
          <a:xfrm>
            <a:off x="3759902" y="2287102"/>
            <a:ext cx="339253" cy="339253"/>
            <a:chOff x="5049725" y="249400"/>
            <a:chExt cx="481825" cy="481825"/>
          </a:xfrm>
        </p:grpSpPr>
        <p:sp>
          <p:nvSpPr>
            <p:cNvPr id="5766" name="Google Shape;5766;p44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44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68" name="Google Shape;5768;p44"/>
          <p:cNvGrpSpPr/>
          <p:nvPr/>
        </p:nvGrpSpPr>
        <p:grpSpPr>
          <a:xfrm>
            <a:off x="4173843" y="2287102"/>
            <a:ext cx="339253" cy="339253"/>
            <a:chOff x="5660400" y="238125"/>
            <a:chExt cx="481825" cy="481825"/>
          </a:xfrm>
        </p:grpSpPr>
        <p:sp>
          <p:nvSpPr>
            <p:cNvPr id="5769" name="Google Shape;5769;p44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44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71" name="Google Shape;5771;p44"/>
          <p:cNvGrpSpPr/>
          <p:nvPr/>
        </p:nvGrpSpPr>
        <p:grpSpPr>
          <a:xfrm>
            <a:off x="4590529" y="2287102"/>
            <a:ext cx="339253" cy="339253"/>
            <a:chOff x="6235400" y="249400"/>
            <a:chExt cx="481825" cy="481825"/>
          </a:xfrm>
        </p:grpSpPr>
        <p:sp>
          <p:nvSpPr>
            <p:cNvPr id="5772" name="Google Shape;5772;p44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44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44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44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44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77" name="Google Shape;5777;p44"/>
          <p:cNvGrpSpPr/>
          <p:nvPr/>
        </p:nvGrpSpPr>
        <p:grpSpPr>
          <a:xfrm>
            <a:off x="828875" y="2731810"/>
            <a:ext cx="340204" cy="298116"/>
            <a:chOff x="899850" y="871450"/>
            <a:chExt cx="483175" cy="423400"/>
          </a:xfrm>
        </p:grpSpPr>
        <p:sp>
          <p:nvSpPr>
            <p:cNvPr id="5778" name="Google Shape;5778;p4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4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4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4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82" name="Google Shape;5782;p44"/>
          <p:cNvSpPr/>
          <p:nvPr/>
        </p:nvSpPr>
        <p:spPr>
          <a:xfrm>
            <a:off x="1265674" y="2711214"/>
            <a:ext cx="302200" cy="339253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783" name="Google Shape;5783;p44"/>
          <p:cNvGrpSpPr/>
          <p:nvPr/>
        </p:nvGrpSpPr>
        <p:grpSpPr>
          <a:xfrm>
            <a:off x="1660875" y="2711232"/>
            <a:ext cx="340573" cy="339271"/>
            <a:chOff x="2085450" y="842250"/>
            <a:chExt cx="483700" cy="481850"/>
          </a:xfrm>
        </p:grpSpPr>
        <p:sp>
          <p:nvSpPr>
            <p:cNvPr id="5784" name="Google Shape;5784;p4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4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4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87" name="Google Shape;5787;p44"/>
          <p:cNvGrpSpPr/>
          <p:nvPr/>
        </p:nvGrpSpPr>
        <p:grpSpPr>
          <a:xfrm>
            <a:off x="2089443" y="2711241"/>
            <a:ext cx="339306" cy="339253"/>
            <a:chOff x="2685825" y="840375"/>
            <a:chExt cx="481900" cy="481825"/>
          </a:xfrm>
        </p:grpSpPr>
        <p:sp>
          <p:nvSpPr>
            <p:cNvPr id="5788" name="Google Shape;5788;p44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44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90" name="Google Shape;5790;p44"/>
          <p:cNvGrpSpPr/>
          <p:nvPr/>
        </p:nvGrpSpPr>
        <p:grpSpPr>
          <a:xfrm>
            <a:off x="2501104" y="2710924"/>
            <a:ext cx="350431" cy="339887"/>
            <a:chOff x="3270675" y="841800"/>
            <a:chExt cx="497700" cy="482725"/>
          </a:xfrm>
        </p:grpSpPr>
        <p:sp>
          <p:nvSpPr>
            <p:cNvPr id="5791" name="Google Shape;5791;p44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44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44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94" name="Google Shape;5794;p44"/>
          <p:cNvSpPr/>
          <p:nvPr/>
        </p:nvSpPr>
        <p:spPr>
          <a:xfrm>
            <a:off x="2919129" y="2721811"/>
            <a:ext cx="339253" cy="318060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795" name="Google Shape;5795;p44"/>
          <p:cNvGrpSpPr/>
          <p:nvPr/>
        </p:nvGrpSpPr>
        <p:grpSpPr>
          <a:xfrm>
            <a:off x="3337249" y="2731783"/>
            <a:ext cx="339253" cy="298169"/>
            <a:chOff x="4467200" y="877100"/>
            <a:chExt cx="481825" cy="423475"/>
          </a:xfrm>
        </p:grpSpPr>
        <p:sp>
          <p:nvSpPr>
            <p:cNvPr id="5796" name="Google Shape;5796;p44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44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44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44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00" name="Google Shape;5800;p44"/>
          <p:cNvGrpSpPr/>
          <p:nvPr/>
        </p:nvGrpSpPr>
        <p:grpSpPr>
          <a:xfrm>
            <a:off x="3752140" y="2711232"/>
            <a:ext cx="354778" cy="339271"/>
            <a:chOff x="5045500" y="842250"/>
            <a:chExt cx="503875" cy="481850"/>
          </a:xfrm>
        </p:grpSpPr>
        <p:sp>
          <p:nvSpPr>
            <p:cNvPr id="5801" name="Google Shape;5801;p44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44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03" name="Google Shape;5803;p44"/>
          <p:cNvGrpSpPr/>
          <p:nvPr/>
        </p:nvGrpSpPr>
        <p:grpSpPr>
          <a:xfrm>
            <a:off x="4174987" y="2737451"/>
            <a:ext cx="336965" cy="286833"/>
            <a:chOff x="5645200" y="879425"/>
            <a:chExt cx="478575" cy="407375"/>
          </a:xfrm>
        </p:grpSpPr>
        <p:sp>
          <p:nvSpPr>
            <p:cNvPr id="5804" name="Google Shape;5804;p44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44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44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44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44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44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10" name="Google Shape;5810;p44"/>
          <p:cNvGrpSpPr/>
          <p:nvPr/>
        </p:nvGrpSpPr>
        <p:grpSpPr>
          <a:xfrm>
            <a:off x="4611062" y="2711241"/>
            <a:ext cx="298186" cy="339253"/>
            <a:chOff x="6264525" y="842250"/>
            <a:chExt cx="423500" cy="481825"/>
          </a:xfrm>
        </p:grpSpPr>
        <p:sp>
          <p:nvSpPr>
            <p:cNvPr id="5811" name="Google Shape;5811;p44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44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44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44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44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44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44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18" name="Google Shape;5818;p44"/>
          <p:cNvGrpSpPr/>
          <p:nvPr/>
        </p:nvGrpSpPr>
        <p:grpSpPr>
          <a:xfrm>
            <a:off x="829350" y="3125895"/>
            <a:ext cx="339253" cy="339253"/>
            <a:chOff x="900750" y="1436075"/>
            <a:chExt cx="481825" cy="481825"/>
          </a:xfrm>
        </p:grpSpPr>
        <p:sp>
          <p:nvSpPr>
            <p:cNvPr id="5819" name="Google Shape;5819;p44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44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44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44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23" name="Google Shape;5823;p44"/>
          <p:cNvGrpSpPr/>
          <p:nvPr/>
        </p:nvGrpSpPr>
        <p:grpSpPr>
          <a:xfrm>
            <a:off x="1247198" y="3186183"/>
            <a:ext cx="339253" cy="218676"/>
            <a:chOff x="1492675" y="1520750"/>
            <a:chExt cx="481825" cy="310575"/>
          </a:xfrm>
        </p:grpSpPr>
        <p:sp>
          <p:nvSpPr>
            <p:cNvPr id="5824" name="Google Shape;5824;p44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44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26" name="Google Shape;5826;p44"/>
          <p:cNvGrpSpPr/>
          <p:nvPr/>
        </p:nvGrpSpPr>
        <p:grpSpPr>
          <a:xfrm>
            <a:off x="1654995" y="3125877"/>
            <a:ext cx="352332" cy="339288"/>
            <a:chOff x="2071000" y="1435025"/>
            <a:chExt cx="500400" cy="481875"/>
          </a:xfrm>
        </p:grpSpPr>
        <p:sp>
          <p:nvSpPr>
            <p:cNvPr id="5827" name="Google Shape;5827;p44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44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44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30" name="Google Shape;5830;p44"/>
          <p:cNvGrpSpPr/>
          <p:nvPr/>
        </p:nvGrpSpPr>
        <p:grpSpPr>
          <a:xfrm>
            <a:off x="2083159" y="3146709"/>
            <a:ext cx="351874" cy="297623"/>
            <a:chOff x="2678350" y="1464650"/>
            <a:chExt cx="499750" cy="422700"/>
          </a:xfrm>
        </p:grpSpPr>
        <p:sp>
          <p:nvSpPr>
            <p:cNvPr id="5831" name="Google Shape;5831;p44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44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44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34" name="Google Shape;5834;p44"/>
          <p:cNvGrpSpPr/>
          <p:nvPr/>
        </p:nvGrpSpPr>
        <p:grpSpPr>
          <a:xfrm>
            <a:off x="2506692" y="3125895"/>
            <a:ext cx="339253" cy="339253"/>
            <a:chOff x="3271200" y="1435075"/>
            <a:chExt cx="481825" cy="481825"/>
          </a:xfrm>
        </p:grpSpPr>
        <p:sp>
          <p:nvSpPr>
            <p:cNvPr id="5835" name="Google Shape;5835;p44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44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37" name="Google Shape;5837;p44"/>
          <p:cNvGrpSpPr/>
          <p:nvPr/>
        </p:nvGrpSpPr>
        <p:grpSpPr>
          <a:xfrm>
            <a:off x="2917165" y="3125877"/>
            <a:ext cx="343442" cy="339288"/>
            <a:chOff x="3858100" y="1435075"/>
            <a:chExt cx="487775" cy="481875"/>
          </a:xfrm>
        </p:grpSpPr>
        <p:sp>
          <p:nvSpPr>
            <p:cNvPr id="5838" name="Google Shape;5838;p44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44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44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44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44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43" name="Google Shape;5843;p44"/>
          <p:cNvGrpSpPr/>
          <p:nvPr/>
        </p:nvGrpSpPr>
        <p:grpSpPr>
          <a:xfrm>
            <a:off x="3337249" y="3125895"/>
            <a:ext cx="339253" cy="339253"/>
            <a:chOff x="4456875" y="1435075"/>
            <a:chExt cx="481825" cy="481825"/>
          </a:xfrm>
        </p:grpSpPr>
        <p:sp>
          <p:nvSpPr>
            <p:cNvPr id="5844" name="Google Shape;5844;p44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44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44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44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44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44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44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44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44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44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44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44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44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44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44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44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44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44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44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63" name="Google Shape;5863;p44"/>
          <p:cNvGrpSpPr/>
          <p:nvPr/>
        </p:nvGrpSpPr>
        <p:grpSpPr>
          <a:xfrm>
            <a:off x="3758239" y="3125886"/>
            <a:ext cx="342580" cy="339271"/>
            <a:chOff x="5049725" y="1435050"/>
            <a:chExt cx="486550" cy="481850"/>
          </a:xfrm>
        </p:grpSpPr>
        <p:sp>
          <p:nvSpPr>
            <p:cNvPr id="5864" name="Google Shape;5864;p44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44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44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44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68" name="Google Shape;5868;p44"/>
          <p:cNvGrpSpPr/>
          <p:nvPr/>
        </p:nvGrpSpPr>
        <p:grpSpPr>
          <a:xfrm>
            <a:off x="4173790" y="3125895"/>
            <a:ext cx="339359" cy="339253"/>
            <a:chOff x="5642475" y="1435075"/>
            <a:chExt cx="481975" cy="481825"/>
          </a:xfrm>
        </p:grpSpPr>
        <p:sp>
          <p:nvSpPr>
            <p:cNvPr id="5869" name="Google Shape;5869;p44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44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44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72" name="Google Shape;5872;p44"/>
          <p:cNvGrpSpPr/>
          <p:nvPr/>
        </p:nvGrpSpPr>
        <p:grpSpPr>
          <a:xfrm>
            <a:off x="4588276" y="3125886"/>
            <a:ext cx="343759" cy="339271"/>
            <a:chOff x="6232000" y="1435050"/>
            <a:chExt cx="488225" cy="481850"/>
          </a:xfrm>
        </p:grpSpPr>
        <p:sp>
          <p:nvSpPr>
            <p:cNvPr id="5873" name="Google Shape;5873;p44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44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44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44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44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78" name="Google Shape;5878;p44"/>
          <p:cNvGrpSpPr/>
          <p:nvPr/>
        </p:nvGrpSpPr>
        <p:grpSpPr>
          <a:xfrm>
            <a:off x="849012" y="3539545"/>
            <a:ext cx="299929" cy="337792"/>
            <a:chOff x="924450" y="2028975"/>
            <a:chExt cx="425975" cy="479750"/>
          </a:xfrm>
        </p:grpSpPr>
        <p:sp>
          <p:nvSpPr>
            <p:cNvPr id="5879" name="Google Shape;5879;p44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44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44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82" name="Google Shape;5882;p44"/>
          <p:cNvGrpSpPr/>
          <p:nvPr/>
        </p:nvGrpSpPr>
        <p:grpSpPr>
          <a:xfrm>
            <a:off x="1661509" y="3559347"/>
            <a:ext cx="339306" cy="298186"/>
            <a:chOff x="2085450" y="2057100"/>
            <a:chExt cx="481900" cy="423500"/>
          </a:xfrm>
        </p:grpSpPr>
        <p:sp>
          <p:nvSpPr>
            <p:cNvPr id="5883" name="Google Shape;5883;p44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44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44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86" name="Google Shape;5886;p44"/>
          <p:cNvGrpSpPr/>
          <p:nvPr/>
        </p:nvGrpSpPr>
        <p:grpSpPr>
          <a:xfrm>
            <a:off x="2089442" y="3582592"/>
            <a:ext cx="339306" cy="251698"/>
            <a:chOff x="2678275" y="2090100"/>
            <a:chExt cx="481900" cy="357475"/>
          </a:xfrm>
        </p:grpSpPr>
        <p:sp>
          <p:nvSpPr>
            <p:cNvPr id="5887" name="Google Shape;5887;p44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44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44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44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44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92" name="Google Shape;5892;p44"/>
          <p:cNvGrpSpPr/>
          <p:nvPr/>
        </p:nvGrpSpPr>
        <p:grpSpPr>
          <a:xfrm>
            <a:off x="2566646" y="3594790"/>
            <a:ext cx="219345" cy="227301"/>
            <a:chOff x="3357325" y="2093500"/>
            <a:chExt cx="311525" cy="322825"/>
          </a:xfrm>
        </p:grpSpPr>
        <p:sp>
          <p:nvSpPr>
            <p:cNvPr id="5893" name="Google Shape;5893;p44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44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44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96" name="Google Shape;5896;p44"/>
          <p:cNvSpPr/>
          <p:nvPr/>
        </p:nvSpPr>
        <p:spPr>
          <a:xfrm>
            <a:off x="2921919" y="3550464"/>
            <a:ext cx="333673" cy="315824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897" name="Google Shape;5897;p44"/>
          <p:cNvGrpSpPr/>
          <p:nvPr/>
        </p:nvGrpSpPr>
        <p:grpSpPr>
          <a:xfrm>
            <a:off x="3360836" y="3538814"/>
            <a:ext cx="292078" cy="339253"/>
            <a:chOff x="4492800" y="2027925"/>
            <a:chExt cx="414825" cy="481825"/>
          </a:xfrm>
        </p:grpSpPr>
        <p:sp>
          <p:nvSpPr>
            <p:cNvPr id="5898" name="Google Shape;5898;p44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44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00" name="Google Shape;5900;p44"/>
          <p:cNvGrpSpPr/>
          <p:nvPr/>
        </p:nvGrpSpPr>
        <p:grpSpPr>
          <a:xfrm>
            <a:off x="3759928" y="3538805"/>
            <a:ext cx="339200" cy="339271"/>
            <a:chOff x="5049725" y="2027900"/>
            <a:chExt cx="481750" cy="481850"/>
          </a:xfrm>
        </p:grpSpPr>
        <p:sp>
          <p:nvSpPr>
            <p:cNvPr id="5901" name="Google Shape;5901;p44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44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44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44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44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44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44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44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09" name="Google Shape;5909;p44"/>
          <p:cNvGrpSpPr/>
          <p:nvPr/>
        </p:nvGrpSpPr>
        <p:grpSpPr>
          <a:xfrm>
            <a:off x="4233524" y="3538893"/>
            <a:ext cx="219890" cy="339095"/>
            <a:chOff x="5726350" y="2028150"/>
            <a:chExt cx="312300" cy="481600"/>
          </a:xfrm>
        </p:grpSpPr>
        <p:sp>
          <p:nvSpPr>
            <p:cNvPr id="5910" name="Google Shape;5910;p44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44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44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13" name="Google Shape;5913;p44"/>
          <p:cNvGrpSpPr/>
          <p:nvPr/>
        </p:nvGrpSpPr>
        <p:grpSpPr>
          <a:xfrm>
            <a:off x="4593715" y="3542000"/>
            <a:ext cx="332881" cy="332881"/>
            <a:chOff x="6239925" y="2032450"/>
            <a:chExt cx="472775" cy="472775"/>
          </a:xfrm>
        </p:grpSpPr>
        <p:sp>
          <p:nvSpPr>
            <p:cNvPr id="5914" name="Google Shape;5914;p44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44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16" name="Google Shape;5916;p44"/>
          <p:cNvGrpSpPr/>
          <p:nvPr/>
        </p:nvGrpSpPr>
        <p:grpSpPr>
          <a:xfrm>
            <a:off x="5042807" y="2364092"/>
            <a:ext cx="334641" cy="185425"/>
            <a:chOff x="903075" y="2730000"/>
            <a:chExt cx="475275" cy="263350"/>
          </a:xfrm>
        </p:grpSpPr>
        <p:sp>
          <p:nvSpPr>
            <p:cNvPr id="5917" name="Google Shape;5917;p44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44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44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20" name="Google Shape;5920;p44"/>
          <p:cNvGrpSpPr/>
          <p:nvPr/>
        </p:nvGrpSpPr>
        <p:grpSpPr>
          <a:xfrm>
            <a:off x="1247198" y="3538814"/>
            <a:ext cx="339253" cy="339253"/>
            <a:chOff x="1492675" y="2027925"/>
            <a:chExt cx="481825" cy="481825"/>
          </a:xfrm>
        </p:grpSpPr>
        <p:sp>
          <p:nvSpPr>
            <p:cNvPr id="5921" name="Google Shape;5921;p44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44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44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44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44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26" name="Google Shape;5926;p44"/>
          <p:cNvGrpSpPr/>
          <p:nvPr/>
        </p:nvGrpSpPr>
        <p:grpSpPr>
          <a:xfrm>
            <a:off x="5473575" y="2287178"/>
            <a:ext cx="339253" cy="339253"/>
            <a:chOff x="1492675" y="2620775"/>
            <a:chExt cx="481825" cy="481825"/>
          </a:xfrm>
        </p:grpSpPr>
        <p:sp>
          <p:nvSpPr>
            <p:cNvPr id="5927" name="Google Shape;5927;p44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44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29" name="Google Shape;5929;p44"/>
          <p:cNvSpPr/>
          <p:nvPr/>
        </p:nvSpPr>
        <p:spPr>
          <a:xfrm>
            <a:off x="5873522" y="2287094"/>
            <a:ext cx="352508" cy="339253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930" name="Google Shape;5930;p44"/>
          <p:cNvGrpSpPr/>
          <p:nvPr/>
        </p:nvGrpSpPr>
        <p:grpSpPr>
          <a:xfrm>
            <a:off x="6297328" y="2303161"/>
            <a:ext cx="333585" cy="307287"/>
            <a:chOff x="2682350" y="2643425"/>
            <a:chExt cx="473775" cy="436425"/>
          </a:xfrm>
        </p:grpSpPr>
        <p:sp>
          <p:nvSpPr>
            <p:cNvPr id="5931" name="Google Shape;5931;p44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44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44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44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44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44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44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38" name="Google Shape;5938;p44"/>
          <p:cNvGrpSpPr/>
          <p:nvPr/>
        </p:nvGrpSpPr>
        <p:grpSpPr>
          <a:xfrm>
            <a:off x="6762818" y="2287178"/>
            <a:ext cx="238531" cy="339253"/>
            <a:chOff x="3342725" y="2620775"/>
            <a:chExt cx="338775" cy="481825"/>
          </a:xfrm>
        </p:grpSpPr>
        <p:sp>
          <p:nvSpPr>
            <p:cNvPr id="5939" name="Google Shape;5939;p44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44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44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42" name="Google Shape;5942;p44"/>
          <p:cNvGrpSpPr/>
          <p:nvPr/>
        </p:nvGrpSpPr>
        <p:grpSpPr>
          <a:xfrm>
            <a:off x="7156568" y="2287178"/>
            <a:ext cx="278296" cy="339253"/>
            <a:chOff x="3907325" y="2620775"/>
            <a:chExt cx="395250" cy="481825"/>
          </a:xfrm>
        </p:grpSpPr>
        <p:sp>
          <p:nvSpPr>
            <p:cNvPr id="5943" name="Google Shape;5943;p44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44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44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44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47" name="Google Shape;5947;p44"/>
          <p:cNvGrpSpPr/>
          <p:nvPr/>
        </p:nvGrpSpPr>
        <p:grpSpPr>
          <a:xfrm>
            <a:off x="7549755" y="2297783"/>
            <a:ext cx="339253" cy="318042"/>
            <a:chOff x="4456875" y="2635825"/>
            <a:chExt cx="481825" cy="451700"/>
          </a:xfrm>
        </p:grpSpPr>
        <p:sp>
          <p:nvSpPr>
            <p:cNvPr id="5948" name="Google Shape;5948;p44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44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44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44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44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44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54" name="Google Shape;5954;p44"/>
          <p:cNvGrpSpPr/>
          <p:nvPr/>
        </p:nvGrpSpPr>
        <p:grpSpPr>
          <a:xfrm>
            <a:off x="7974679" y="2297783"/>
            <a:ext cx="339253" cy="318042"/>
            <a:chOff x="5049725" y="2635825"/>
            <a:chExt cx="481825" cy="451700"/>
          </a:xfrm>
        </p:grpSpPr>
        <p:sp>
          <p:nvSpPr>
            <p:cNvPr id="5955" name="Google Shape;5955;p44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44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44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58" name="Google Shape;5958;p44"/>
          <p:cNvGrpSpPr/>
          <p:nvPr/>
        </p:nvGrpSpPr>
        <p:grpSpPr>
          <a:xfrm>
            <a:off x="2375386" y="3952243"/>
            <a:ext cx="338566" cy="338373"/>
            <a:chOff x="5643000" y="2621375"/>
            <a:chExt cx="480850" cy="480575"/>
          </a:xfrm>
        </p:grpSpPr>
        <p:sp>
          <p:nvSpPr>
            <p:cNvPr id="5959" name="Google Shape;5959;p44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44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44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44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44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44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44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66" name="Google Shape;5966;p44"/>
          <p:cNvGrpSpPr/>
          <p:nvPr/>
        </p:nvGrpSpPr>
        <p:grpSpPr>
          <a:xfrm>
            <a:off x="4192782" y="3951803"/>
            <a:ext cx="339359" cy="339253"/>
            <a:chOff x="6235250" y="2620775"/>
            <a:chExt cx="481975" cy="481825"/>
          </a:xfrm>
        </p:grpSpPr>
        <p:sp>
          <p:nvSpPr>
            <p:cNvPr id="5967" name="Google Shape;5967;p44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44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44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44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44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72" name="Google Shape;5972;p44"/>
          <p:cNvSpPr/>
          <p:nvPr/>
        </p:nvSpPr>
        <p:spPr>
          <a:xfrm>
            <a:off x="5037584" y="2720693"/>
            <a:ext cx="345027" cy="320295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973" name="Google Shape;5973;p44"/>
          <p:cNvGrpSpPr/>
          <p:nvPr/>
        </p:nvGrpSpPr>
        <p:grpSpPr>
          <a:xfrm>
            <a:off x="5472652" y="2711317"/>
            <a:ext cx="341101" cy="339253"/>
            <a:chOff x="1535000" y="3223325"/>
            <a:chExt cx="484450" cy="481825"/>
          </a:xfrm>
        </p:grpSpPr>
        <p:sp>
          <p:nvSpPr>
            <p:cNvPr id="5974" name="Google Shape;5974;p44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44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44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77" name="Google Shape;5977;p44"/>
          <p:cNvGrpSpPr/>
          <p:nvPr/>
        </p:nvGrpSpPr>
        <p:grpSpPr>
          <a:xfrm>
            <a:off x="5880219" y="2746618"/>
            <a:ext cx="339253" cy="268649"/>
            <a:chOff x="2085525" y="3263750"/>
            <a:chExt cx="481825" cy="381550"/>
          </a:xfrm>
        </p:grpSpPr>
        <p:sp>
          <p:nvSpPr>
            <p:cNvPr id="5978" name="Google Shape;5978;p44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44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80" name="Google Shape;5980;p44"/>
          <p:cNvSpPr/>
          <p:nvPr/>
        </p:nvSpPr>
        <p:spPr>
          <a:xfrm>
            <a:off x="6294404" y="2778690"/>
            <a:ext cx="339253" cy="204295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981" name="Google Shape;5981;p44"/>
          <p:cNvGrpSpPr/>
          <p:nvPr/>
        </p:nvGrpSpPr>
        <p:grpSpPr>
          <a:xfrm>
            <a:off x="6711982" y="2711308"/>
            <a:ext cx="340204" cy="339271"/>
            <a:chOff x="3270450" y="3213625"/>
            <a:chExt cx="483175" cy="481850"/>
          </a:xfrm>
        </p:grpSpPr>
        <p:sp>
          <p:nvSpPr>
            <p:cNvPr id="5982" name="Google Shape;5982;p44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44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84" name="Google Shape;5984;p44"/>
          <p:cNvGrpSpPr/>
          <p:nvPr/>
        </p:nvGrpSpPr>
        <p:grpSpPr>
          <a:xfrm>
            <a:off x="7211250" y="2711317"/>
            <a:ext cx="168931" cy="339253"/>
            <a:chOff x="3984950" y="3213600"/>
            <a:chExt cx="239925" cy="481825"/>
          </a:xfrm>
        </p:grpSpPr>
        <p:sp>
          <p:nvSpPr>
            <p:cNvPr id="5985" name="Google Shape;5985;p44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44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87" name="Google Shape;5987;p44"/>
          <p:cNvSpPr/>
          <p:nvPr/>
        </p:nvSpPr>
        <p:spPr>
          <a:xfrm>
            <a:off x="7549578" y="2711214"/>
            <a:ext cx="339306" cy="339253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8" name="Google Shape;5988;p44"/>
          <p:cNvSpPr/>
          <p:nvPr/>
        </p:nvSpPr>
        <p:spPr>
          <a:xfrm>
            <a:off x="7974508" y="2731069"/>
            <a:ext cx="339253" cy="299542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989" name="Google Shape;5989;p44"/>
          <p:cNvGrpSpPr/>
          <p:nvPr/>
        </p:nvGrpSpPr>
        <p:grpSpPr>
          <a:xfrm>
            <a:off x="1874281" y="3981487"/>
            <a:ext cx="355218" cy="279880"/>
            <a:chOff x="5629975" y="3255775"/>
            <a:chExt cx="504500" cy="397500"/>
          </a:xfrm>
        </p:grpSpPr>
        <p:sp>
          <p:nvSpPr>
            <p:cNvPr id="5990" name="Google Shape;5990;p44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44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44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44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44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95" name="Google Shape;5995;p44"/>
          <p:cNvGrpSpPr/>
          <p:nvPr/>
        </p:nvGrpSpPr>
        <p:grpSpPr>
          <a:xfrm>
            <a:off x="3755839" y="3981593"/>
            <a:ext cx="340256" cy="279669"/>
            <a:chOff x="6234950" y="3255925"/>
            <a:chExt cx="483250" cy="397200"/>
          </a:xfrm>
        </p:grpSpPr>
        <p:sp>
          <p:nvSpPr>
            <p:cNvPr id="5996" name="Google Shape;5996;p44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44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44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44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44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44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02" name="Google Shape;6002;p44"/>
          <p:cNvGrpSpPr/>
          <p:nvPr/>
        </p:nvGrpSpPr>
        <p:grpSpPr>
          <a:xfrm>
            <a:off x="5051107" y="3125970"/>
            <a:ext cx="318042" cy="339253"/>
            <a:chOff x="914900" y="3806450"/>
            <a:chExt cx="451700" cy="481825"/>
          </a:xfrm>
        </p:grpSpPr>
        <p:sp>
          <p:nvSpPr>
            <p:cNvPr id="6003" name="Google Shape;6003;p44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44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44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44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44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08" name="Google Shape;6008;p44"/>
          <p:cNvGrpSpPr/>
          <p:nvPr/>
        </p:nvGrpSpPr>
        <p:grpSpPr>
          <a:xfrm>
            <a:off x="5470028" y="3125785"/>
            <a:ext cx="346347" cy="339623"/>
            <a:chOff x="1490050" y="3805975"/>
            <a:chExt cx="491900" cy="482350"/>
          </a:xfrm>
        </p:grpSpPr>
        <p:sp>
          <p:nvSpPr>
            <p:cNvPr id="6009" name="Google Shape;6009;p4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4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4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4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13" name="Google Shape;6013;p44"/>
          <p:cNvGrpSpPr/>
          <p:nvPr/>
        </p:nvGrpSpPr>
        <p:grpSpPr>
          <a:xfrm>
            <a:off x="5893896" y="3125970"/>
            <a:ext cx="311899" cy="339253"/>
            <a:chOff x="2104275" y="3806450"/>
            <a:chExt cx="442975" cy="481825"/>
          </a:xfrm>
        </p:grpSpPr>
        <p:sp>
          <p:nvSpPr>
            <p:cNvPr id="6014" name="Google Shape;6014;p44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44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16" name="Google Shape;6016;p44"/>
          <p:cNvGrpSpPr/>
          <p:nvPr/>
        </p:nvGrpSpPr>
        <p:grpSpPr>
          <a:xfrm>
            <a:off x="6317413" y="3125970"/>
            <a:ext cx="293416" cy="339253"/>
            <a:chOff x="2710875" y="3806450"/>
            <a:chExt cx="416725" cy="481825"/>
          </a:xfrm>
        </p:grpSpPr>
        <p:sp>
          <p:nvSpPr>
            <p:cNvPr id="6017" name="Google Shape;6017;p44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44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19" name="Google Shape;6019;p44"/>
          <p:cNvGrpSpPr/>
          <p:nvPr/>
        </p:nvGrpSpPr>
        <p:grpSpPr>
          <a:xfrm>
            <a:off x="6712457" y="3166412"/>
            <a:ext cx="339253" cy="258369"/>
            <a:chOff x="3271200" y="3863875"/>
            <a:chExt cx="481825" cy="366950"/>
          </a:xfrm>
        </p:grpSpPr>
        <p:sp>
          <p:nvSpPr>
            <p:cNvPr id="6020" name="Google Shape;6020;p4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4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22" name="Google Shape;6022;p44"/>
          <p:cNvGrpSpPr/>
          <p:nvPr/>
        </p:nvGrpSpPr>
        <p:grpSpPr>
          <a:xfrm>
            <a:off x="7147952" y="3126199"/>
            <a:ext cx="295528" cy="338795"/>
            <a:chOff x="3895050" y="3806775"/>
            <a:chExt cx="419725" cy="481175"/>
          </a:xfrm>
        </p:grpSpPr>
        <p:sp>
          <p:nvSpPr>
            <p:cNvPr id="6023" name="Google Shape;6023;p4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4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25" name="Google Shape;6025;p44"/>
          <p:cNvGrpSpPr/>
          <p:nvPr/>
        </p:nvGrpSpPr>
        <p:grpSpPr>
          <a:xfrm>
            <a:off x="7551234" y="3125979"/>
            <a:ext cx="336296" cy="339235"/>
            <a:chOff x="4464775" y="3806475"/>
            <a:chExt cx="477625" cy="481800"/>
          </a:xfrm>
        </p:grpSpPr>
        <p:sp>
          <p:nvSpPr>
            <p:cNvPr id="6026" name="Google Shape;6026;p44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44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44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44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44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44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32" name="Google Shape;6032;p44"/>
          <p:cNvGrpSpPr/>
          <p:nvPr/>
        </p:nvGrpSpPr>
        <p:grpSpPr>
          <a:xfrm>
            <a:off x="7974679" y="3125970"/>
            <a:ext cx="339253" cy="339253"/>
            <a:chOff x="5049725" y="3806450"/>
            <a:chExt cx="481825" cy="481825"/>
          </a:xfrm>
        </p:grpSpPr>
        <p:sp>
          <p:nvSpPr>
            <p:cNvPr id="6033" name="Google Shape;6033;p44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44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44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36" name="Google Shape;6036;p44"/>
          <p:cNvGrpSpPr/>
          <p:nvPr/>
        </p:nvGrpSpPr>
        <p:grpSpPr>
          <a:xfrm>
            <a:off x="1461983" y="3951798"/>
            <a:ext cx="339253" cy="339253"/>
            <a:chOff x="5651375" y="3806450"/>
            <a:chExt cx="481825" cy="481825"/>
          </a:xfrm>
        </p:grpSpPr>
        <p:sp>
          <p:nvSpPr>
            <p:cNvPr id="6037" name="Google Shape;6037;p44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44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44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44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41" name="Google Shape;6041;p44"/>
          <p:cNvGrpSpPr/>
          <p:nvPr/>
        </p:nvGrpSpPr>
        <p:grpSpPr>
          <a:xfrm>
            <a:off x="3360663" y="3953787"/>
            <a:ext cx="298503" cy="335275"/>
            <a:chOff x="6264300" y="3809300"/>
            <a:chExt cx="423950" cy="476175"/>
          </a:xfrm>
        </p:grpSpPr>
        <p:sp>
          <p:nvSpPr>
            <p:cNvPr id="6042" name="Google Shape;6042;p44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44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44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45" name="Google Shape;6045;p44"/>
          <p:cNvGrpSpPr/>
          <p:nvPr/>
        </p:nvGrpSpPr>
        <p:grpSpPr>
          <a:xfrm>
            <a:off x="5039841" y="3538881"/>
            <a:ext cx="340573" cy="339271"/>
            <a:chOff x="898875" y="4399275"/>
            <a:chExt cx="483700" cy="481850"/>
          </a:xfrm>
        </p:grpSpPr>
        <p:sp>
          <p:nvSpPr>
            <p:cNvPr id="6046" name="Google Shape;6046;p44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44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44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44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44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44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44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44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54" name="Google Shape;6054;p44"/>
          <p:cNvGrpSpPr/>
          <p:nvPr/>
        </p:nvGrpSpPr>
        <p:grpSpPr>
          <a:xfrm>
            <a:off x="5473575" y="3554133"/>
            <a:ext cx="339253" cy="308765"/>
            <a:chOff x="1492675" y="4420975"/>
            <a:chExt cx="481825" cy="438525"/>
          </a:xfrm>
        </p:grpSpPr>
        <p:sp>
          <p:nvSpPr>
            <p:cNvPr id="6055" name="Google Shape;6055;p44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44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44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44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44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60" name="Google Shape;6060;p44"/>
          <p:cNvGrpSpPr/>
          <p:nvPr/>
        </p:nvGrpSpPr>
        <p:grpSpPr>
          <a:xfrm>
            <a:off x="5878556" y="3539558"/>
            <a:ext cx="342580" cy="337915"/>
            <a:chOff x="2084100" y="4400250"/>
            <a:chExt cx="486550" cy="479925"/>
          </a:xfrm>
        </p:grpSpPr>
        <p:sp>
          <p:nvSpPr>
            <p:cNvPr id="6061" name="Google Shape;6061;p44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44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44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44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44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44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67" name="Google Shape;6067;p44"/>
          <p:cNvGrpSpPr/>
          <p:nvPr/>
        </p:nvGrpSpPr>
        <p:grpSpPr>
          <a:xfrm>
            <a:off x="6315036" y="3538907"/>
            <a:ext cx="298169" cy="339218"/>
            <a:chOff x="2707950" y="4399325"/>
            <a:chExt cx="423475" cy="481775"/>
          </a:xfrm>
        </p:grpSpPr>
        <p:sp>
          <p:nvSpPr>
            <p:cNvPr id="6068" name="Google Shape;6068;p44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44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44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44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44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44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44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44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44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44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44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44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80" name="Google Shape;6080;p44"/>
          <p:cNvGrpSpPr/>
          <p:nvPr/>
        </p:nvGrpSpPr>
        <p:grpSpPr>
          <a:xfrm>
            <a:off x="6744555" y="3538881"/>
            <a:ext cx="275057" cy="339271"/>
            <a:chOff x="3330525" y="4399275"/>
            <a:chExt cx="390650" cy="481850"/>
          </a:xfrm>
        </p:grpSpPr>
        <p:sp>
          <p:nvSpPr>
            <p:cNvPr id="6081" name="Google Shape;6081;p44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44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44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44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44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44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44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88" name="Google Shape;6088;p44"/>
          <p:cNvGrpSpPr/>
          <p:nvPr/>
        </p:nvGrpSpPr>
        <p:grpSpPr>
          <a:xfrm>
            <a:off x="7169084" y="3538890"/>
            <a:ext cx="253265" cy="339253"/>
            <a:chOff x="3938800" y="4399275"/>
            <a:chExt cx="359700" cy="481825"/>
          </a:xfrm>
        </p:grpSpPr>
        <p:sp>
          <p:nvSpPr>
            <p:cNvPr id="6089" name="Google Shape;6089;p4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4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4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4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4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94" name="Google Shape;6094;p44"/>
          <p:cNvGrpSpPr/>
          <p:nvPr/>
        </p:nvGrpSpPr>
        <p:grpSpPr>
          <a:xfrm>
            <a:off x="7639862" y="3538890"/>
            <a:ext cx="159039" cy="339253"/>
            <a:chOff x="4584850" y="4399275"/>
            <a:chExt cx="225875" cy="481825"/>
          </a:xfrm>
        </p:grpSpPr>
        <p:sp>
          <p:nvSpPr>
            <p:cNvPr id="6095" name="Google Shape;6095;p44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44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097" name="Google Shape;6097;p44"/>
          <p:cNvSpPr/>
          <p:nvPr/>
        </p:nvSpPr>
        <p:spPr>
          <a:xfrm>
            <a:off x="7957998" y="3538820"/>
            <a:ext cx="372275" cy="33911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098" name="Google Shape;6098;p44"/>
          <p:cNvGrpSpPr/>
          <p:nvPr/>
        </p:nvGrpSpPr>
        <p:grpSpPr>
          <a:xfrm>
            <a:off x="1049680" y="3951795"/>
            <a:ext cx="339253" cy="339253"/>
            <a:chOff x="5642550" y="4399275"/>
            <a:chExt cx="481825" cy="481825"/>
          </a:xfrm>
        </p:grpSpPr>
        <p:sp>
          <p:nvSpPr>
            <p:cNvPr id="6099" name="Google Shape;6099;p44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44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01" name="Google Shape;6101;p44"/>
          <p:cNvGrpSpPr/>
          <p:nvPr/>
        </p:nvGrpSpPr>
        <p:grpSpPr>
          <a:xfrm>
            <a:off x="2859815" y="3963703"/>
            <a:ext cx="363316" cy="315437"/>
            <a:chOff x="6218300" y="4416175"/>
            <a:chExt cx="516000" cy="448000"/>
          </a:xfrm>
        </p:grpSpPr>
        <p:sp>
          <p:nvSpPr>
            <p:cNvPr id="6102" name="Google Shape;6102;p44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44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44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05" name="Google Shape;6105;p44"/>
          <p:cNvGrpSpPr/>
          <p:nvPr/>
        </p:nvGrpSpPr>
        <p:grpSpPr>
          <a:xfrm>
            <a:off x="5918879" y="3951792"/>
            <a:ext cx="339253" cy="339253"/>
            <a:chOff x="899850" y="4992125"/>
            <a:chExt cx="481825" cy="481825"/>
          </a:xfrm>
        </p:grpSpPr>
        <p:sp>
          <p:nvSpPr>
            <p:cNvPr id="6106" name="Google Shape;6106;p44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44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44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09" name="Google Shape;6109;p44"/>
          <p:cNvGrpSpPr/>
          <p:nvPr/>
        </p:nvGrpSpPr>
        <p:grpSpPr>
          <a:xfrm>
            <a:off x="5461708" y="3951792"/>
            <a:ext cx="339253" cy="339253"/>
            <a:chOff x="1492675" y="4992125"/>
            <a:chExt cx="481825" cy="481825"/>
          </a:xfrm>
        </p:grpSpPr>
        <p:sp>
          <p:nvSpPr>
            <p:cNvPr id="6110" name="Google Shape;6110;p4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4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12" name="Google Shape;6112;p44"/>
          <p:cNvGrpSpPr/>
          <p:nvPr/>
        </p:nvGrpSpPr>
        <p:grpSpPr>
          <a:xfrm>
            <a:off x="5004462" y="3951792"/>
            <a:ext cx="339253" cy="339253"/>
            <a:chOff x="2085525" y="4992125"/>
            <a:chExt cx="481825" cy="481825"/>
          </a:xfrm>
        </p:grpSpPr>
        <p:sp>
          <p:nvSpPr>
            <p:cNvPr id="6113" name="Google Shape;6113;p4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4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15" name="Google Shape;6115;p44"/>
          <p:cNvGrpSpPr/>
          <p:nvPr/>
        </p:nvGrpSpPr>
        <p:grpSpPr>
          <a:xfrm>
            <a:off x="6833221" y="3951792"/>
            <a:ext cx="339253" cy="339253"/>
            <a:chOff x="2678350" y="4992125"/>
            <a:chExt cx="481825" cy="481825"/>
          </a:xfrm>
        </p:grpSpPr>
        <p:sp>
          <p:nvSpPr>
            <p:cNvPr id="6116" name="Google Shape;6116;p44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44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44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19" name="Google Shape;6119;p44"/>
          <p:cNvGrpSpPr/>
          <p:nvPr/>
        </p:nvGrpSpPr>
        <p:grpSpPr>
          <a:xfrm>
            <a:off x="4628816" y="3951792"/>
            <a:ext cx="339253" cy="339253"/>
            <a:chOff x="3271200" y="4992125"/>
            <a:chExt cx="481825" cy="481825"/>
          </a:xfrm>
        </p:grpSpPr>
        <p:sp>
          <p:nvSpPr>
            <p:cNvPr id="6120" name="Google Shape;6120;p44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44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44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23" name="Google Shape;6123;p44"/>
          <p:cNvGrpSpPr/>
          <p:nvPr/>
        </p:nvGrpSpPr>
        <p:grpSpPr>
          <a:xfrm>
            <a:off x="7290263" y="3952822"/>
            <a:ext cx="339411" cy="337193"/>
            <a:chOff x="3863900" y="4993625"/>
            <a:chExt cx="482050" cy="478900"/>
          </a:xfrm>
        </p:grpSpPr>
        <p:sp>
          <p:nvSpPr>
            <p:cNvPr id="6124" name="Google Shape;6124;p44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44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44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44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28" name="Google Shape;6128;p44"/>
          <p:cNvGrpSpPr/>
          <p:nvPr/>
        </p:nvGrpSpPr>
        <p:grpSpPr>
          <a:xfrm>
            <a:off x="7747437" y="3952822"/>
            <a:ext cx="339411" cy="337193"/>
            <a:chOff x="4456725" y="4993625"/>
            <a:chExt cx="482050" cy="478900"/>
          </a:xfrm>
        </p:grpSpPr>
        <p:sp>
          <p:nvSpPr>
            <p:cNvPr id="6129" name="Google Shape;6129;p44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44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44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44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33" name="Google Shape;6133;p44"/>
          <p:cNvGrpSpPr/>
          <p:nvPr/>
        </p:nvGrpSpPr>
        <p:grpSpPr>
          <a:xfrm>
            <a:off x="6376030" y="3952813"/>
            <a:ext cx="339411" cy="337211"/>
            <a:chOff x="5049575" y="4993600"/>
            <a:chExt cx="482050" cy="478925"/>
          </a:xfrm>
        </p:grpSpPr>
        <p:sp>
          <p:nvSpPr>
            <p:cNvPr id="6134" name="Google Shape;6134;p44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44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44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44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141" name="Shape 6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2" name="Google Shape;6142;p45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43" name="Google Shape;6143;p45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144" name="Google Shape;6144;p45"/>
          <p:cNvGrpSpPr/>
          <p:nvPr/>
        </p:nvGrpSpPr>
        <p:grpSpPr>
          <a:xfrm>
            <a:off x="876361" y="1533504"/>
            <a:ext cx="322099" cy="370529"/>
            <a:chOff x="-42971725" y="3217825"/>
            <a:chExt cx="275675" cy="317125"/>
          </a:xfrm>
        </p:grpSpPr>
        <p:sp>
          <p:nvSpPr>
            <p:cNvPr id="6145" name="Google Shape;6145;p4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4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4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48" name="Google Shape;6148;p45"/>
          <p:cNvGrpSpPr/>
          <p:nvPr/>
        </p:nvGrpSpPr>
        <p:grpSpPr>
          <a:xfrm>
            <a:off x="848276" y="2002160"/>
            <a:ext cx="378270" cy="337551"/>
            <a:chOff x="-42996150" y="3612600"/>
            <a:chExt cx="323750" cy="288900"/>
          </a:xfrm>
        </p:grpSpPr>
        <p:sp>
          <p:nvSpPr>
            <p:cNvPr id="6149" name="Google Shape;6149;p4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4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4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52" name="Google Shape;6152;p45"/>
          <p:cNvGrpSpPr/>
          <p:nvPr/>
        </p:nvGrpSpPr>
        <p:grpSpPr>
          <a:xfrm>
            <a:off x="851036" y="2411530"/>
            <a:ext cx="372749" cy="370909"/>
            <a:chOff x="-42994575" y="3950300"/>
            <a:chExt cx="319025" cy="317450"/>
          </a:xfrm>
        </p:grpSpPr>
        <p:sp>
          <p:nvSpPr>
            <p:cNvPr id="6153" name="Google Shape;6153;p4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4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4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56" name="Google Shape;6156;p45"/>
          <p:cNvGrpSpPr/>
          <p:nvPr/>
        </p:nvGrpSpPr>
        <p:grpSpPr>
          <a:xfrm>
            <a:off x="3004431" y="1558362"/>
            <a:ext cx="371785" cy="370879"/>
            <a:chOff x="-41111350" y="3239100"/>
            <a:chExt cx="318200" cy="317425"/>
          </a:xfrm>
        </p:grpSpPr>
        <p:sp>
          <p:nvSpPr>
            <p:cNvPr id="6157" name="Google Shape;6157;p4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4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4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4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61" name="Google Shape;6161;p45"/>
          <p:cNvGrpSpPr/>
          <p:nvPr/>
        </p:nvGrpSpPr>
        <p:grpSpPr>
          <a:xfrm>
            <a:off x="3000751" y="1993894"/>
            <a:ext cx="379146" cy="370967"/>
            <a:chOff x="-41117650" y="3605525"/>
            <a:chExt cx="324500" cy="317500"/>
          </a:xfrm>
        </p:grpSpPr>
        <p:sp>
          <p:nvSpPr>
            <p:cNvPr id="6162" name="Google Shape;6162;p4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4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4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65" name="Google Shape;6165;p45"/>
          <p:cNvSpPr/>
          <p:nvPr/>
        </p:nvSpPr>
        <p:spPr>
          <a:xfrm>
            <a:off x="3006881" y="2443479"/>
            <a:ext cx="372720" cy="361678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166" name="Google Shape;6166;p45"/>
          <p:cNvGrpSpPr/>
          <p:nvPr/>
        </p:nvGrpSpPr>
        <p:grpSpPr>
          <a:xfrm>
            <a:off x="1827005" y="2885417"/>
            <a:ext cx="216271" cy="371814"/>
            <a:chOff x="-39205300" y="3220175"/>
            <a:chExt cx="185100" cy="318225"/>
          </a:xfrm>
        </p:grpSpPr>
        <p:sp>
          <p:nvSpPr>
            <p:cNvPr id="6167" name="Google Shape;6167;p4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4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69" name="Google Shape;6169;p45"/>
          <p:cNvGrpSpPr/>
          <p:nvPr/>
        </p:nvGrpSpPr>
        <p:grpSpPr>
          <a:xfrm>
            <a:off x="1792533" y="3345488"/>
            <a:ext cx="300016" cy="369273"/>
            <a:chOff x="-39248625" y="3588600"/>
            <a:chExt cx="256775" cy="316050"/>
          </a:xfrm>
        </p:grpSpPr>
        <p:sp>
          <p:nvSpPr>
            <p:cNvPr id="6170" name="Google Shape;6170;p4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4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72" name="Google Shape;6172;p45"/>
          <p:cNvSpPr/>
          <p:nvPr/>
        </p:nvSpPr>
        <p:spPr>
          <a:xfrm>
            <a:off x="1763554" y="3801114"/>
            <a:ext cx="363548" cy="370909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73" name="Google Shape;6173;p45"/>
          <p:cNvSpPr/>
          <p:nvPr/>
        </p:nvSpPr>
        <p:spPr>
          <a:xfrm>
            <a:off x="3953101" y="2872552"/>
            <a:ext cx="369974" cy="368601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174" name="Google Shape;6174;p45"/>
          <p:cNvGrpSpPr/>
          <p:nvPr/>
        </p:nvGrpSpPr>
        <p:grpSpPr>
          <a:xfrm>
            <a:off x="1243246" y="1533504"/>
            <a:ext cx="429504" cy="370879"/>
            <a:chOff x="-42651700" y="3217825"/>
            <a:chExt cx="367600" cy="317425"/>
          </a:xfrm>
        </p:grpSpPr>
        <p:sp>
          <p:nvSpPr>
            <p:cNvPr id="6175" name="Google Shape;6175;p4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4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4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4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79" name="Google Shape;6179;p45"/>
          <p:cNvGrpSpPr/>
          <p:nvPr/>
        </p:nvGrpSpPr>
        <p:grpSpPr>
          <a:xfrm>
            <a:off x="1278678" y="1973154"/>
            <a:ext cx="358640" cy="363226"/>
            <a:chOff x="-42617300" y="3587775"/>
            <a:chExt cx="306950" cy="310875"/>
          </a:xfrm>
        </p:grpSpPr>
        <p:sp>
          <p:nvSpPr>
            <p:cNvPr id="6180" name="Google Shape;6180;p4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4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82" name="Google Shape;6182;p45"/>
          <p:cNvSpPr/>
          <p:nvPr/>
        </p:nvSpPr>
        <p:spPr>
          <a:xfrm>
            <a:off x="1275131" y="2412197"/>
            <a:ext cx="371785" cy="369974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183" name="Google Shape;6183;p45"/>
          <p:cNvGrpSpPr/>
          <p:nvPr/>
        </p:nvGrpSpPr>
        <p:grpSpPr>
          <a:xfrm>
            <a:off x="3450506" y="1557895"/>
            <a:ext cx="376926" cy="370324"/>
            <a:chOff x="-40748275" y="3238700"/>
            <a:chExt cx="322600" cy="316950"/>
          </a:xfrm>
        </p:grpSpPr>
        <p:sp>
          <p:nvSpPr>
            <p:cNvPr id="6184" name="Google Shape;6184;p4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4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4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4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4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4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90" name="Google Shape;6190;p45"/>
          <p:cNvGrpSpPr/>
          <p:nvPr/>
        </p:nvGrpSpPr>
        <p:grpSpPr>
          <a:xfrm>
            <a:off x="3453062" y="2025879"/>
            <a:ext cx="371814" cy="338690"/>
            <a:chOff x="-40745125" y="3632900"/>
            <a:chExt cx="318225" cy="289875"/>
          </a:xfrm>
        </p:grpSpPr>
        <p:sp>
          <p:nvSpPr>
            <p:cNvPr id="6191" name="Google Shape;6191;p4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4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4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4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4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4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4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98" name="Google Shape;6198;p45"/>
          <p:cNvGrpSpPr/>
          <p:nvPr/>
        </p:nvGrpSpPr>
        <p:grpSpPr>
          <a:xfrm>
            <a:off x="3457209" y="2437089"/>
            <a:ext cx="363518" cy="370178"/>
            <a:chOff x="-40742750" y="3972175"/>
            <a:chExt cx="311125" cy="316825"/>
          </a:xfrm>
        </p:grpSpPr>
        <p:sp>
          <p:nvSpPr>
            <p:cNvPr id="6199" name="Google Shape;6199;p4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4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01" name="Google Shape;6201;p45"/>
          <p:cNvGrpSpPr/>
          <p:nvPr/>
        </p:nvGrpSpPr>
        <p:grpSpPr>
          <a:xfrm>
            <a:off x="2239871" y="2887257"/>
            <a:ext cx="266892" cy="369974"/>
            <a:chOff x="-38860325" y="3221750"/>
            <a:chExt cx="228425" cy="316650"/>
          </a:xfrm>
        </p:grpSpPr>
        <p:sp>
          <p:nvSpPr>
            <p:cNvPr id="6202" name="Google Shape;6202;p4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4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4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4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06" name="Google Shape;6206;p45"/>
          <p:cNvGrpSpPr/>
          <p:nvPr/>
        </p:nvGrpSpPr>
        <p:grpSpPr>
          <a:xfrm>
            <a:off x="2190678" y="3349314"/>
            <a:ext cx="380081" cy="367111"/>
            <a:chOff x="-38905225" y="3591875"/>
            <a:chExt cx="325300" cy="314200"/>
          </a:xfrm>
        </p:grpSpPr>
        <p:sp>
          <p:nvSpPr>
            <p:cNvPr id="6207" name="Google Shape;6207;p4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4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4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10" name="Google Shape;6210;p45"/>
          <p:cNvSpPr/>
          <p:nvPr/>
        </p:nvSpPr>
        <p:spPr>
          <a:xfrm>
            <a:off x="2198491" y="3859092"/>
            <a:ext cx="369974" cy="312927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11" name="Google Shape;6211;p45"/>
          <p:cNvGrpSpPr/>
          <p:nvPr/>
        </p:nvGrpSpPr>
        <p:grpSpPr>
          <a:xfrm>
            <a:off x="3997427" y="3334394"/>
            <a:ext cx="290815" cy="369740"/>
            <a:chOff x="-37370925" y="3579105"/>
            <a:chExt cx="248900" cy="316450"/>
          </a:xfrm>
        </p:grpSpPr>
        <p:sp>
          <p:nvSpPr>
            <p:cNvPr id="6212" name="Google Shape;6212;p45"/>
            <p:cNvSpPr/>
            <p:nvPr/>
          </p:nvSpPr>
          <p:spPr>
            <a:xfrm>
              <a:off x="-37268550" y="367105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45"/>
            <p:cNvSpPr/>
            <p:nvPr/>
          </p:nvSpPr>
          <p:spPr>
            <a:xfrm>
              <a:off x="-37370925" y="357910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14" name="Google Shape;6214;p45"/>
          <p:cNvSpPr/>
          <p:nvPr/>
        </p:nvSpPr>
        <p:spPr>
          <a:xfrm>
            <a:off x="1697481" y="1534192"/>
            <a:ext cx="364453" cy="369419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15" name="Google Shape;6215;p45"/>
          <p:cNvSpPr/>
          <p:nvPr/>
        </p:nvSpPr>
        <p:spPr>
          <a:xfrm>
            <a:off x="1722323" y="1969494"/>
            <a:ext cx="314767" cy="37181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16" name="Google Shape;6216;p45"/>
          <p:cNvGrpSpPr/>
          <p:nvPr/>
        </p:nvGrpSpPr>
        <p:grpSpPr>
          <a:xfrm>
            <a:off x="1690803" y="2412465"/>
            <a:ext cx="371814" cy="369974"/>
            <a:chOff x="-42259725" y="3951100"/>
            <a:chExt cx="318225" cy="316650"/>
          </a:xfrm>
        </p:grpSpPr>
        <p:sp>
          <p:nvSpPr>
            <p:cNvPr id="6217" name="Google Shape;6217;p4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4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19" name="Google Shape;6219;p45"/>
          <p:cNvGrpSpPr/>
          <p:nvPr/>
        </p:nvGrpSpPr>
        <p:grpSpPr>
          <a:xfrm>
            <a:off x="3889164" y="1591486"/>
            <a:ext cx="370879" cy="337755"/>
            <a:chOff x="-40378075" y="3267450"/>
            <a:chExt cx="317425" cy="289075"/>
          </a:xfrm>
        </p:grpSpPr>
        <p:sp>
          <p:nvSpPr>
            <p:cNvPr id="6220" name="Google Shape;6220;p4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4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4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4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24" name="Google Shape;6224;p45"/>
          <p:cNvGrpSpPr/>
          <p:nvPr/>
        </p:nvGrpSpPr>
        <p:grpSpPr>
          <a:xfrm>
            <a:off x="3892830" y="1992754"/>
            <a:ext cx="363548" cy="369974"/>
            <a:chOff x="-40372575" y="3604550"/>
            <a:chExt cx="311150" cy="316650"/>
          </a:xfrm>
        </p:grpSpPr>
        <p:sp>
          <p:nvSpPr>
            <p:cNvPr id="6225" name="Google Shape;6225;p4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4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4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28" name="Google Shape;6228;p45"/>
          <p:cNvSpPr/>
          <p:nvPr/>
        </p:nvSpPr>
        <p:spPr>
          <a:xfrm>
            <a:off x="3896162" y="2436031"/>
            <a:ext cx="362613" cy="371902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29" name="Google Shape;6229;p45"/>
          <p:cNvGrpSpPr/>
          <p:nvPr/>
        </p:nvGrpSpPr>
        <p:grpSpPr>
          <a:xfrm>
            <a:off x="2616780" y="2885417"/>
            <a:ext cx="399038" cy="372165"/>
            <a:chOff x="-38542250" y="3220175"/>
            <a:chExt cx="341525" cy="318525"/>
          </a:xfrm>
        </p:grpSpPr>
        <p:sp>
          <p:nvSpPr>
            <p:cNvPr id="6230" name="Google Shape;6230;p4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4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4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33" name="Google Shape;6233;p45"/>
          <p:cNvGrpSpPr/>
          <p:nvPr/>
        </p:nvGrpSpPr>
        <p:grpSpPr>
          <a:xfrm>
            <a:off x="2638712" y="3344787"/>
            <a:ext cx="369974" cy="369068"/>
            <a:chOff x="-38537400" y="3588000"/>
            <a:chExt cx="316650" cy="315875"/>
          </a:xfrm>
        </p:grpSpPr>
        <p:sp>
          <p:nvSpPr>
            <p:cNvPr id="6234" name="Google Shape;6234;p4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4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4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4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38" name="Google Shape;6238;p45"/>
          <p:cNvGrpSpPr/>
          <p:nvPr/>
        </p:nvGrpSpPr>
        <p:grpSpPr>
          <a:xfrm>
            <a:off x="2637792" y="3802316"/>
            <a:ext cx="371814" cy="369974"/>
            <a:chOff x="-38538975" y="3954250"/>
            <a:chExt cx="318225" cy="316650"/>
          </a:xfrm>
        </p:grpSpPr>
        <p:sp>
          <p:nvSpPr>
            <p:cNvPr id="6239" name="Google Shape;6239;p4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4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41" name="Google Shape;6241;p45"/>
          <p:cNvGrpSpPr/>
          <p:nvPr/>
        </p:nvGrpSpPr>
        <p:grpSpPr>
          <a:xfrm>
            <a:off x="3955104" y="3797243"/>
            <a:ext cx="375465" cy="371814"/>
            <a:chOff x="-37385100" y="3949908"/>
            <a:chExt cx="321350" cy="318225"/>
          </a:xfrm>
        </p:grpSpPr>
        <p:sp>
          <p:nvSpPr>
            <p:cNvPr id="6242" name="Google Shape;6242;p45"/>
            <p:cNvSpPr/>
            <p:nvPr/>
          </p:nvSpPr>
          <p:spPr>
            <a:xfrm>
              <a:off x="-37190575" y="4145233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45"/>
            <p:cNvSpPr/>
            <p:nvPr/>
          </p:nvSpPr>
          <p:spPr>
            <a:xfrm>
              <a:off x="-37385100" y="3949908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44" name="Google Shape;6244;p45"/>
          <p:cNvGrpSpPr/>
          <p:nvPr/>
        </p:nvGrpSpPr>
        <p:grpSpPr>
          <a:xfrm>
            <a:off x="2130763" y="1532803"/>
            <a:ext cx="370909" cy="370675"/>
            <a:chOff x="-41895050" y="3217225"/>
            <a:chExt cx="317450" cy="317250"/>
          </a:xfrm>
        </p:grpSpPr>
        <p:sp>
          <p:nvSpPr>
            <p:cNvPr id="6245" name="Google Shape;6245;p4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4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4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4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4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50" name="Google Shape;6250;p45"/>
          <p:cNvGrpSpPr/>
          <p:nvPr/>
        </p:nvGrpSpPr>
        <p:grpSpPr>
          <a:xfrm>
            <a:off x="2130310" y="1969737"/>
            <a:ext cx="371814" cy="369974"/>
            <a:chOff x="-41893475" y="3584850"/>
            <a:chExt cx="318225" cy="316650"/>
          </a:xfrm>
        </p:grpSpPr>
        <p:sp>
          <p:nvSpPr>
            <p:cNvPr id="6251" name="Google Shape;6251;p4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4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4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4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55" name="Google Shape;6255;p45"/>
          <p:cNvSpPr/>
          <p:nvPr/>
        </p:nvSpPr>
        <p:spPr>
          <a:xfrm>
            <a:off x="2133283" y="2414037"/>
            <a:ext cx="371814" cy="36930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56" name="Google Shape;6256;p45"/>
          <p:cNvSpPr/>
          <p:nvPr/>
        </p:nvSpPr>
        <p:spPr>
          <a:xfrm>
            <a:off x="845041" y="2906375"/>
            <a:ext cx="438997" cy="36903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57" name="Google Shape;6257;p45"/>
          <p:cNvGrpSpPr/>
          <p:nvPr/>
        </p:nvGrpSpPr>
        <p:grpSpPr>
          <a:xfrm>
            <a:off x="900338" y="3365029"/>
            <a:ext cx="337522" cy="370909"/>
            <a:chOff x="-39998250" y="3605325"/>
            <a:chExt cx="288875" cy="317450"/>
          </a:xfrm>
        </p:grpSpPr>
        <p:sp>
          <p:nvSpPr>
            <p:cNvPr id="6258" name="Google Shape;6258;p4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4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60" name="Google Shape;6260;p45"/>
          <p:cNvGrpSpPr/>
          <p:nvPr/>
        </p:nvGrpSpPr>
        <p:grpSpPr>
          <a:xfrm>
            <a:off x="884112" y="3823493"/>
            <a:ext cx="369974" cy="369945"/>
            <a:chOff x="-40011050" y="3972375"/>
            <a:chExt cx="316650" cy="316625"/>
          </a:xfrm>
        </p:grpSpPr>
        <p:sp>
          <p:nvSpPr>
            <p:cNvPr id="6261" name="Google Shape;6261;p4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4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63" name="Google Shape;6263;p45"/>
          <p:cNvGrpSpPr/>
          <p:nvPr/>
        </p:nvGrpSpPr>
        <p:grpSpPr>
          <a:xfrm>
            <a:off x="3116043" y="2888192"/>
            <a:ext cx="266921" cy="369039"/>
            <a:chOff x="-38129425" y="3222550"/>
            <a:chExt cx="228450" cy="315850"/>
          </a:xfrm>
        </p:grpSpPr>
        <p:sp>
          <p:nvSpPr>
            <p:cNvPr id="6264" name="Google Shape;6264;p4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4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66" name="Google Shape;6266;p45"/>
          <p:cNvGrpSpPr/>
          <p:nvPr/>
        </p:nvGrpSpPr>
        <p:grpSpPr>
          <a:xfrm>
            <a:off x="3071012" y="3344787"/>
            <a:ext cx="371785" cy="369974"/>
            <a:chOff x="-38172725" y="3588000"/>
            <a:chExt cx="318200" cy="316650"/>
          </a:xfrm>
        </p:grpSpPr>
        <p:sp>
          <p:nvSpPr>
            <p:cNvPr id="6267" name="Google Shape;6267;p4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4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4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4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4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4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4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4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75" name="Google Shape;6275;p45"/>
          <p:cNvGrpSpPr/>
          <p:nvPr/>
        </p:nvGrpSpPr>
        <p:grpSpPr>
          <a:xfrm>
            <a:off x="3146914" y="3803222"/>
            <a:ext cx="219981" cy="369974"/>
            <a:chOff x="-38109725" y="3955025"/>
            <a:chExt cx="188275" cy="316650"/>
          </a:xfrm>
        </p:grpSpPr>
        <p:sp>
          <p:nvSpPr>
            <p:cNvPr id="6276" name="Google Shape;6276;p4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4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78" name="Google Shape;6278;p45"/>
          <p:cNvSpPr/>
          <p:nvPr/>
        </p:nvSpPr>
        <p:spPr>
          <a:xfrm>
            <a:off x="2248517" y="4262983"/>
            <a:ext cx="383790" cy="370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79" name="Google Shape;6279;p45"/>
          <p:cNvGrpSpPr/>
          <p:nvPr/>
        </p:nvGrpSpPr>
        <p:grpSpPr>
          <a:xfrm>
            <a:off x="2562313" y="1534643"/>
            <a:ext cx="373654" cy="369068"/>
            <a:chOff x="-41530375" y="3218800"/>
            <a:chExt cx="319800" cy="315875"/>
          </a:xfrm>
        </p:grpSpPr>
        <p:sp>
          <p:nvSpPr>
            <p:cNvPr id="6280" name="Google Shape;6280;p4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4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82" name="Google Shape;6282;p45"/>
          <p:cNvGrpSpPr/>
          <p:nvPr/>
        </p:nvGrpSpPr>
        <p:grpSpPr>
          <a:xfrm>
            <a:off x="2564607" y="2049801"/>
            <a:ext cx="369068" cy="289004"/>
            <a:chOff x="-41526450" y="3653375"/>
            <a:chExt cx="315875" cy="247350"/>
          </a:xfrm>
        </p:grpSpPr>
        <p:sp>
          <p:nvSpPr>
            <p:cNvPr id="6283" name="Google Shape;6283;p4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4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85" name="Google Shape;6285;p45"/>
          <p:cNvGrpSpPr/>
          <p:nvPr/>
        </p:nvGrpSpPr>
        <p:grpSpPr>
          <a:xfrm>
            <a:off x="2565994" y="2412465"/>
            <a:ext cx="366293" cy="369974"/>
            <a:chOff x="-41526450" y="3951100"/>
            <a:chExt cx="313500" cy="316650"/>
          </a:xfrm>
        </p:grpSpPr>
        <p:sp>
          <p:nvSpPr>
            <p:cNvPr id="6286" name="Google Shape;6286;p4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4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4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89" name="Google Shape;6289;p45"/>
          <p:cNvGrpSpPr/>
          <p:nvPr/>
        </p:nvGrpSpPr>
        <p:grpSpPr>
          <a:xfrm>
            <a:off x="1331249" y="2906594"/>
            <a:ext cx="339595" cy="371814"/>
            <a:chOff x="-39625900" y="3238300"/>
            <a:chExt cx="290650" cy="318225"/>
          </a:xfrm>
        </p:grpSpPr>
        <p:sp>
          <p:nvSpPr>
            <p:cNvPr id="6290" name="Google Shape;6290;p4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4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92" name="Google Shape;6292;p45"/>
          <p:cNvSpPr/>
          <p:nvPr/>
        </p:nvSpPr>
        <p:spPr>
          <a:xfrm>
            <a:off x="1353422" y="3365720"/>
            <a:ext cx="315672" cy="369974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93" name="Google Shape;6293;p45"/>
          <p:cNvGrpSpPr/>
          <p:nvPr/>
        </p:nvGrpSpPr>
        <p:grpSpPr>
          <a:xfrm>
            <a:off x="1325300" y="3823055"/>
            <a:ext cx="366293" cy="370441"/>
            <a:chOff x="-39647175" y="3972000"/>
            <a:chExt cx="313500" cy="317050"/>
          </a:xfrm>
        </p:grpSpPr>
        <p:sp>
          <p:nvSpPr>
            <p:cNvPr id="6294" name="Google Shape;6294;p4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4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4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97" name="Google Shape;6297;p45"/>
          <p:cNvGrpSpPr/>
          <p:nvPr/>
        </p:nvGrpSpPr>
        <p:grpSpPr>
          <a:xfrm>
            <a:off x="3494427" y="2887053"/>
            <a:ext cx="375495" cy="370879"/>
            <a:chOff x="-37808850" y="3221575"/>
            <a:chExt cx="321375" cy="317425"/>
          </a:xfrm>
        </p:grpSpPr>
        <p:sp>
          <p:nvSpPr>
            <p:cNvPr id="6298" name="Google Shape;6298;p4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4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00" name="Google Shape;6300;p45"/>
          <p:cNvGrpSpPr/>
          <p:nvPr/>
        </p:nvGrpSpPr>
        <p:grpSpPr>
          <a:xfrm>
            <a:off x="3503201" y="3409084"/>
            <a:ext cx="372749" cy="241158"/>
            <a:chOff x="-37806500" y="3643030"/>
            <a:chExt cx="319025" cy="206400"/>
          </a:xfrm>
        </p:grpSpPr>
        <p:sp>
          <p:nvSpPr>
            <p:cNvPr id="6301" name="Google Shape;6301;p4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45"/>
            <p:cNvSpPr/>
            <p:nvPr/>
          </p:nvSpPr>
          <p:spPr>
            <a:xfrm>
              <a:off x="-37806500" y="364303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03" name="Google Shape;6303;p45"/>
          <p:cNvGrpSpPr/>
          <p:nvPr/>
        </p:nvGrpSpPr>
        <p:grpSpPr>
          <a:xfrm>
            <a:off x="3505508" y="3801381"/>
            <a:ext cx="368134" cy="371814"/>
            <a:chOff x="-37804925" y="3953450"/>
            <a:chExt cx="315075" cy="318225"/>
          </a:xfrm>
        </p:grpSpPr>
        <p:sp>
          <p:nvSpPr>
            <p:cNvPr id="6304" name="Google Shape;6304;p4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4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4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07" name="Google Shape;6307;p45"/>
          <p:cNvSpPr/>
          <p:nvPr/>
        </p:nvSpPr>
        <p:spPr>
          <a:xfrm>
            <a:off x="2754452" y="4266125"/>
            <a:ext cx="265986" cy="36903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308" name="Google Shape;6308;p45"/>
          <p:cNvGrpSpPr/>
          <p:nvPr/>
        </p:nvGrpSpPr>
        <p:grpSpPr>
          <a:xfrm>
            <a:off x="4860977" y="1553988"/>
            <a:ext cx="355663" cy="308725"/>
            <a:chOff x="-28462125" y="3199700"/>
            <a:chExt cx="298550" cy="259150"/>
          </a:xfrm>
        </p:grpSpPr>
        <p:sp>
          <p:nvSpPr>
            <p:cNvPr id="6309" name="Google Shape;6309;p4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4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4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12" name="Google Shape;6312;p45"/>
          <p:cNvGrpSpPr/>
          <p:nvPr/>
        </p:nvGrpSpPr>
        <p:grpSpPr>
          <a:xfrm>
            <a:off x="4861930" y="1988678"/>
            <a:ext cx="353757" cy="352833"/>
            <a:chOff x="-28461325" y="3545475"/>
            <a:chExt cx="296950" cy="296175"/>
          </a:xfrm>
        </p:grpSpPr>
        <p:sp>
          <p:nvSpPr>
            <p:cNvPr id="6313" name="Google Shape;6313;p4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4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4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4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4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4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19" name="Google Shape;6319;p45"/>
          <p:cNvGrpSpPr/>
          <p:nvPr/>
        </p:nvGrpSpPr>
        <p:grpSpPr>
          <a:xfrm>
            <a:off x="4858162" y="2438722"/>
            <a:ext cx="361292" cy="352803"/>
            <a:chOff x="-28463700" y="3914875"/>
            <a:chExt cx="303275" cy="296150"/>
          </a:xfrm>
        </p:grpSpPr>
        <p:sp>
          <p:nvSpPr>
            <p:cNvPr id="6320" name="Google Shape;6320;p4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4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22" name="Google Shape;6322;p45"/>
          <p:cNvGrpSpPr/>
          <p:nvPr/>
        </p:nvGrpSpPr>
        <p:grpSpPr>
          <a:xfrm>
            <a:off x="7092947" y="1594805"/>
            <a:ext cx="351880" cy="227092"/>
            <a:chOff x="-26573400" y="3224125"/>
            <a:chExt cx="295375" cy="190625"/>
          </a:xfrm>
        </p:grpSpPr>
        <p:sp>
          <p:nvSpPr>
            <p:cNvPr id="6323" name="Google Shape;6323;p4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4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25" name="Google Shape;6325;p45"/>
          <p:cNvGrpSpPr/>
          <p:nvPr/>
        </p:nvGrpSpPr>
        <p:grpSpPr>
          <a:xfrm>
            <a:off x="7092947" y="1989140"/>
            <a:ext cx="351880" cy="351910"/>
            <a:chOff x="-26573400" y="3546250"/>
            <a:chExt cx="295375" cy="295400"/>
          </a:xfrm>
        </p:grpSpPr>
        <p:sp>
          <p:nvSpPr>
            <p:cNvPr id="6326" name="Google Shape;6326;p4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4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4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4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4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31" name="Google Shape;6331;p45"/>
          <p:cNvGrpSpPr/>
          <p:nvPr/>
        </p:nvGrpSpPr>
        <p:grpSpPr>
          <a:xfrm>
            <a:off x="7081228" y="2439049"/>
            <a:ext cx="375319" cy="352148"/>
            <a:chOff x="-26583625" y="3917025"/>
            <a:chExt cx="315050" cy="295600"/>
          </a:xfrm>
        </p:grpSpPr>
        <p:sp>
          <p:nvSpPr>
            <p:cNvPr id="6332" name="Google Shape;6332;p4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4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4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4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36" name="Google Shape;6336;p45"/>
          <p:cNvSpPr/>
          <p:nvPr/>
        </p:nvSpPr>
        <p:spPr>
          <a:xfrm>
            <a:off x="5748315" y="2919564"/>
            <a:ext cx="352833" cy="35188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337" name="Google Shape;6337;p45"/>
          <p:cNvGrpSpPr/>
          <p:nvPr/>
        </p:nvGrpSpPr>
        <p:grpSpPr>
          <a:xfrm>
            <a:off x="5779742" y="3398079"/>
            <a:ext cx="289039" cy="352833"/>
            <a:chOff x="-24694925" y="3518700"/>
            <a:chExt cx="242625" cy="296175"/>
          </a:xfrm>
        </p:grpSpPr>
        <p:sp>
          <p:nvSpPr>
            <p:cNvPr id="6338" name="Google Shape;6338;p4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4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4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4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42" name="Google Shape;6342;p45"/>
          <p:cNvGrpSpPr/>
          <p:nvPr/>
        </p:nvGrpSpPr>
        <p:grpSpPr>
          <a:xfrm>
            <a:off x="5779280" y="3848107"/>
            <a:ext cx="289962" cy="352833"/>
            <a:chOff x="-24709100" y="3888875"/>
            <a:chExt cx="243400" cy="296175"/>
          </a:xfrm>
        </p:grpSpPr>
        <p:sp>
          <p:nvSpPr>
            <p:cNvPr id="6343" name="Google Shape;6343;p4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4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4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46" name="Google Shape;6346;p45"/>
          <p:cNvGrpSpPr/>
          <p:nvPr/>
        </p:nvGrpSpPr>
        <p:grpSpPr>
          <a:xfrm>
            <a:off x="7979280" y="2920770"/>
            <a:ext cx="356556" cy="349557"/>
            <a:chOff x="-22863675" y="3131775"/>
            <a:chExt cx="299300" cy="293425"/>
          </a:xfrm>
        </p:grpSpPr>
        <p:sp>
          <p:nvSpPr>
            <p:cNvPr id="6347" name="Google Shape;6347;p4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4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4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50" name="Google Shape;6350;p45"/>
          <p:cNvGrpSpPr/>
          <p:nvPr/>
        </p:nvGrpSpPr>
        <p:grpSpPr>
          <a:xfrm>
            <a:off x="5322144" y="1531949"/>
            <a:ext cx="310602" cy="352803"/>
            <a:chOff x="-28069875" y="3175300"/>
            <a:chExt cx="260725" cy="296150"/>
          </a:xfrm>
        </p:grpSpPr>
        <p:sp>
          <p:nvSpPr>
            <p:cNvPr id="6351" name="Google Shape;6351;p4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4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4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4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4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4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4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4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4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60" name="Google Shape;6360;p45"/>
          <p:cNvSpPr/>
          <p:nvPr/>
        </p:nvSpPr>
        <p:spPr>
          <a:xfrm>
            <a:off x="5301578" y="1989685"/>
            <a:ext cx="352803" cy="350719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361" name="Google Shape;6361;p45"/>
          <p:cNvGrpSpPr/>
          <p:nvPr/>
        </p:nvGrpSpPr>
        <p:grpSpPr>
          <a:xfrm>
            <a:off x="5363423" y="2439183"/>
            <a:ext cx="228045" cy="351880"/>
            <a:chOff x="-28032075" y="3916450"/>
            <a:chExt cx="191425" cy="295375"/>
          </a:xfrm>
        </p:grpSpPr>
        <p:sp>
          <p:nvSpPr>
            <p:cNvPr id="6362" name="Google Shape;6362;p4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4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4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65" name="Google Shape;6365;p45"/>
          <p:cNvGrpSpPr/>
          <p:nvPr/>
        </p:nvGrpSpPr>
        <p:grpSpPr>
          <a:xfrm>
            <a:off x="7528769" y="1531934"/>
            <a:ext cx="352833" cy="352833"/>
            <a:chOff x="-26201650" y="3176075"/>
            <a:chExt cx="296175" cy="296175"/>
          </a:xfrm>
        </p:grpSpPr>
        <p:sp>
          <p:nvSpPr>
            <p:cNvPr id="6366" name="Google Shape;6366;p4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4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68" name="Google Shape;6368;p45"/>
          <p:cNvGrpSpPr/>
          <p:nvPr/>
        </p:nvGrpSpPr>
        <p:grpSpPr>
          <a:xfrm>
            <a:off x="7528293" y="1989155"/>
            <a:ext cx="353786" cy="351880"/>
            <a:chOff x="-26204800" y="3547050"/>
            <a:chExt cx="296975" cy="295375"/>
          </a:xfrm>
        </p:grpSpPr>
        <p:sp>
          <p:nvSpPr>
            <p:cNvPr id="6369" name="Google Shape;6369;p4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4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71" name="Google Shape;6371;p45"/>
          <p:cNvSpPr/>
          <p:nvPr/>
        </p:nvSpPr>
        <p:spPr>
          <a:xfrm>
            <a:off x="7561179" y="2438650"/>
            <a:ext cx="289009" cy="352833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372" name="Google Shape;6372;p45"/>
          <p:cNvGrpSpPr/>
          <p:nvPr/>
        </p:nvGrpSpPr>
        <p:grpSpPr>
          <a:xfrm>
            <a:off x="6199548" y="2919133"/>
            <a:ext cx="345328" cy="352833"/>
            <a:chOff x="-24353875" y="3147725"/>
            <a:chExt cx="289875" cy="296175"/>
          </a:xfrm>
        </p:grpSpPr>
        <p:sp>
          <p:nvSpPr>
            <p:cNvPr id="6373" name="Google Shape;6373;p4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4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75" name="Google Shape;6375;p45"/>
          <p:cNvGrpSpPr/>
          <p:nvPr/>
        </p:nvGrpSpPr>
        <p:grpSpPr>
          <a:xfrm>
            <a:off x="6207530" y="3398540"/>
            <a:ext cx="329365" cy="351910"/>
            <a:chOff x="-24344425" y="3519475"/>
            <a:chExt cx="276475" cy="295400"/>
          </a:xfrm>
        </p:grpSpPr>
        <p:sp>
          <p:nvSpPr>
            <p:cNvPr id="6376" name="Google Shape;6376;p4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4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78" name="Google Shape;6378;p45"/>
          <p:cNvGrpSpPr/>
          <p:nvPr/>
        </p:nvGrpSpPr>
        <p:grpSpPr>
          <a:xfrm>
            <a:off x="6197210" y="3850460"/>
            <a:ext cx="350004" cy="348128"/>
            <a:chOff x="-24353075" y="3891250"/>
            <a:chExt cx="293800" cy="292225"/>
          </a:xfrm>
        </p:grpSpPr>
        <p:sp>
          <p:nvSpPr>
            <p:cNvPr id="6379" name="Google Shape;6379;p4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4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81" name="Google Shape;6381;p45"/>
          <p:cNvGrpSpPr/>
          <p:nvPr/>
        </p:nvGrpSpPr>
        <p:grpSpPr>
          <a:xfrm>
            <a:off x="7980681" y="3398763"/>
            <a:ext cx="353757" cy="351463"/>
            <a:chOff x="-22845575" y="3504075"/>
            <a:chExt cx="296950" cy="295025"/>
          </a:xfrm>
        </p:grpSpPr>
        <p:sp>
          <p:nvSpPr>
            <p:cNvPr id="6382" name="Google Shape;6382;p4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4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84" name="Google Shape;6384;p45"/>
          <p:cNvGrpSpPr/>
          <p:nvPr/>
        </p:nvGrpSpPr>
        <p:grpSpPr>
          <a:xfrm>
            <a:off x="5773862" y="1532411"/>
            <a:ext cx="299344" cy="351880"/>
            <a:chOff x="-27691025" y="3175300"/>
            <a:chExt cx="251275" cy="295375"/>
          </a:xfrm>
        </p:grpSpPr>
        <p:sp>
          <p:nvSpPr>
            <p:cNvPr id="6385" name="Google Shape;6385;p4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4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4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4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89" name="Google Shape;6389;p45"/>
          <p:cNvGrpSpPr/>
          <p:nvPr/>
        </p:nvGrpSpPr>
        <p:grpSpPr>
          <a:xfrm>
            <a:off x="5746179" y="2051087"/>
            <a:ext cx="354710" cy="228015"/>
            <a:chOff x="-27721750" y="3598250"/>
            <a:chExt cx="297750" cy="191400"/>
          </a:xfrm>
        </p:grpSpPr>
        <p:sp>
          <p:nvSpPr>
            <p:cNvPr id="6390" name="Google Shape;6390;p4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4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92" name="Google Shape;6392;p45"/>
          <p:cNvGrpSpPr/>
          <p:nvPr/>
        </p:nvGrpSpPr>
        <p:grpSpPr>
          <a:xfrm>
            <a:off x="5747579" y="2444633"/>
            <a:ext cx="351910" cy="340980"/>
            <a:chOff x="-27719400" y="3925600"/>
            <a:chExt cx="295400" cy="286225"/>
          </a:xfrm>
        </p:grpSpPr>
        <p:sp>
          <p:nvSpPr>
            <p:cNvPr id="6393" name="Google Shape;6393;p4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4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95" name="Google Shape;6395;p45"/>
          <p:cNvGrpSpPr/>
          <p:nvPr/>
        </p:nvGrpSpPr>
        <p:grpSpPr>
          <a:xfrm>
            <a:off x="7968851" y="1531473"/>
            <a:ext cx="353757" cy="353757"/>
            <a:chOff x="-25834600" y="3176875"/>
            <a:chExt cx="296950" cy="296950"/>
          </a:xfrm>
        </p:grpSpPr>
        <p:sp>
          <p:nvSpPr>
            <p:cNvPr id="6396" name="Google Shape;6396;p4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4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4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4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4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01" name="Google Shape;6401;p45"/>
          <p:cNvGrpSpPr/>
          <p:nvPr/>
        </p:nvGrpSpPr>
        <p:grpSpPr>
          <a:xfrm>
            <a:off x="7968851" y="1999474"/>
            <a:ext cx="353757" cy="331241"/>
            <a:chOff x="-25834600" y="3564375"/>
            <a:chExt cx="296950" cy="278050"/>
          </a:xfrm>
        </p:grpSpPr>
        <p:sp>
          <p:nvSpPr>
            <p:cNvPr id="6402" name="Google Shape;6402;p4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4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4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4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4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4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4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4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10" name="Google Shape;6410;p45"/>
          <p:cNvGrpSpPr/>
          <p:nvPr/>
        </p:nvGrpSpPr>
        <p:grpSpPr>
          <a:xfrm>
            <a:off x="7966974" y="2438826"/>
            <a:ext cx="357509" cy="352595"/>
            <a:chOff x="-25834600" y="3915850"/>
            <a:chExt cx="300100" cy="295975"/>
          </a:xfrm>
        </p:grpSpPr>
        <p:sp>
          <p:nvSpPr>
            <p:cNvPr id="6411" name="Google Shape;6411;p4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4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4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14" name="Google Shape;6414;p45"/>
          <p:cNvGrpSpPr/>
          <p:nvPr/>
        </p:nvGrpSpPr>
        <p:grpSpPr>
          <a:xfrm>
            <a:off x="6702402" y="2920056"/>
            <a:ext cx="228968" cy="350987"/>
            <a:chOff x="-23930925" y="3149300"/>
            <a:chExt cx="192200" cy="294625"/>
          </a:xfrm>
        </p:grpSpPr>
        <p:sp>
          <p:nvSpPr>
            <p:cNvPr id="6415" name="Google Shape;6415;p4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4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4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4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19" name="Google Shape;6419;p45"/>
          <p:cNvGrpSpPr/>
          <p:nvPr/>
        </p:nvGrpSpPr>
        <p:grpSpPr>
          <a:xfrm>
            <a:off x="6659232" y="3398540"/>
            <a:ext cx="315307" cy="351910"/>
            <a:chOff x="-23962425" y="3519475"/>
            <a:chExt cx="264675" cy="295400"/>
          </a:xfrm>
        </p:grpSpPr>
        <p:sp>
          <p:nvSpPr>
            <p:cNvPr id="6420" name="Google Shape;6420;p4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4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22" name="Google Shape;6422;p45"/>
          <p:cNvSpPr/>
          <p:nvPr/>
        </p:nvSpPr>
        <p:spPr>
          <a:xfrm>
            <a:off x="6629668" y="3852251"/>
            <a:ext cx="375349" cy="344435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23" name="Google Shape;6423;p45"/>
          <p:cNvGrpSpPr/>
          <p:nvPr/>
        </p:nvGrpSpPr>
        <p:grpSpPr>
          <a:xfrm>
            <a:off x="8037908" y="3848584"/>
            <a:ext cx="239302" cy="351880"/>
            <a:chOff x="-22788075" y="3904625"/>
            <a:chExt cx="200875" cy="295375"/>
          </a:xfrm>
        </p:grpSpPr>
        <p:sp>
          <p:nvSpPr>
            <p:cNvPr id="6424" name="Google Shape;6424;p4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4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4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4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28" name="Google Shape;6428;p45"/>
          <p:cNvGrpSpPr/>
          <p:nvPr/>
        </p:nvGrpSpPr>
        <p:grpSpPr>
          <a:xfrm>
            <a:off x="6193206" y="1531949"/>
            <a:ext cx="354710" cy="352803"/>
            <a:chOff x="-27351575" y="3175300"/>
            <a:chExt cx="297750" cy="296150"/>
          </a:xfrm>
        </p:grpSpPr>
        <p:sp>
          <p:nvSpPr>
            <p:cNvPr id="6429" name="Google Shape;6429;p4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4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4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4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3" name="Google Shape;6433;p45"/>
          <p:cNvGrpSpPr/>
          <p:nvPr/>
        </p:nvGrpSpPr>
        <p:grpSpPr>
          <a:xfrm>
            <a:off x="6235914" y="1988559"/>
            <a:ext cx="269293" cy="353072"/>
            <a:chOff x="-27313750" y="3545275"/>
            <a:chExt cx="226050" cy="296375"/>
          </a:xfrm>
        </p:grpSpPr>
        <p:sp>
          <p:nvSpPr>
            <p:cNvPr id="6434" name="Google Shape;6434;p4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4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4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7" name="Google Shape;6437;p45"/>
          <p:cNvGrpSpPr/>
          <p:nvPr/>
        </p:nvGrpSpPr>
        <p:grpSpPr>
          <a:xfrm>
            <a:off x="6193206" y="2436830"/>
            <a:ext cx="354710" cy="356586"/>
            <a:chOff x="-27351575" y="3915650"/>
            <a:chExt cx="297750" cy="299325"/>
          </a:xfrm>
        </p:grpSpPr>
        <p:sp>
          <p:nvSpPr>
            <p:cNvPr id="6438" name="Google Shape;6438;p4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4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40" name="Google Shape;6440;p45"/>
          <p:cNvGrpSpPr/>
          <p:nvPr/>
        </p:nvGrpSpPr>
        <p:grpSpPr>
          <a:xfrm>
            <a:off x="4880696" y="2919029"/>
            <a:ext cx="319060" cy="353042"/>
            <a:chOff x="-25445525" y="3175900"/>
            <a:chExt cx="267825" cy="296350"/>
          </a:xfrm>
        </p:grpSpPr>
        <p:sp>
          <p:nvSpPr>
            <p:cNvPr id="6441" name="Google Shape;6441;p4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4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4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44" name="Google Shape;6444;p45"/>
          <p:cNvGrpSpPr/>
          <p:nvPr/>
        </p:nvGrpSpPr>
        <p:grpSpPr>
          <a:xfrm>
            <a:off x="4862410" y="3409352"/>
            <a:ext cx="355633" cy="330288"/>
            <a:chOff x="-25465200" y="3565175"/>
            <a:chExt cx="298525" cy="277250"/>
          </a:xfrm>
        </p:grpSpPr>
        <p:sp>
          <p:nvSpPr>
            <p:cNvPr id="6445" name="Google Shape;6445;p4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4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47" name="Google Shape;6447;p45"/>
          <p:cNvGrpSpPr/>
          <p:nvPr/>
        </p:nvGrpSpPr>
        <p:grpSpPr>
          <a:xfrm>
            <a:off x="4861948" y="3848882"/>
            <a:ext cx="356556" cy="351285"/>
            <a:chOff x="-25465200" y="3916150"/>
            <a:chExt cx="299300" cy="294875"/>
          </a:xfrm>
        </p:grpSpPr>
        <p:sp>
          <p:nvSpPr>
            <p:cNvPr id="6448" name="Google Shape;6448;p4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4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50" name="Google Shape;6450;p45"/>
          <p:cNvGrpSpPr/>
          <p:nvPr/>
        </p:nvGrpSpPr>
        <p:grpSpPr>
          <a:xfrm>
            <a:off x="7089388" y="2919148"/>
            <a:ext cx="351880" cy="352803"/>
            <a:chOff x="-23615075" y="3148525"/>
            <a:chExt cx="295375" cy="296150"/>
          </a:xfrm>
        </p:grpSpPr>
        <p:sp>
          <p:nvSpPr>
            <p:cNvPr id="6451" name="Google Shape;6451;p4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4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4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4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55" name="Google Shape;6455;p45"/>
          <p:cNvSpPr/>
          <p:nvPr/>
        </p:nvSpPr>
        <p:spPr>
          <a:xfrm>
            <a:off x="7087484" y="3397507"/>
            <a:ext cx="356586" cy="35387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56" name="Google Shape;6456;p45"/>
          <p:cNvGrpSpPr/>
          <p:nvPr/>
        </p:nvGrpSpPr>
        <p:grpSpPr>
          <a:xfrm>
            <a:off x="7088911" y="3858427"/>
            <a:ext cx="352833" cy="332194"/>
            <a:chOff x="-23615075" y="3906200"/>
            <a:chExt cx="296175" cy="278850"/>
          </a:xfrm>
        </p:grpSpPr>
        <p:sp>
          <p:nvSpPr>
            <p:cNvPr id="6457" name="Google Shape;6457;p4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4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4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60" name="Google Shape;6460;p45"/>
          <p:cNvSpPr/>
          <p:nvPr/>
        </p:nvSpPr>
        <p:spPr>
          <a:xfrm>
            <a:off x="6207743" y="4290395"/>
            <a:ext cx="351880" cy="350957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61" name="Google Shape;6461;p45"/>
          <p:cNvGrpSpPr/>
          <p:nvPr/>
        </p:nvGrpSpPr>
        <p:grpSpPr>
          <a:xfrm>
            <a:off x="6637880" y="1532068"/>
            <a:ext cx="353757" cy="352565"/>
            <a:chOff x="-26980600" y="3175500"/>
            <a:chExt cx="296950" cy="295950"/>
          </a:xfrm>
        </p:grpSpPr>
        <p:sp>
          <p:nvSpPr>
            <p:cNvPr id="6462" name="Google Shape;6462;p4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4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4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65" name="Google Shape;6465;p45"/>
          <p:cNvSpPr/>
          <p:nvPr/>
        </p:nvSpPr>
        <p:spPr>
          <a:xfrm>
            <a:off x="6660447" y="1989089"/>
            <a:ext cx="309649" cy="351910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66" name="Google Shape;6466;p45"/>
          <p:cNvGrpSpPr/>
          <p:nvPr/>
        </p:nvGrpSpPr>
        <p:grpSpPr>
          <a:xfrm>
            <a:off x="6638357" y="2470604"/>
            <a:ext cx="352803" cy="289039"/>
            <a:chOff x="-26981375" y="3951875"/>
            <a:chExt cx="296150" cy="242625"/>
          </a:xfrm>
        </p:grpSpPr>
        <p:sp>
          <p:nvSpPr>
            <p:cNvPr id="6467" name="Google Shape;6467;p4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4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4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70" name="Google Shape;6470;p45"/>
          <p:cNvGrpSpPr/>
          <p:nvPr/>
        </p:nvGrpSpPr>
        <p:grpSpPr>
          <a:xfrm>
            <a:off x="5303399" y="2918195"/>
            <a:ext cx="351910" cy="354710"/>
            <a:chOff x="-25094250" y="3176075"/>
            <a:chExt cx="295400" cy="297750"/>
          </a:xfrm>
        </p:grpSpPr>
        <p:sp>
          <p:nvSpPr>
            <p:cNvPr id="6471" name="Google Shape;6471;p4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4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4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74" name="Google Shape;6474;p45"/>
          <p:cNvGrpSpPr/>
          <p:nvPr/>
        </p:nvGrpSpPr>
        <p:grpSpPr>
          <a:xfrm>
            <a:off x="5303399" y="3398556"/>
            <a:ext cx="351910" cy="351880"/>
            <a:chOff x="-25094250" y="3547050"/>
            <a:chExt cx="295400" cy="295375"/>
          </a:xfrm>
        </p:grpSpPr>
        <p:sp>
          <p:nvSpPr>
            <p:cNvPr id="6475" name="Google Shape;6475;p4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4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4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4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4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80" name="Google Shape;6480;p45"/>
          <p:cNvSpPr/>
          <p:nvPr/>
        </p:nvSpPr>
        <p:spPr>
          <a:xfrm>
            <a:off x="5303415" y="3903536"/>
            <a:ext cx="352833" cy="241864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81" name="Google Shape;6481;p45"/>
          <p:cNvGrpSpPr/>
          <p:nvPr/>
        </p:nvGrpSpPr>
        <p:grpSpPr>
          <a:xfrm>
            <a:off x="7535476" y="2919148"/>
            <a:ext cx="352803" cy="352803"/>
            <a:chOff x="-23245675" y="3148525"/>
            <a:chExt cx="296150" cy="296150"/>
          </a:xfrm>
        </p:grpSpPr>
        <p:sp>
          <p:nvSpPr>
            <p:cNvPr id="6482" name="Google Shape;6482;p4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4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4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85" name="Google Shape;6485;p45"/>
          <p:cNvSpPr/>
          <p:nvPr/>
        </p:nvSpPr>
        <p:spPr>
          <a:xfrm>
            <a:off x="7577658" y="3398490"/>
            <a:ext cx="269323" cy="351910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86" name="Google Shape;6486;p45"/>
          <p:cNvGrpSpPr/>
          <p:nvPr/>
        </p:nvGrpSpPr>
        <p:grpSpPr>
          <a:xfrm>
            <a:off x="7535938" y="3848122"/>
            <a:ext cx="351880" cy="352803"/>
            <a:chOff x="-23244900" y="3888100"/>
            <a:chExt cx="295375" cy="296150"/>
          </a:xfrm>
        </p:grpSpPr>
        <p:sp>
          <p:nvSpPr>
            <p:cNvPr id="6487" name="Google Shape;6487;p4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4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4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4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4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4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4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4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4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4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4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98" name="Google Shape;6498;p45"/>
          <p:cNvSpPr/>
          <p:nvPr/>
        </p:nvSpPr>
        <p:spPr>
          <a:xfrm>
            <a:off x="6612202" y="4288988"/>
            <a:ext cx="353786" cy="353757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502" name="Shape 6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3" name="Google Shape;6503;p46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04" name="Google Shape;6504;p46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05" name="Google Shape;6505;p46"/>
          <p:cNvSpPr/>
          <p:nvPr/>
        </p:nvSpPr>
        <p:spPr>
          <a:xfrm>
            <a:off x="849879" y="1532849"/>
            <a:ext cx="367261" cy="366364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506" name="Google Shape;6506;p46"/>
          <p:cNvGrpSpPr/>
          <p:nvPr/>
        </p:nvGrpSpPr>
        <p:grpSpPr>
          <a:xfrm>
            <a:off x="850004" y="1975418"/>
            <a:ext cx="367261" cy="367261"/>
            <a:chOff x="-65145700" y="3727425"/>
            <a:chExt cx="317425" cy="317425"/>
          </a:xfrm>
        </p:grpSpPr>
        <p:sp>
          <p:nvSpPr>
            <p:cNvPr id="6507" name="Google Shape;6507;p46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46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09" name="Google Shape;6509;p46"/>
          <p:cNvGrpSpPr/>
          <p:nvPr/>
        </p:nvGrpSpPr>
        <p:grpSpPr>
          <a:xfrm>
            <a:off x="853201" y="2404333"/>
            <a:ext cx="360868" cy="367261"/>
            <a:chOff x="-65144125" y="4094450"/>
            <a:chExt cx="311900" cy="317425"/>
          </a:xfrm>
        </p:grpSpPr>
        <p:sp>
          <p:nvSpPr>
            <p:cNvPr id="6510" name="Google Shape;6510;p46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46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46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13" name="Google Shape;6513;p46"/>
          <p:cNvSpPr/>
          <p:nvPr/>
        </p:nvSpPr>
        <p:spPr>
          <a:xfrm>
            <a:off x="3057429" y="1531476"/>
            <a:ext cx="369083" cy="369112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514" name="Google Shape;6514;p46"/>
          <p:cNvGrpSpPr/>
          <p:nvPr/>
        </p:nvGrpSpPr>
        <p:grpSpPr>
          <a:xfrm>
            <a:off x="3056770" y="1975028"/>
            <a:ext cx="370645" cy="368042"/>
            <a:chOff x="-63250675" y="3744075"/>
            <a:chExt cx="320350" cy="318100"/>
          </a:xfrm>
        </p:grpSpPr>
        <p:sp>
          <p:nvSpPr>
            <p:cNvPr id="6515" name="Google Shape;6515;p46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46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46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18" name="Google Shape;6518;p46"/>
          <p:cNvGrpSpPr/>
          <p:nvPr/>
        </p:nvGrpSpPr>
        <p:grpSpPr>
          <a:xfrm>
            <a:off x="3058462" y="2404333"/>
            <a:ext cx="367261" cy="367261"/>
            <a:chOff x="-63250675" y="4110200"/>
            <a:chExt cx="317425" cy="317425"/>
          </a:xfrm>
        </p:grpSpPr>
        <p:sp>
          <p:nvSpPr>
            <p:cNvPr id="6519" name="Google Shape;6519;p46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46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46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46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46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46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46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46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46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28" name="Google Shape;6528;p46"/>
          <p:cNvGrpSpPr/>
          <p:nvPr/>
        </p:nvGrpSpPr>
        <p:grpSpPr>
          <a:xfrm>
            <a:off x="1737509" y="2901428"/>
            <a:ext cx="359075" cy="358844"/>
            <a:chOff x="-61351725" y="3372400"/>
            <a:chExt cx="310350" cy="310150"/>
          </a:xfrm>
        </p:grpSpPr>
        <p:sp>
          <p:nvSpPr>
            <p:cNvPr id="6529" name="Google Shape;6529;p46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46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46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32" name="Google Shape;6532;p46"/>
          <p:cNvGrpSpPr/>
          <p:nvPr/>
        </p:nvGrpSpPr>
        <p:grpSpPr>
          <a:xfrm>
            <a:off x="1733864" y="3364484"/>
            <a:ext cx="366364" cy="333534"/>
            <a:chOff x="-61354875" y="3751050"/>
            <a:chExt cx="316650" cy="288275"/>
          </a:xfrm>
        </p:grpSpPr>
        <p:sp>
          <p:nvSpPr>
            <p:cNvPr id="6533" name="Google Shape;6533;p46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46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46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36" name="Google Shape;6536;p46"/>
          <p:cNvGrpSpPr/>
          <p:nvPr/>
        </p:nvGrpSpPr>
        <p:grpSpPr>
          <a:xfrm>
            <a:off x="1733864" y="3806124"/>
            <a:ext cx="366364" cy="367290"/>
            <a:chOff x="-61354875" y="4101525"/>
            <a:chExt cx="316650" cy="317450"/>
          </a:xfrm>
        </p:grpSpPr>
        <p:sp>
          <p:nvSpPr>
            <p:cNvPr id="6537" name="Google Shape;6537;p46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46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39" name="Google Shape;6539;p46"/>
          <p:cNvGrpSpPr/>
          <p:nvPr/>
        </p:nvGrpSpPr>
        <p:grpSpPr>
          <a:xfrm>
            <a:off x="3950299" y="2898000"/>
            <a:ext cx="368157" cy="365699"/>
            <a:chOff x="-59470075" y="3308975"/>
            <a:chExt cx="318200" cy="316075"/>
          </a:xfrm>
        </p:grpSpPr>
        <p:sp>
          <p:nvSpPr>
            <p:cNvPr id="6540" name="Google Shape;6540;p46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46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46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46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46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46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46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46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46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49" name="Google Shape;6549;p46"/>
          <p:cNvGrpSpPr/>
          <p:nvPr/>
        </p:nvGrpSpPr>
        <p:grpSpPr>
          <a:xfrm>
            <a:off x="1295729" y="1533705"/>
            <a:ext cx="367261" cy="364686"/>
            <a:chOff x="-64781025" y="3361050"/>
            <a:chExt cx="317425" cy="315200"/>
          </a:xfrm>
        </p:grpSpPr>
        <p:sp>
          <p:nvSpPr>
            <p:cNvPr id="6550" name="Google Shape;6550;p46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46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46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46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54" name="Google Shape;6554;p46"/>
          <p:cNvSpPr/>
          <p:nvPr/>
        </p:nvSpPr>
        <p:spPr>
          <a:xfrm>
            <a:off x="1295604" y="1976311"/>
            <a:ext cx="367261" cy="36543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55" name="Google Shape;6555;p46"/>
          <p:cNvSpPr/>
          <p:nvPr/>
        </p:nvSpPr>
        <p:spPr>
          <a:xfrm>
            <a:off x="1322938" y="2404313"/>
            <a:ext cx="312592" cy="36726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56" name="Google Shape;6556;p46"/>
          <p:cNvSpPr/>
          <p:nvPr/>
        </p:nvSpPr>
        <p:spPr>
          <a:xfrm>
            <a:off x="3508223" y="1572954"/>
            <a:ext cx="366335" cy="2861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557" name="Google Shape;6557;p46"/>
          <p:cNvGrpSpPr/>
          <p:nvPr/>
        </p:nvGrpSpPr>
        <p:grpSpPr>
          <a:xfrm>
            <a:off x="3500129" y="1975144"/>
            <a:ext cx="382765" cy="367810"/>
            <a:chOff x="-62890750" y="3747425"/>
            <a:chExt cx="330825" cy="317900"/>
          </a:xfrm>
        </p:grpSpPr>
        <p:sp>
          <p:nvSpPr>
            <p:cNvPr id="6558" name="Google Shape;6558;p46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46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46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46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46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46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46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46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46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46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46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46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46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46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2" name="Google Shape;6572;p46"/>
          <p:cNvGrpSpPr/>
          <p:nvPr/>
        </p:nvGrpSpPr>
        <p:grpSpPr>
          <a:xfrm>
            <a:off x="3507881" y="2404781"/>
            <a:ext cx="367261" cy="366364"/>
            <a:chOff x="-62884425" y="4111775"/>
            <a:chExt cx="317425" cy="316650"/>
          </a:xfrm>
        </p:grpSpPr>
        <p:sp>
          <p:nvSpPr>
            <p:cNvPr id="6573" name="Google Shape;6573;p46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46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5" name="Google Shape;6575;p46"/>
          <p:cNvGrpSpPr/>
          <p:nvPr/>
        </p:nvGrpSpPr>
        <p:grpSpPr>
          <a:xfrm>
            <a:off x="2180515" y="2900850"/>
            <a:ext cx="365438" cy="360001"/>
            <a:chOff x="-60991775" y="3376900"/>
            <a:chExt cx="315850" cy="311150"/>
          </a:xfrm>
        </p:grpSpPr>
        <p:sp>
          <p:nvSpPr>
            <p:cNvPr id="6576" name="Google Shape;6576;p46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46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46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9" name="Google Shape;6579;p46"/>
          <p:cNvGrpSpPr/>
          <p:nvPr/>
        </p:nvGrpSpPr>
        <p:grpSpPr>
          <a:xfrm>
            <a:off x="2180052" y="3351714"/>
            <a:ext cx="366364" cy="359075"/>
            <a:chOff x="-60988625" y="3740800"/>
            <a:chExt cx="316650" cy="310350"/>
          </a:xfrm>
        </p:grpSpPr>
        <p:sp>
          <p:nvSpPr>
            <p:cNvPr id="6580" name="Google Shape;6580;p46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46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46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83" name="Google Shape;6583;p46"/>
          <p:cNvGrpSpPr/>
          <p:nvPr/>
        </p:nvGrpSpPr>
        <p:grpSpPr>
          <a:xfrm>
            <a:off x="2180052" y="3807165"/>
            <a:ext cx="366364" cy="365207"/>
            <a:chOff x="-60987850" y="4100950"/>
            <a:chExt cx="316650" cy="315650"/>
          </a:xfrm>
        </p:grpSpPr>
        <p:sp>
          <p:nvSpPr>
            <p:cNvPr id="6584" name="Google Shape;6584;p46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46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46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46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46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89" name="Google Shape;6589;p46"/>
          <p:cNvGrpSpPr/>
          <p:nvPr/>
        </p:nvGrpSpPr>
        <p:grpSpPr>
          <a:xfrm>
            <a:off x="3949836" y="3352625"/>
            <a:ext cx="369083" cy="357253"/>
            <a:chOff x="-59447250" y="3706150"/>
            <a:chExt cx="319000" cy="308775"/>
          </a:xfrm>
        </p:grpSpPr>
        <p:sp>
          <p:nvSpPr>
            <p:cNvPr id="6590" name="Google Shape;6590;p46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46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46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46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94" name="Google Shape;6594;p46"/>
          <p:cNvGrpSpPr/>
          <p:nvPr/>
        </p:nvGrpSpPr>
        <p:grpSpPr>
          <a:xfrm>
            <a:off x="1738564" y="1533936"/>
            <a:ext cx="368186" cy="364224"/>
            <a:chOff x="-64406125" y="3362225"/>
            <a:chExt cx="318225" cy="314800"/>
          </a:xfrm>
        </p:grpSpPr>
        <p:sp>
          <p:nvSpPr>
            <p:cNvPr id="6595" name="Google Shape;6595;p46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46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97" name="Google Shape;6597;p46"/>
          <p:cNvSpPr/>
          <p:nvPr/>
        </p:nvSpPr>
        <p:spPr>
          <a:xfrm>
            <a:off x="1801771" y="1975400"/>
            <a:ext cx="241524" cy="36726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598" name="Google Shape;6598;p46"/>
          <p:cNvGrpSpPr/>
          <p:nvPr/>
        </p:nvGrpSpPr>
        <p:grpSpPr>
          <a:xfrm>
            <a:off x="1739027" y="2404781"/>
            <a:ext cx="367261" cy="366364"/>
            <a:chOff x="-64410850" y="4094450"/>
            <a:chExt cx="317425" cy="316650"/>
          </a:xfrm>
        </p:grpSpPr>
        <p:sp>
          <p:nvSpPr>
            <p:cNvPr id="6599" name="Google Shape;6599;p46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46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46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2" name="Google Shape;6602;p46"/>
          <p:cNvSpPr/>
          <p:nvPr/>
        </p:nvSpPr>
        <p:spPr>
          <a:xfrm>
            <a:off x="3983247" y="1532300"/>
            <a:ext cx="319882" cy="367463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03" name="Google Shape;6603;p46"/>
          <p:cNvGrpSpPr/>
          <p:nvPr/>
        </p:nvGrpSpPr>
        <p:grpSpPr>
          <a:xfrm>
            <a:off x="3960575" y="1974854"/>
            <a:ext cx="365467" cy="368389"/>
            <a:chOff x="-62516625" y="3743175"/>
            <a:chExt cx="315875" cy="318400"/>
          </a:xfrm>
        </p:grpSpPr>
        <p:sp>
          <p:nvSpPr>
            <p:cNvPr id="6604" name="Google Shape;6604;p46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46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06" name="Google Shape;6606;p46"/>
          <p:cNvGrpSpPr/>
          <p:nvPr/>
        </p:nvGrpSpPr>
        <p:grpSpPr>
          <a:xfrm>
            <a:off x="3967415" y="2424826"/>
            <a:ext cx="351786" cy="326274"/>
            <a:chOff x="-62511900" y="4129100"/>
            <a:chExt cx="304050" cy="282000"/>
          </a:xfrm>
        </p:grpSpPr>
        <p:sp>
          <p:nvSpPr>
            <p:cNvPr id="6607" name="Google Shape;6607;p46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46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46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46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46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12" name="Google Shape;6612;p46"/>
          <p:cNvGrpSpPr/>
          <p:nvPr/>
        </p:nvGrpSpPr>
        <p:grpSpPr>
          <a:xfrm>
            <a:off x="2645537" y="2897220"/>
            <a:ext cx="310770" cy="367261"/>
            <a:chOff x="-60597975" y="3367475"/>
            <a:chExt cx="268600" cy="317425"/>
          </a:xfrm>
        </p:grpSpPr>
        <p:sp>
          <p:nvSpPr>
            <p:cNvPr id="6613" name="Google Shape;6613;p46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46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46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46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46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18" name="Google Shape;6618;p46"/>
          <p:cNvSpPr/>
          <p:nvPr/>
        </p:nvSpPr>
        <p:spPr>
          <a:xfrm>
            <a:off x="2616264" y="3348731"/>
            <a:ext cx="369083" cy="36500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19" name="Google Shape;6619;p46"/>
          <p:cNvGrpSpPr/>
          <p:nvPr/>
        </p:nvGrpSpPr>
        <p:grpSpPr>
          <a:xfrm>
            <a:off x="2617740" y="3858536"/>
            <a:ext cx="366364" cy="262465"/>
            <a:chOff x="-60621600" y="4145650"/>
            <a:chExt cx="316650" cy="226850"/>
          </a:xfrm>
        </p:grpSpPr>
        <p:sp>
          <p:nvSpPr>
            <p:cNvPr id="6620" name="Google Shape;6620;p46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46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46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23" name="Google Shape;6623;p46"/>
          <p:cNvGrpSpPr/>
          <p:nvPr/>
        </p:nvGrpSpPr>
        <p:grpSpPr>
          <a:xfrm>
            <a:off x="3954392" y="3807035"/>
            <a:ext cx="359972" cy="365467"/>
            <a:chOff x="-59400775" y="4084200"/>
            <a:chExt cx="311125" cy="315875"/>
          </a:xfrm>
        </p:grpSpPr>
        <p:sp>
          <p:nvSpPr>
            <p:cNvPr id="6624" name="Google Shape;6624;p46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46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46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46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46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46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30" name="Google Shape;6630;p46"/>
          <p:cNvGrpSpPr/>
          <p:nvPr/>
        </p:nvGrpSpPr>
        <p:grpSpPr>
          <a:xfrm>
            <a:off x="2178486" y="1532866"/>
            <a:ext cx="365438" cy="366364"/>
            <a:chOff x="-64044600" y="3360375"/>
            <a:chExt cx="315850" cy="316650"/>
          </a:xfrm>
        </p:grpSpPr>
        <p:sp>
          <p:nvSpPr>
            <p:cNvPr id="6631" name="Google Shape;6631;p46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46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46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34" name="Google Shape;6634;p46"/>
          <p:cNvGrpSpPr/>
          <p:nvPr/>
        </p:nvGrpSpPr>
        <p:grpSpPr>
          <a:xfrm>
            <a:off x="2204909" y="1975418"/>
            <a:ext cx="312592" cy="367261"/>
            <a:chOff x="-64022550" y="3727425"/>
            <a:chExt cx="270175" cy="317425"/>
          </a:xfrm>
        </p:grpSpPr>
        <p:sp>
          <p:nvSpPr>
            <p:cNvPr id="6635" name="Google Shape;6635;p46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46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46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38" name="Google Shape;6638;p46"/>
          <p:cNvGrpSpPr/>
          <p:nvPr/>
        </p:nvGrpSpPr>
        <p:grpSpPr>
          <a:xfrm>
            <a:off x="2229047" y="2404318"/>
            <a:ext cx="264317" cy="367290"/>
            <a:chOff x="-64001300" y="4093650"/>
            <a:chExt cx="228450" cy="317450"/>
          </a:xfrm>
        </p:grpSpPr>
        <p:sp>
          <p:nvSpPr>
            <p:cNvPr id="6639" name="Google Shape;6639;p46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46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46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46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43" name="Google Shape;6643;p46"/>
          <p:cNvGrpSpPr/>
          <p:nvPr/>
        </p:nvGrpSpPr>
        <p:grpSpPr>
          <a:xfrm>
            <a:off x="848051" y="2897610"/>
            <a:ext cx="359972" cy="366480"/>
            <a:chOff x="-62148800" y="3377700"/>
            <a:chExt cx="311125" cy="316750"/>
          </a:xfrm>
        </p:grpSpPr>
        <p:sp>
          <p:nvSpPr>
            <p:cNvPr id="6644" name="Google Shape;6644;p46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46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46" name="Google Shape;6646;p46"/>
          <p:cNvGrpSpPr/>
          <p:nvPr/>
        </p:nvGrpSpPr>
        <p:grpSpPr>
          <a:xfrm>
            <a:off x="843958" y="3347607"/>
            <a:ext cx="368157" cy="367290"/>
            <a:chOff x="-62154300" y="3743950"/>
            <a:chExt cx="318200" cy="317450"/>
          </a:xfrm>
        </p:grpSpPr>
        <p:sp>
          <p:nvSpPr>
            <p:cNvPr id="6647" name="Google Shape;6647;p46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46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49" name="Google Shape;6649;p46"/>
          <p:cNvGrpSpPr/>
          <p:nvPr/>
        </p:nvGrpSpPr>
        <p:grpSpPr>
          <a:xfrm>
            <a:off x="843944" y="3806587"/>
            <a:ext cx="368186" cy="366364"/>
            <a:chOff x="-62151950" y="4111775"/>
            <a:chExt cx="318225" cy="316650"/>
          </a:xfrm>
        </p:grpSpPr>
        <p:sp>
          <p:nvSpPr>
            <p:cNvPr id="6650" name="Google Shape;6650;p46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46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46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46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54" name="Google Shape;6654;p46"/>
          <p:cNvGrpSpPr/>
          <p:nvPr/>
        </p:nvGrpSpPr>
        <p:grpSpPr>
          <a:xfrm>
            <a:off x="3062568" y="2897133"/>
            <a:ext cx="368157" cy="367434"/>
            <a:chOff x="-60254550" y="3367325"/>
            <a:chExt cx="318200" cy="317575"/>
          </a:xfrm>
        </p:grpSpPr>
        <p:sp>
          <p:nvSpPr>
            <p:cNvPr id="6655" name="Google Shape;6655;p46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46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46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46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59" name="Google Shape;6659;p46"/>
          <p:cNvGrpSpPr/>
          <p:nvPr/>
        </p:nvGrpSpPr>
        <p:grpSpPr>
          <a:xfrm>
            <a:off x="3063465" y="3348127"/>
            <a:ext cx="366364" cy="366248"/>
            <a:chOff x="-60255350" y="3733825"/>
            <a:chExt cx="316650" cy="316550"/>
          </a:xfrm>
        </p:grpSpPr>
        <p:sp>
          <p:nvSpPr>
            <p:cNvPr id="6660" name="Google Shape;6660;p46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46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46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46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46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46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46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67" name="Google Shape;6667;p46"/>
          <p:cNvGrpSpPr/>
          <p:nvPr/>
        </p:nvGrpSpPr>
        <p:grpSpPr>
          <a:xfrm>
            <a:off x="3091262" y="3807035"/>
            <a:ext cx="310770" cy="365467"/>
            <a:chOff x="-60232500" y="4101525"/>
            <a:chExt cx="268600" cy="315875"/>
          </a:xfrm>
        </p:grpSpPr>
        <p:sp>
          <p:nvSpPr>
            <p:cNvPr id="6668" name="Google Shape;6668;p46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46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70" name="Google Shape;6670;p46"/>
          <p:cNvSpPr/>
          <p:nvPr/>
        </p:nvSpPr>
        <p:spPr>
          <a:xfrm>
            <a:off x="2179036" y="4275969"/>
            <a:ext cx="366335" cy="367290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71" name="Google Shape;6671;p46"/>
          <p:cNvGrpSpPr/>
          <p:nvPr/>
        </p:nvGrpSpPr>
        <p:grpSpPr>
          <a:xfrm>
            <a:off x="2624262" y="1532866"/>
            <a:ext cx="368186" cy="366364"/>
            <a:chOff x="-63679950" y="3360375"/>
            <a:chExt cx="318225" cy="316650"/>
          </a:xfrm>
        </p:grpSpPr>
        <p:sp>
          <p:nvSpPr>
            <p:cNvPr id="6672" name="Google Shape;6672;p46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46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46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46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76" name="Google Shape;6676;p46"/>
          <p:cNvSpPr/>
          <p:nvPr/>
        </p:nvSpPr>
        <p:spPr>
          <a:xfrm>
            <a:off x="2623229" y="1975169"/>
            <a:ext cx="370009" cy="367724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77" name="Google Shape;6677;p46"/>
          <p:cNvGrpSpPr/>
          <p:nvPr/>
        </p:nvGrpSpPr>
        <p:grpSpPr>
          <a:xfrm>
            <a:off x="2622889" y="2404203"/>
            <a:ext cx="370934" cy="367521"/>
            <a:chOff x="-63679950" y="4093450"/>
            <a:chExt cx="320600" cy="317650"/>
          </a:xfrm>
        </p:grpSpPr>
        <p:sp>
          <p:nvSpPr>
            <p:cNvPr id="6678" name="Google Shape;6678;p46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46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46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81" name="Google Shape;6681;p46"/>
          <p:cNvGrpSpPr/>
          <p:nvPr/>
        </p:nvGrpSpPr>
        <p:grpSpPr>
          <a:xfrm>
            <a:off x="1283006" y="2897205"/>
            <a:ext cx="366364" cy="367290"/>
            <a:chOff x="-61784125" y="3377700"/>
            <a:chExt cx="316650" cy="317450"/>
          </a:xfrm>
        </p:grpSpPr>
        <p:sp>
          <p:nvSpPr>
            <p:cNvPr id="6682" name="Google Shape;6682;p46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46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46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46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46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46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46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89" name="Google Shape;6689;p46"/>
          <p:cNvGrpSpPr/>
          <p:nvPr/>
        </p:nvGrpSpPr>
        <p:grpSpPr>
          <a:xfrm>
            <a:off x="1283006" y="3347607"/>
            <a:ext cx="366364" cy="367290"/>
            <a:chOff x="-61783350" y="3743950"/>
            <a:chExt cx="316650" cy="317450"/>
          </a:xfrm>
        </p:grpSpPr>
        <p:sp>
          <p:nvSpPr>
            <p:cNvPr id="6690" name="Google Shape;6690;p46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46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92" name="Google Shape;6692;p46"/>
          <p:cNvSpPr/>
          <p:nvPr/>
        </p:nvSpPr>
        <p:spPr>
          <a:xfrm>
            <a:off x="1282887" y="3806407"/>
            <a:ext cx="366364" cy="366682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93" name="Google Shape;6693;p46"/>
          <p:cNvSpPr/>
          <p:nvPr/>
        </p:nvSpPr>
        <p:spPr>
          <a:xfrm>
            <a:off x="3505689" y="2907052"/>
            <a:ext cx="366364" cy="347563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94" name="Google Shape;6694;p46"/>
          <p:cNvSpPr/>
          <p:nvPr/>
        </p:nvSpPr>
        <p:spPr>
          <a:xfrm>
            <a:off x="3504778" y="3387693"/>
            <a:ext cx="368186" cy="287081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95" name="Google Shape;6695;p46"/>
          <p:cNvGrpSpPr/>
          <p:nvPr/>
        </p:nvGrpSpPr>
        <p:grpSpPr>
          <a:xfrm>
            <a:off x="3504430" y="3807440"/>
            <a:ext cx="369112" cy="364657"/>
            <a:chOff x="-59869425" y="4102225"/>
            <a:chExt cx="319025" cy="315175"/>
          </a:xfrm>
        </p:grpSpPr>
        <p:sp>
          <p:nvSpPr>
            <p:cNvPr id="6696" name="Google Shape;6696;p46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46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46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46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00" name="Google Shape;6700;p46"/>
          <p:cNvGrpSpPr/>
          <p:nvPr/>
        </p:nvGrpSpPr>
        <p:grpSpPr>
          <a:xfrm>
            <a:off x="2623233" y="4276262"/>
            <a:ext cx="366364" cy="365467"/>
            <a:chOff x="-59029025" y="3711650"/>
            <a:chExt cx="316650" cy="315875"/>
          </a:xfrm>
        </p:grpSpPr>
        <p:sp>
          <p:nvSpPr>
            <p:cNvPr id="6701" name="Google Shape;6701;p46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46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46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46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46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46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46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08" name="Google Shape;6708;p46"/>
          <p:cNvGrpSpPr/>
          <p:nvPr/>
        </p:nvGrpSpPr>
        <p:grpSpPr>
          <a:xfrm>
            <a:off x="4859311" y="1532317"/>
            <a:ext cx="351940" cy="348188"/>
            <a:chOff x="581525" y="3254850"/>
            <a:chExt cx="297750" cy="294575"/>
          </a:xfrm>
        </p:grpSpPr>
        <p:sp>
          <p:nvSpPr>
            <p:cNvPr id="6709" name="Google Shape;6709;p4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4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4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12" name="Google Shape;6712;p46"/>
          <p:cNvGrpSpPr/>
          <p:nvPr/>
        </p:nvGrpSpPr>
        <p:grpSpPr>
          <a:xfrm>
            <a:off x="4858380" y="1971253"/>
            <a:ext cx="353802" cy="351497"/>
            <a:chOff x="580725" y="3617925"/>
            <a:chExt cx="299325" cy="297375"/>
          </a:xfrm>
        </p:grpSpPr>
        <p:sp>
          <p:nvSpPr>
            <p:cNvPr id="6713" name="Google Shape;6713;p4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4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4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4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4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18" name="Google Shape;6718;p46"/>
          <p:cNvGrpSpPr/>
          <p:nvPr/>
        </p:nvGrpSpPr>
        <p:grpSpPr>
          <a:xfrm>
            <a:off x="4860242" y="2418443"/>
            <a:ext cx="350079" cy="350079"/>
            <a:chOff x="583100" y="3982600"/>
            <a:chExt cx="296175" cy="296175"/>
          </a:xfrm>
        </p:grpSpPr>
        <p:sp>
          <p:nvSpPr>
            <p:cNvPr id="6719" name="Google Shape;6719;p4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4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4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4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4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4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4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26" name="Google Shape;6726;p46"/>
          <p:cNvGrpSpPr/>
          <p:nvPr/>
        </p:nvGrpSpPr>
        <p:grpSpPr>
          <a:xfrm>
            <a:off x="7092856" y="1532067"/>
            <a:ext cx="307231" cy="348690"/>
            <a:chOff x="2423775" y="3226875"/>
            <a:chExt cx="259925" cy="295000"/>
          </a:xfrm>
        </p:grpSpPr>
        <p:sp>
          <p:nvSpPr>
            <p:cNvPr id="6727" name="Google Shape;6727;p4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4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4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30" name="Google Shape;6730;p46"/>
          <p:cNvGrpSpPr/>
          <p:nvPr/>
        </p:nvGrpSpPr>
        <p:grpSpPr>
          <a:xfrm>
            <a:off x="7070043" y="1973352"/>
            <a:ext cx="352857" cy="347301"/>
            <a:chOff x="2404875" y="3592725"/>
            <a:chExt cx="298525" cy="293825"/>
          </a:xfrm>
        </p:grpSpPr>
        <p:sp>
          <p:nvSpPr>
            <p:cNvPr id="6731" name="Google Shape;6731;p4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4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4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34" name="Google Shape;6734;p46"/>
          <p:cNvGrpSpPr/>
          <p:nvPr/>
        </p:nvGrpSpPr>
        <p:grpSpPr>
          <a:xfrm>
            <a:off x="7070974" y="2418917"/>
            <a:ext cx="350995" cy="349133"/>
            <a:chOff x="2404875" y="3955825"/>
            <a:chExt cx="296950" cy="295375"/>
          </a:xfrm>
        </p:grpSpPr>
        <p:sp>
          <p:nvSpPr>
            <p:cNvPr id="6735" name="Google Shape;6735;p4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4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4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4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39" name="Google Shape;6739;p46"/>
          <p:cNvGrpSpPr/>
          <p:nvPr/>
        </p:nvGrpSpPr>
        <p:grpSpPr>
          <a:xfrm>
            <a:off x="5764954" y="2883111"/>
            <a:ext cx="349163" cy="350079"/>
            <a:chOff x="4263650" y="3235150"/>
            <a:chExt cx="295400" cy="296175"/>
          </a:xfrm>
        </p:grpSpPr>
        <p:sp>
          <p:nvSpPr>
            <p:cNvPr id="6740" name="Google Shape;6740;p4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4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4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4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4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45" name="Google Shape;6745;p46"/>
          <p:cNvGrpSpPr/>
          <p:nvPr/>
        </p:nvGrpSpPr>
        <p:grpSpPr>
          <a:xfrm>
            <a:off x="5762634" y="3342272"/>
            <a:ext cx="353802" cy="327739"/>
            <a:chOff x="4266025" y="3609275"/>
            <a:chExt cx="299325" cy="277275"/>
          </a:xfrm>
        </p:grpSpPr>
        <p:sp>
          <p:nvSpPr>
            <p:cNvPr id="6746" name="Google Shape;6746;p4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4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48" name="Google Shape;6748;p46"/>
          <p:cNvGrpSpPr/>
          <p:nvPr/>
        </p:nvGrpSpPr>
        <p:grpSpPr>
          <a:xfrm>
            <a:off x="5763092" y="3807659"/>
            <a:ext cx="352886" cy="349133"/>
            <a:chOff x="4263650" y="3963700"/>
            <a:chExt cx="298550" cy="295375"/>
          </a:xfrm>
        </p:grpSpPr>
        <p:sp>
          <p:nvSpPr>
            <p:cNvPr id="6749" name="Google Shape;6749;p4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4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4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4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4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4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4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56" name="Google Shape;6756;p46"/>
          <p:cNvGrpSpPr/>
          <p:nvPr/>
        </p:nvGrpSpPr>
        <p:grpSpPr>
          <a:xfrm>
            <a:off x="8041429" y="2883111"/>
            <a:ext cx="226264" cy="350079"/>
            <a:chOff x="6164975" y="3211525"/>
            <a:chExt cx="191425" cy="296175"/>
          </a:xfrm>
        </p:grpSpPr>
        <p:sp>
          <p:nvSpPr>
            <p:cNvPr id="6757" name="Google Shape;6757;p4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4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4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4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4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4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4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64" name="Google Shape;6764;p46"/>
          <p:cNvGrpSpPr/>
          <p:nvPr/>
        </p:nvGrpSpPr>
        <p:grpSpPr>
          <a:xfrm>
            <a:off x="5303466" y="1531387"/>
            <a:ext cx="352886" cy="350049"/>
            <a:chOff x="946175" y="3253275"/>
            <a:chExt cx="298550" cy="296150"/>
          </a:xfrm>
        </p:grpSpPr>
        <p:sp>
          <p:nvSpPr>
            <p:cNvPr id="6765" name="Google Shape;6765;p4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4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4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4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4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70" name="Google Shape;6770;p46"/>
          <p:cNvGrpSpPr/>
          <p:nvPr/>
        </p:nvGrpSpPr>
        <p:grpSpPr>
          <a:xfrm>
            <a:off x="5304397" y="1973351"/>
            <a:ext cx="351024" cy="347301"/>
            <a:chOff x="946175" y="3619500"/>
            <a:chExt cx="296975" cy="293825"/>
          </a:xfrm>
        </p:grpSpPr>
        <p:sp>
          <p:nvSpPr>
            <p:cNvPr id="6771" name="Google Shape;6771;p4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4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4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4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4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4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77" name="Google Shape;6777;p46"/>
          <p:cNvGrpSpPr/>
          <p:nvPr/>
        </p:nvGrpSpPr>
        <p:grpSpPr>
          <a:xfrm>
            <a:off x="5303939" y="2417985"/>
            <a:ext cx="351940" cy="350995"/>
            <a:chOff x="944600" y="3981825"/>
            <a:chExt cx="297750" cy="296950"/>
          </a:xfrm>
        </p:grpSpPr>
        <p:sp>
          <p:nvSpPr>
            <p:cNvPr id="6778" name="Google Shape;6778;p4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4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4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4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82" name="Google Shape;6782;p46"/>
          <p:cNvGrpSpPr/>
          <p:nvPr/>
        </p:nvGrpSpPr>
        <p:grpSpPr>
          <a:xfrm>
            <a:off x="7520875" y="1531845"/>
            <a:ext cx="350079" cy="349133"/>
            <a:chOff x="2768750" y="3227275"/>
            <a:chExt cx="296175" cy="295375"/>
          </a:xfrm>
        </p:grpSpPr>
        <p:sp>
          <p:nvSpPr>
            <p:cNvPr id="6783" name="Google Shape;6783;p4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4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4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4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4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4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4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4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91" name="Google Shape;6791;p46"/>
          <p:cNvGrpSpPr/>
          <p:nvPr/>
        </p:nvGrpSpPr>
        <p:grpSpPr>
          <a:xfrm>
            <a:off x="7541826" y="1972717"/>
            <a:ext cx="308177" cy="348572"/>
            <a:chOff x="2786075" y="3591800"/>
            <a:chExt cx="260725" cy="294900"/>
          </a:xfrm>
        </p:grpSpPr>
        <p:sp>
          <p:nvSpPr>
            <p:cNvPr id="6792" name="Google Shape;6792;p4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4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4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4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4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97" name="Google Shape;6797;p46"/>
          <p:cNvGrpSpPr/>
          <p:nvPr/>
        </p:nvGrpSpPr>
        <p:grpSpPr>
          <a:xfrm>
            <a:off x="7582324" y="2418444"/>
            <a:ext cx="227180" cy="350079"/>
            <a:chOff x="2819150" y="3955025"/>
            <a:chExt cx="192200" cy="296175"/>
          </a:xfrm>
        </p:grpSpPr>
        <p:sp>
          <p:nvSpPr>
            <p:cNvPr id="6798" name="Google Shape;6798;p4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4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4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4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02" name="Google Shape;6802;p46"/>
          <p:cNvGrpSpPr/>
          <p:nvPr/>
        </p:nvGrpSpPr>
        <p:grpSpPr>
          <a:xfrm>
            <a:off x="6206097" y="2884042"/>
            <a:ext cx="349133" cy="348217"/>
            <a:chOff x="4629125" y="3235150"/>
            <a:chExt cx="295375" cy="294600"/>
          </a:xfrm>
        </p:grpSpPr>
        <p:sp>
          <p:nvSpPr>
            <p:cNvPr id="6803" name="Google Shape;6803;p4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4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4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4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4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08" name="Google Shape;6808;p46"/>
          <p:cNvGrpSpPr/>
          <p:nvPr/>
        </p:nvGrpSpPr>
        <p:grpSpPr>
          <a:xfrm>
            <a:off x="6206082" y="3331575"/>
            <a:ext cx="349163" cy="349133"/>
            <a:chOff x="4628325" y="3599825"/>
            <a:chExt cx="295400" cy="295375"/>
          </a:xfrm>
        </p:grpSpPr>
        <p:sp>
          <p:nvSpPr>
            <p:cNvPr id="6809" name="Google Shape;6809;p4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4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4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4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4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4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4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4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4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4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4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4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21" name="Google Shape;6821;p46"/>
          <p:cNvGrpSpPr/>
          <p:nvPr/>
        </p:nvGrpSpPr>
        <p:grpSpPr>
          <a:xfrm>
            <a:off x="6227033" y="3807186"/>
            <a:ext cx="307261" cy="350079"/>
            <a:chOff x="4645650" y="3962900"/>
            <a:chExt cx="259950" cy="296175"/>
          </a:xfrm>
        </p:grpSpPr>
        <p:sp>
          <p:nvSpPr>
            <p:cNvPr id="6822" name="Google Shape;6822;p4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4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4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4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4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4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28" name="Google Shape;6828;p46"/>
          <p:cNvGrpSpPr/>
          <p:nvPr/>
        </p:nvGrpSpPr>
        <p:grpSpPr>
          <a:xfrm>
            <a:off x="7979994" y="3332048"/>
            <a:ext cx="349133" cy="348188"/>
            <a:chOff x="6143725" y="3582500"/>
            <a:chExt cx="295375" cy="294575"/>
          </a:xfrm>
        </p:grpSpPr>
        <p:sp>
          <p:nvSpPr>
            <p:cNvPr id="6829" name="Google Shape;6829;p4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4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4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4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4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4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4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36" name="Google Shape;6836;p46"/>
          <p:cNvGrpSpPr/>
          <p:nvPr/>
        </p:nvGrpSpPr>
        <p:grpSpPr>
          <a:xfrm>
            <a:off x="5748820" y="1531387"/>
            <a:ext cx="350995" cy="350049"/>
            <a:chOff x="1310075" y="3253275"/>
            <a:chExt cx="296950" cy="296150"/>
          </a:xfrm>
        </p:grpSpPr>
        <p:sp>
          <p:nvSpPr>
            <p:cNvPr id="6837" name="Google Shape;6837;p4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4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4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40" name="Google Shape;6840;p46"/>
          <p:cNvSpPr/>
          <p:nvPr/>
        </p:nvSpPr>
        <p:spPr>
          <a:xfrm>
            <a:off x="5750241" y="1973475"/>
            <a:ext cx="348217" cy="347272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41" name="Google Shape;6841;p46"/>
          <p:cNvGrpSpPr/>
          <p:nvPr/>
        </p:nvGrpSpPr>
        <p:grpSpPr>
          <a:xfrm>
            <a:off x="5748347" y="2417646"/>
            <a:ext cx="351941" cy="351675"/>
            <a:chOff x="1310075" y="3980250"/>
            <a:chExt cx="297750" cy="297525"/>
          </a:xfrm>
        </p:grpSpPr>
        <p:sp>
          <p:nvSpPr>
            <p:cNvPr id="6842" name="Google Shape;6842;p4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4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4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4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46" name="Google Shape;6846;p46"/>
          <p:cNvGrpSpPr/>
          <p:nvPr/>
        </p:nvGrpSpPr>
        <p:grpSpPr>
          <a:xfrm>
            <a:off x="8013136" y="1531845"/>
            <a:ext cx="266305" cy="349133"/>
            <a:chOff x="3167275" y="3227275"/>
            <a:chExt cx="225300" cy="295375"/>
          </a:xfrm>
        </p:grpSpPr>
        <p:sp>
          <p:nvSpPr>
            <p:cNvPr id="6847" name="Google Shape;6847;p4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4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4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4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4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52" name="Google Shape;6852;p46"/>
          <p:cNvSpPr/>
          <p:nvPr/>
        </p:nvSpPr>
        <p:spPr>
          <a:xfrm>
            <a:off x="7962474" y="1971731"/>
            <a:ext cx="367779" cy="350758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53" name="Google Shape;6853;p46"/>
          <p:cNvGrpSpPr/>
          <p:nvPr/>
        </p:nvGrpSpPr>
        <p:grpSpPr>
          <a:xfrm>
            <a:off x="7970318" y="2418902"/>
            <a:ext cx="351940" cy="349163"/>
            <a:chOff x="3133425" y="3955025"/>
            <a:chExt cx="297750" cy="295400"/>
          </a:xfrm>
        </p:grpSpPr>
        <p:sp>
          <p:nvSpPr>
            <p:cNvPr id="6854" name="Google Shape;6854;p4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4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4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57" name="Google Shape;6857;p46"/>
          <p:cNvGrpSpPr/>
          <p:nvPr/>
        </p:nvGrpSpPr>
        <p:grpSpPr>
          <a:xfrm>
            <a:off x="6650491" y="2882490"/>
            <a:ext cx="350079" cy="351320"/>
            <a:chOff x="4991425" y="3234750"/>
            <a:chExt cx="296175" cy="297225"/>
          </a:xfrm>
        </p:grpSpPr>
        <p:sp>
          <p:nvSpPr>
            <p:cNvPr id="6858" name="Google Shape;6858;p4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4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4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4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4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4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64" name="Google Shape;6864;p46"/>
          <p:cNvGrpSpPr/>
          <p:nvPr/>
        </p:nvGrpSpPr>
        <p:grpSpPr>
          <a:xfrm>
            <a:off x="6650491" y="3352053"/>
            <a:ext cx="350079" cy="308177"/>
            <a:chOff x="4991425" y="3617150"/>
            <a:chExt cx="296175" cy="260725"/>
          </a:xfrm>
        </p:grpSpPr>
        <p:sp>
          <p:nvSpPr>
            <p:cNvPr id="6865" name="Google Shape;6865;p4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4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4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4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4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4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4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72" name="Google Shape;6872;p46"/>
          <p:cNvGrpSpPr/>
          <p:nvPr/>
        </p:nvGrpSpPr>
        <p:grpSpPr>
          <a:xfrm>
            <a:off x="6727764" y="3807644"/>
            <a:ext cx="195532" cy="349163"/>
            <a:chOff x="5056800" y="3962900"/>
            <a:chExt cx="165425" cy="295400"/>
          </a:xfrm>
        </p:grpSpPr>
        <p:sp>
          <p:nvSpPr>
            <p:cNvPr id="6873" name="Google Shape;6873;p4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4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4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76" name="Google Shape;6876;p46"/>
          <p:cNvGrpSpPr/>
          <p:nvPr/>
        </p:nvGrpSpPr>
        <p:grpSpPr>
          <a:xfrm>
            <a:off x="7979062" y="3807660"/>
            <a:ext cx="350995" cy="349133"/>
            <a:chOff x="6168925" y="3936925"/>
            <a:chExt cx="296950" cy="295375"/>
          </a:xfrm>
        </p:grpSpPr>
        <p:sp>
          <p:nvSpPr>
            <p:cNvPr id="6877" name="Google Shape;6877;p4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4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4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4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4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2" name="Google Shape;6882;p4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83" name="Google Shape;6883;p46"/>
          <p:cNvGrpSpPr/>
          <p:nvPr/>
        </p:nvGrpSpPr>
        <p:grpSpPr>
          <a:xfrm>
            <a:off x="6192756" y="1531845"/>
            <a:ext cx="348188" cy="349133"/>
            <a:chOff x="1674750" y="3254050"/>
            <a:chExt cx="294575" cy="295375"/>
          </a:xfrm>
        </p:grpSpPr>
        <p:sp>
          <p:nvSpPr>
            <p:cNvPr id="6884" name="Google Shape;6884;p4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4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4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87" name="Google Shape;6887;p46"/>
          <p:cNvGrpSpPr/>
          <p:nvPr/>
        </p:nvGrpSpPr>
        <p:grpSpPr>
          <a:xfrm>
            <a:off x="6207177" y="1972435"/>
            <a:ext cx="319347" cy="349133"/>
            <a:chOff x="1687350" y="3618725"/>
            <a:chExt cx="270175" cy="295375"/>
          </a:xfrm>
        </p:grpSpPr>
        <p:sp>
          <p:nvSpPr>
            <p:cNvPr id="6888" name="Google Shape;6888;p4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4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4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91" name="Google Shape;6891;p46"/>
          <p:cNvGrpSpPr/>
          <p:nvPr/>
        </p:nvGrpSpPr>
        <p:grpSpPr>
          <a:xfrm>
            <a:off x="6190880" y="2418916"/>
            <a:ext cx="351940" cy="349133"/>
            <a:chOff x="1672375" y="3982600"/>
            <a:chExt cx="297750" cy="295375"/>
          </a:xfrm>
        </p:grpSpPr>
        <p:sp>
          <p:nvSpPr>
            <p:cNvPr id="6892" name="Google Shape;6892;p4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4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4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95" name="Google Shape;6895;p46"/>
          <p:cNvGrpSpPr/>
          <p:nvPr/>
        </p:nvGrpSpPr>
        <p:grpSpPr>
          <a:xfrm>
            <a:off x="4882872" y="2883111"/>
            <a:ext cx="350079" cy="350079"/>
            <a:chOff x="3497300" y="3227275"/>
            <a:chExt cx="296175" cy="296175"/>
          </a:xfrm>
        </p:grpSpPr>
        <p:sp>
          <p:nvSpPr>
            <p:cNvPr id="6896" name="Google Shape;6896;p4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4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4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4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4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4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4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4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04" name="Google Shape;6904;p46"/>
          <p:cNvGrpSpPr/>
          <p:nvPr/>
        </p:nvGrpSpPr>
        <p:grpSpPr>
          <a:xfrm>
            <a:off x="4883345" y="3332506"/>
            <a:ext cx="349133" cy="347272"/>
            <a:chOff x="3497300" y="3591950"/>
            <a:chExt cx="295375" cy="293800"/>
          </a:xfrm>
        </p:grpSpPr>
        <p:sp>
          <p:nvSpPr>
            <p:cNvPr id="6905" name="Google Shape;6905;p4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4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4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4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4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4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4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4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13" name="Google Shape;6913;p46"/>
          <p:cNvGrpSpPr/>
          <p:nvPr/>
        </p:nvGrpSpPr>
        <p:grpSpPr>
          <a:xfrm>
            <a:off x="4883345" y="3807644"/>
            <a:ext cx="349133" cy="349163"/>
            <a:chOff x="3497300" y="3955025"/>
            <a:chExt cx="295375" cy="295400"/>
          </a:xfrm>
        </p:grpSpPr>
        <p:sp>
          <p:nvSpPr>
            <p:cNvPr id="6914" name="Google Shape;6914;p4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4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4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17" name="Google Shape;6917;p46"/>
          <p:cNvGrpSpPr/>
          <p:nvPr/>
        </p:nvGrpSpPr>
        <p:grpSpPr>
          <a:xfrm>
            <a:off x="7107917" y="2883835"/>
            <a:ext cx="327739" cy="348631"/>
            <a:chOff x="5364750" y="3235150"/>
            <a:chExt cx="277275" cy="294950"/>
          </a:xfrm>
        </p:grpSpPr>
        <p:sp>
          <p:nvSpPr>
            <p:cNvPr id="6918" name="Google Shape;6918;p4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4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4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4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4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4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4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4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26" name="Google Shape;6926;p46"/>
          <p:cNvGrpSpPr/>
          <p:nvPr/>
        </p:nvGrpSpPr>
        <p:grpSpPr>
          <a:xfrm>
            <a:off x="7096274" y="3330171"/>
            <a:ext cx="351024" cy="351940"/>
            <a:chOff x="5355300" y="3598250"/>
            <a:chExt cx="296975" cy="297750"/>
          </a:xfrm>
        </p:grpSpPr>
        <p:sp>
          <p:nvSpPr>
            <p:cNvPr id="6927" name="Google Shape;6927;p4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4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4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4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4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4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4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4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35" name="Google Shape;6935;p46"/>
          <p:cNvGrpSpPr/>
          <p:nvPr/>
        </p:nvGrpSpPr>
        <p:grpSpPr>
          <a:xfrm>
            <a:off x="7100470" y="3869093"/>
            <a:ext cx="342632" cy="226264"/>
            <a:chOff x="5358450" y="4015675"/>
            <a:chExt cx="289875" cy="191425"/>
          </a:xfrm>
        </p:grpSpPr>
        <p:sp>
          <p:nvSpPr>
            <p:cNvPr id="6936" name="Google Shape;6936;p4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4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4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4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40" name="Google Shape;6940;p46"/>
          <p:cNvGrpSpPr/>
          <p:nvPr/>
        </p:nvGrpSpPr>
        <p:grpSpPr>
          <a:xfrm>
            <a:off x="6226953" y="4251624"/>
            <a:ext cx="351024" cy="325464"/>
            <a:chOff x="6543825" y="3202075"/>
            <a:chExt cx="296975" cy="275350"/>
          </a:xfrm>
        </p:grpSpPr>
        <p:sp>
          <p:nvSpPr>
            <p:cNvPr id="6941" name="Google Shape;6941;p4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4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4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4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4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4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4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48" name="Google Shape;6948;p46"/>
          <p:cNvGrpSpPr/>
          <p:nvPr/>
        </p:nvGrpSpPr>
        <p:grpSpPr>
          <a:xfrm>
            <a:off x="6633934" y="1531372"/>
            <a:ext cx="350079" cy="350079"/>
            <a:chOff x="2037825" y="3254050"/>
            <a:chExt cx="296175" cy="296175"/>
          </a:xfrm>
        </p:grpSpPr>
        <p:sp>
          <p:nvSpPr>
            <p:cNvPr id="6949" name="Google Shape;6949;p4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4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4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4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4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4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55" name="Google Shape;6955;p46"/>
          <p:cNvGrpSpPr/>
          <p:nvPr/>
        </p:nvGrpSpPr>
        <p:grpSpPr>
          <a:xfrm>
            <a:off x="6632072" y="1972539"/>
            <a:ext cx="353802" cy="348926"/>
            <a:chOff x="2034675" y="3617925"/>
            <a:chExt cx="299325" cy="295200"/>
          </a:xfrm>
        </p:grpSpPr>
        <p:sp>
          <p:nvSpPr>
            <p:cNvPr id="6956" name="Google Shape;6956;p4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4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4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4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4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61" name="Google Shape;6961;p46"/>
          <p:cNvGrpSpPr/>
          <p:nvPr/>
        </p:nvGrpSpPr>
        <p:grpSpPr>
          <a:xfrm>
            <a:off x="6633934" y="2418916"/>
            <a:ext cx="350079" cy="349133"/>
            <a:chOff x="2037825" y="3981825"/>
            <a:chExt cx="296175" cy="295375"/>
          </a:xfrm>
        </p:grpSpPr>
        <p:sp>
          <p:nvSpPr>
            <p:cNvPr id="6962" name="Google Shape;6962;p4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4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4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65" name="Google Shape;6965;p46"/>
          <p:cNvGrpSpPr/>
          <p:nvPr/>
        </p:nvGrpSpPr>
        <p:grpSpPr>
          <a:xfrm>
            <a:off x="5318952" y="2915232"/>
            <a:ext cx="350079" cy="285837"/>
            <a:chOff x="3860400" y="3254050"/>
            <a:chExt cx="296175" cy="241825"/>
          </a:xfrm>
        </p:grpSpPr>
        <p:sp>
          <p:nvSpPr>
            <p:cNvPr id="6966" name="Google Shape;6966;p4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4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4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4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4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4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4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73" name="Google Shape;6973;p46"/>
          <p:cNvGrpSpPr/>
          <p:nvPr/>
        </p:nvGrpSpPr>
        <p:grpSpPr>
          <a:xfrm>
            <a:off x="5318479" y="3331102"/>
            <a:ext cx="351024" cy="350079"/>
            <a:chOff x="3859600" y="3591950"/>
            <a:chExt cx="296975" cy="296175"/>
          </a:xfrm>
        </p:grpSpPr>
        <p:sp>
          <p:nvSpPr>
            <p:cNvPr id="6974" name="Google Shape;6974;p4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4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4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77" name="Google Shape;6977;p46"/>
          <p:cNvGrpSpPr/>
          <p:nvPr/>
        </p:nvGrpSpPr>
        <p:grpSpPr>
          <a:xfrm>
            <a:off x="5318952" y="3807186"/>
            <a:ext cx="350079" cy="350079"/>
            <a:chOff x="3860400" y="3955025"/>
            <a:chExt cx="296175" cy="296175"/>
          </a:xfrm>
        </p:grpSpPr>
        <p:sp>
          <p:nvSpPr>
            <p:cNvPr id="6978" name="Google Shape;6978;p4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4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4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4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4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83" name="Google Shape;6983;p46"/>
          <p:cNvGrpSpPr/>
          <p:nvPr/>
        </p:nvGrpSpPr>
        <p:grpSpPr>
          <a:xfrm>
            <a:off x="7534167" y="2883584"/>
            <a:ext cx="355664" cy="349133"/>
            <a:chOff x="5716825" y="3235950"/>
            <a:chExt cx="300900" cy="295375"/>
          </a:xfrm>
        </p:grpSpPr>
        <p:sp>
          <p:nvSpPr>
            <p:cNvPr id="6984" name="Google Shape;6984;p4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4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4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4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88" name="Google Shape;6988;p46"/>
          <p:cNvGrpSpPr/>
          <p:nvPr/>
        </p:nvGrpSpPr>
        <p:grpSpPr>
          <a:xfrm>
            <a:off x="7547199" y="3342272"/>
            <a:ext cx="329601" cy="327739"/>
            <a:chOff x="5727850" y="3609275"/>
            <a:chExt cx="278850" cy="277275"/>
          </a:xfrm>
        </p:grpSpPr>
        <p:sp>
          <p:nvSpPr>
            <p:cNvPr id="6989" name="Google Shape;6989;p4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4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4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4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4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94" name="Google Shape;6994;p46"/>
          <p:cNvGrpSpPr/>
          <p:nvPr/>
        </p:nvGrpSpPr>
        <p:grpSpPr>
          <a:xfrm>
            <a:off x="7558383" y="3807659"/>
            <a:ext cx="307231" cy="349133"/>
            <a:chOff x="5736525" y="3963700"/>
            <a:chExt cx="259925" cy="295375"/>
          </a:xfrm>
        </p:grpSpPr>
        <p:sp>
          <p:nvSpPr>
            <p:cNvPr id="6995" name="Google Shape;6995;p4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4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4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4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4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4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4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02" name="Google Shape;7002;p46"/>
          <p:cNvGrpSpPr/>
          <p:nvPr/>
        </p:nvGrpSpPr>
        <p:grpSpPr>
          <a:xfrm>
            <a:off x="6649963" y="4256985"/>
            <a:ext cx="351024" cy="350079"/>
            <a:chOff x="6553275" y="3604550"/>
            <a:chExt cx="296975" cy="296175"/>
          </a:xfrm>
        </p:grpSpPr>
        <p:sp>
          <p:nvSpPr>
            <p:cNvPr id="7003" name="Google Shape;7003;p4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4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4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4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4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4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012" name="Shape 7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3" name="Google Shape;7013;p4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4" name="Google Shape;7014;p4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015" name="Google Shape;7015;p47"/>
          <p:cNvGrpSpPr/>
          <p:nvPr/>
        </p:nvGrpSpPr>
        <p:grpSpPr>
          <a:xfrm>
            <a:off x="877057" y="1532946"/>
            <a:ext cx="294401" cy="353645"/>
            <a:chOff x="-35814600" y="3202075"/>
            <a:chExt cx="242625" cy="291450"/>
          </a:xfrm>
        </p:grpSpPr>
        <p:sp>
          <p:nvSpPr>
            <p:cNvPr id="7016" name="Google Shape;7016;p47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47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47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47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47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47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47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23" name="Google Shape;7023;p47"/>
          <p:cNvGrpSpPr/>
          <p:nvPr/>
        </p:nvGrpSpPr>
        <p:grpSpPr>
          <a:xfrm>
            <a:off x="847435" y="1973866"/>
            <a:ext cx="353645" cy="353888"/>
            <a:chOff x="-35839800" y="3561025"/>
            <a:chExt cx="291450" cy="291650"/>
          </a:xfrm>
        </p:grpSpPr>
        <p:sp>
          <p:nvSpPr>
            <p:cNvPr id="7024" name="Google Shape;7024;p47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47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47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47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47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47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47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31" name="Google Shape;7031;p47"/>
          <p:cNvSpPr/>
          <p:nvPr/>
        </p:nvSpPr>
        <p:spPr>
          <a:xfrm>
            <a:off x="845859" y="2409404"/>
            <a:ext cx="355557" cy="353645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032" name="Google Shape;7032;p47"/>
          <p:cNvGrpSpPr/>
          <p:nvPr/>
        </p:nvGrpSpPr>
        <p:grpSpPr>
          <a:xfrm>
            <a:off x="3084980" y="1532946"/>
            <a:ext cx="353645" cy="353645"/>
            <a:chOff x="-34003850" y="3227275"/>
            <a:chExt cx="291450" cy="291450"/>
          </a:xfrm>
        </p:grpSpPr>
        <p:sp>
          <p:nvSpPr>
            <p:cNvPr id="7033" name="Google Shape;7033;p47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47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47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47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47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38" name="Google Shape;7038;p47"/>
          <p:cNvGrpSpPr/>
          <p:nvPr/>
        </p:nvGrpSpPr>
        <p:grpSpPr>
          <a:xfrm>
            <a:off x="3084510" y="1973638"/>
            <a:ext cx="354586" cy="354343"/>
            <a:chOff x="-34004625" y="3585850"/>
            <a:chExt cx="292225" cy="292025"/>
          </a:xfrm>
        </p:grpSpPr>
        <p:sp>
          <p:nvSpPr>
            <p:cNvPr id="7039" name="Google Shape;7039;p47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47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47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47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47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44" name="Google Shape;7044;p47"/>
          <p:cNvGrpSpPr/>
          <p:nvPr/>
        </p:nvGrpSpPr>
        <p:grpSpPr>
          <a:xfrm>
            <a:off x="3084025" y="2408839"/>
            <a:ext cx="355557" cy="354616"/>
            <a:chOff x="-34005425" y="3945575"/>
            <a:chExt cx="293025" cy="292250"/>
          </a:xfrm>
        </p:grpSpPr>
        <p:sp>
          <p:nvSpPr>
            <p:cNvPr id="7045" name="Google Shape;7045;p47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47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47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48" name="Google Shape;7048;p47"/>
          <p:cNvGrpSpPr/>
          <p:nvPr/>
        </p:nvGrpSpPr>
        <p:grpSpPr>
          <a:xfrm>
            <a:off x="1731124" y="2882015"/>
            <a:ext cx="358408" cy="355557"/>
            <a:chOff x="-32174975" y="3192625"/>
            <a:chExt cx="295375" cy="293025"/>
          </a:xfrm>
        </p:grpSpPr>
        <p:sp>
          <p:nvSpPr>
            <p:cNvPr id="7049" name="Google Shape;7049;p47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47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47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47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53" name="Google Shape;7053;p47"/>
          <p:cNvSpPr/>
          <p:nvPr/>
        </p:nvSpPr>
        <p:spPr>
          <a:xfrm>
            <a:off x="1728170" y="3353079"/>
            <a:ext cx="363201" cy="354859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4" name="Google Shape;7054;p47"/>
          <p:cNvSpPr/>
          <p:nvPr/>
        </p:nvSpPr>
        <p:spPr>
          <a:xfrm>
            <a:off x="1732948" y="3818164"/>
            <a:ext cx="353645" cy="354586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055" name="Google Shape;7055;p47"/>
          <p:cNvGrpSpPr/>
          <p:nvPr/>
        </p:nvGrpSpPr>
        <p:grpSpPr>
          <a:xfrm>
            <a:off x="3970274" y="2882970"/>
            <a:ext cx="354586" cy="353645"/>
            <a:chOff x="-30345325" y="3184750"/>
            <a:chExt cx="292225" cy="291450"/>
          </a:xfrm>
        </p:grpSpPr>
        <p:sp>
          <p:nvSpPr>
            <p:cNvPr id="7056" name="Google Shape;7056;p47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47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47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47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47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61" name="Google Shape;7061;p47"/>
          <p:cNvGrpSpPr/>
          <p:nvPr/>
        </p:nvGrpSpPr>
        <p:grpSpPr>
          <a:xfrm>
            <a:off x="1295026" y="1532946"/>
            <a:ext cx="353645" cy="353645"/>
            <a:chOff x="-35481425" y="3202075"/>
            <a:chExt cx="291450" cy="291450"/>
          </a:xfrm>
        </p:grpSpPr>
        <p:sp>
          <p:nvSpPr>
            <p:cNvPr id="7062" name="Google Shape;7062;p47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47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47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47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47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47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47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69" name="Google Shape;7069;p47"/>
          <p:cNvGrpSpPr/>
          <p:nvPr/>
        </p:nvGrpSpPr>
        <p:grpSpPr>
          <a:xfrm>
            <a:off x="1294556" y="1974472"/>
            <a:ext cx="354586" cy="352675"/>
            <a:chOff x="-35482200" y="3561225"/>
            <a:chExt cx="292225" cy="290650"/>
          </a:xfrm>
        </p:grpSpPr>
        <p:sp>
          <p:nvSpPr>
            <p:cNvPr id="7070" name="Google Shape;7070;p47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47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47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73" name="Google Shape;7073;p47"/>
          <p:cNvGrpSpPr/>
          <p:nvPr/>
        </p:nvGrpSpPr>
        <p:grpSpPr>
          <a:xfrm>
            <a:off x="1295026" y="2409340"/>
            <a:ext cx="353645" cy="353615"/>
            <a:chOff x="-35481425" y="3919600"/>
            <a:chExt cx="291450" cy="291425"/>
          </a:xfrm>
        </p:grpSpPr>
        <p:sp>
          <p:nvSpPr>
            <p:cNvPr id="7074" name="Google Shape;7074;p47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47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47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47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47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47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47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47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82" name="Google Shape;7082;p47"/>
          <p:cNvGrpSpPr/>
          <p:nvPr/>
        </p:nvGrpSpPr>
        <p:grpSpPr>
          <a:xfrm>
            <a:off x="3530661" y="1533431"/>
            <a:ext cx="357468" cy="352675"/>
            <a:chOff x="-33645475" y="3228075"/>
            <a:chExt cx="294600" cy="290650"/>
          </a:xfrm>
        </p:grpSpPr>
        <p:sp>
          <p:nvSpPr>
            <p:cNvPr id="7083" name="Google Shape;7083;p47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47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47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47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47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47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47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90" name="Google Shape;7090;p47"/>
          <p:cNvGrpSpPr/>
          <p:nvPr/>
        </p:nvGrpSpPr>
        <p:grpSpPr>
          <a:xfrm>
            <a:off x="3531631" y="1973516"/>
            <a:ext cx="355526" cy="354586"/>
            <a:chOff x="-33646250" y="3586425"/>
            <a:chExt cx="293000" cy="292225"/>
          </a:xfrm>
        </p:grpSpPr>
        <p:sp>
          <p:nvSpPr>
            <p:cNvPr id="7091" name="Google Shape;7091;p47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47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93" name="Google Shape;7093;p47"/>
          <p:cNvGrpSpPr/>
          <p:nvPr/>
        </p:nvGrpSpPr>
        <p:grpSpPr>
          <a:xfrm>
            <a:off x="3532101" y="2408369"/>
            <a:ext cx="354586" cy="355557"/>
            <a:chOff x="-33645475" y="3944800"/>
            <a:chExt cx="292225" cy="293025"/>
          </a:xfrm>
        </p:grpSpPr>
        <p:sp>
          <p:nvSpPr>
            <p:cNvPr id="7094" name="Google Shape;7094;p47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47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47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47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47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47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47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47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47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47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04" name="Google Shape;7104;p47"/>
          <p:cNvGrpSpPr/>
          <p:nvPr/>
        </p:nvGrpSpPr>
        <p:grpSpPr>
          <a:xfrm>
            <a:off x="2185320" y="2882106"/>
            <a:ext cx="352675" cy="355375"/>
            <a:chOff x="-31809525" y="3192625"/>
            <a:chExt cx="290650" cy="292875"/>
          </a:xfrm>
        </p:grpSpPr>
        <p:sp>
          <p:nvSpPr>
            <p:cNvPr id="7105" name="Google Shape;7105;p47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47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47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47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09" name="Google Shape;7109;p47"/>
          <p:cNvGrpSpPr/>
          <p:nvPr/>
        </p:nvGrpSpPr>
        <p:grpSpPr>
          <a:xfrm>
            <a:off x="2184835" y="3352658"/>
            <a:ext cx="353645" cy="355557"/>
            <a:chOff x="-31811100" y="3550975"/>
            <a:chExt cx="291450" cy="293025"/>
          </a:xfrm>
        </p:grpSpPr>
        <p:sp>
          <p:nvSpPr>
            <p:cNvPr id="7110" name="Google Shape;7110;p47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47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47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47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47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47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47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17" name="Google Shape;7117;p47"/>
          <p:cNvGrpSpPr/>
          <p:nvPr/>
        </p:nvGrpSpPr>
        <p:grpSpPr>
          <a:xfrm>
            <a:off x="2178631" y="3816962"/>
            <a:ext cx="366052" cy="356831"/>
            <a:chOff x="-31817400" y="3910025"/>
            <a:chExt cx="301675" cy="294075"/>
          </a:xfrm>
        </p:grpSpPr>
        <p:sp>
          <p:nvSpPr>
            <p:cNvPr id="7118" name="Google Shape;7118;p47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47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47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21" name="Google Shape;7121;p47"/>
          <p:cNvGrpSpPr/>
          <p:nvPr/>
        </p:nvGrpSpPr>
        <p:grpSpPr>
          <a:xfrm>
            <a:off x="3970259" y="3353143"/>
            <a:ext cx="354616" cy="354586"/>
            <a:chOff x="-30354000" y="3569100"/>
            <a:chExt cx="292250" cy="292225"/>
          </a:xfrm>
        </p:grpSpPr>
        <p:sp>
          <p:nvSpPr>
            <p:cNvPr id="7122" name="Google Shape;7122;p47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47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47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47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47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47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28" name="Google Shape;7128;p47"/>
          <p:cNvGrpSpPr/>
          <p:nvPr/>
        </p:nvGrpSpPr>
        <p:grpSpPr>
          <a:xfrm>
            <a:off x="1748837" y="1532946"/>
            <a:ext cx="342148" cy="353645"/>
            <a:chOff x="-35118325" y="3202075"/>
            <a:chExt cx="281975" cy="291450"/>
          </a:xfrm>
        </p:grpSpPr>
        <p:sp>
          <p:nvSpPr>
            <p:cNvPr id="7129" name="Google Shape;7129;p47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47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47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47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33" name="Google Shape;7133;p47"/>
          <p:cNvGrpSpPr/>
          <p:nvPr/>
        </p:nvGrpSpPr>
        <p:grpSpPr>
          <a:xfrm>
            <a:off x="1742618" y="1974199"/>
            <a:ext cx="354586" cy="353221"/>
            <a:chOff x="-35123050" y="3561225"/>
            <a:chExt cx="292225" cy="291100"/>
          </a:xfrm>
        </p:grpSpPr>
        <p:sp>
          <p:nvSpPr>
            <p:cNvPr id="7134" name="Google Shape;7134;p47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47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36" name="Google Shape;7136;p47"/>
          <p:cNvGrpSpPr/>
          <p:nvPr/>
        </p:nvGrpSpPr>
        <p:grpSpPr>
          <a:xfrm>
            <a:off x="1784677" y="2409340"/>
            <a:ext cx="270467" cy="353615"/>
            <a:chOff x="-35089175" y="3919600"/>
            <a:chExt cx="222900" cy="291425"/>
          </a:xfrm>
        </p:grpSpPr>
        <p:sp>
          <p:nvSpPr>
            <p:cNvPr id="7137" name="Google Shape;7137;p47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47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39" name="Google Shape;7139;p47"/>
          <p:cNvGrpSpPr/>
          <p:nvPr/>
        </p:nvGrpSpPr>
        <p:grpSpPr>
          <a:xfrm>
            <a:off x="3981673" y="1532703"/>
            <a:ext cx="336445" cy="354131"/>
            <a:chOff x="-33277650" y="3226875"/>
            <a:chExt cx="277275" cy="291850"/>
          </a:xfrm>
        </p:grpSpPr>
        <p:sp>
          <p:nvSpPr>
            <p:cNvPr id="7140" name="Google Shape;7140;p47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47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47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47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47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47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47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47" name="Google Shape;7147;p47"/>
          <p:cNvGrpSpPr/>
          <p:nvPr/>
        </p:nvGrpSpPr>
        <p:grpSpPr>
          <a:xfrm>
            <a:off x="3973073" y="1973987"/>
            <a:ext cx="353645" cy="353645"/>
            <a:chOff x="-33286325" y="3586425"/>
            <a:chExt cx="291450" cy="291450"/>
          </a:xfrm>
        </p:grpSpPr>
        <p:sp>
          <p:nvSpPr>
            <p:cNvPr id="7148" name="Google Shape;7148;p47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47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47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47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47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53" name="Google Shape;7153;p47"/>
          <p:cNvGrpSpPr/>
          <p:nvPr/>
        </p:nvGrpSpPr>
        <p:grpSpPr>
          <a:xfrm>
            <a:off x="3973073" y="2408369"/>
            <a:ext cx="353645" cy="355557"/>
            <a:chOff x="-33286325" y="3944800"/>
            <a:chExt cx="291450" cy="293025"/>
          </a:xfrm>
        </p:grpSpPr>
        <p:sp>
          <p:nvSpPr>
            <p:cNvPr id="7154" name="Google Shape;7154;p47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47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47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47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58" name="Google Shape;7158;p47"/>
          <p:cNvGrpSpPr/>
          <p:nvPr/>
        </p:nvGrpSpPr>
        <p:grpSpPr>
          <a:xfrm>
            <a:off x="2631470" y="2881529"/>
            <a:ext cx="353645" cy="356527"/>
            <a:chOff x="-31452725" y="3191825"/>
            <a:chExt cx="291450" cy="293825"/>
          </a:xfrm>
        </p:grpSpPr>
        <p:sp>
          <p:nvSpPr>
            <p:cNvPr id="7159" name="Google Shape;7159;p47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47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47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47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63" name="Google Shape;7163;p47"/>
          <p:cNvGrpSpPr/>
          <p:nvPr/>
        </p:nvGrpSpPr>
        <p:grpSpPr>
          <a:xfrm>
            <a:off x="2631000" y="3353144"/>
            <a:ext cx="354586" cy="354586"/>
            <a:chOff x="-31452725" y="3551775"/>
            <a:chExt cx="292225" cy="292225"/>
          </a:xfrm>
        </p:grpSpPr>
        <p:sp>
          <p:nvSpPr>
            <p:cNvPr id="7164" name="Google Shape;7164;p47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47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47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47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68" name="Google Shape;7168;p47"/>
          <p:cNvGrpSpPr/>
          <p:nvPr/>
        </p:nvGrpSpPr>
        <p:grpSpPr>
          <a:xfrm>
            <a:off x="2629559" y="3817129"/>
            <a:ext cx="357468" cy="356497"/>
            <a:chOff x="-31455100" y="3909350"/>
            <a:chExt cx="294600" cy="293800"/>
          </a:xfrm>
        </p:grpSpPr>
        <p:sp>
          <p:nvSpPr>
            <p:cNvPr id="7169" name="Google Shape;7169;p47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47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71" name="Google Shape;7171;p47"/>
          <p:cNvGrpSpPr/>
          <p:nvPr/>
        </p:nvGrpSpPr>
        <p:grpSpPr>
          <a:xfrm>
            <a:off x="3970744" y="3818084"/>
            <a:ext cx="353645" cy="354586"/>
            <a:chOff x="-30345325" y="3918800"/>
            <a:chExt cx="291450" cy="292225"/>
          </a:xfrm>
        </p:grpSpPr>
        <p:sp>
          <p:nvSpPr>
            <p:cNvPr id="7172" name="Google Shape;7172;p47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47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47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47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47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77" name="Google Shape;7177;p47"/>
          <p:cNvGrpSpPr/>
          <p:nvPr/>
        </p:nvGrpSpPr>
        <p:grpSpPr>
          <a:xfrm>
            <a:off x="2200736" y="1532946"/>
            <a:ext cx="332593" cy="353645"/>
            <a:chOff x="-34755225" y="3202075"/>
            <a:chExt cx="274100" cy="291450"/>
          </a:xfrm>
        </p:grpSpPr>
        <p:sp>
          <p:nvSpPr>
            <p:cNvPr id="7178" name="Google Shape;7178;p47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47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47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47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47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47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47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85" name="Google Shape;7185;p47"/>
          <p:cNvGrpSpPr/>
          <p:nvPr/>
        </p:nvGrpSpPr>
        <p:grpSpPr>
          <a:xfrm>
            <a:off x="2190209" y="1973987"/>
            <a:ext cx="353645" cy="353645"/>
            <a:chOff x="-34763900" y="3561225"/>
            <a:chExt cx="291450" cy="291450"/>
          </a:xfrm>
        </p:grpSpPr>
        <p:sp>
          <p:nvSpPr>
            <p:cNvPr id="7186" name="Google Shape;7186;p47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47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47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89" name="Google Shape;7189;p47"/>
          <p:cNvSpPr/>
          <p:nvPr/>
        </p:nvSpPr>
        <p:spPr>
          <a:xfrm>
            <a:off x="2189608" y="2409419"/>
            <a:ext cx="353645" cy="353615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190" name="Google Shape;7190;p47"/>
          <p:cNvGrpSpPr/>
          <p:nvPr/>
        </p:nvGrpSpPr>
        <p:grpSpPr>
          <a:xfrm>
            <a:off x="845106" y="2882499"/>
            <a:ext cx="354586" cy="354586"/>
            <a:chOff x="-32927950" y="3227275"/>
            <a:chExt cx="292225" cy="292225"/>
          </a:xfrm>
        </p:grpSpPr>
        <p:sp>
          <p:nvSpPr>
            <p:cNvPr id="7191" name="Google Shape;7191;p47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47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47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47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47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96" name="Google Shape;7196;p47"/>
          <p:cNvGrpSpPr/>
          <p:nvPr/>
        </p:nvGrpSpPr>
        <p:grpSpPr>
          <a:xfrm>
            <a:off x="844621" y="3353613"/>
            <a:ext cx="355557" cy="353645"/>
            <a:chOff x="-32927950" y="3586425"/>
            <a:chExt cx="293025" cy="291450"/>
          </a:xfrm>
        </p:grpSpPr>
        <p:sp>
          <p:nvSpPr>
            <p:cNvPr id="7197" name="Google Shape;7197;p47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47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47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47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47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02" name="Google Shape;7202;p47"/>
          <p:cNvGrpSpPr/>
          <p:nvPr/>
        </p:nvGrpSpPr>
        <p:grpSpPr>
          <a:xfrm>
            <a:off x="845106" y="3817598"/>
            <a:ext cx="354586" cy="355557"/>
            <a:chOff x="-32927950" y="3944800"/>
            <a:chExt cx="292225" cy="293025"/>
          </a:xfrm>
        </p:grpSpPr>
        <p:sp>
          <p:nvSpPr>
            <p:cNvPr id="7203" name="Google Shape;7203;p47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47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47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47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47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47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47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47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47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12" name="Google Shape;7212;p47"/>
          <p:cNvGrpSpPr/>
          <p:nvPr/>
        </p:nvGrpSpPr>
        <p:grpSpPr>
          <a:xfrm>
            <a:off x="3073898" y="2882849"/>
            <a:ext cx="354586" cy="353888"/>
            <a:chOff x="-31094350" y="3194000"/>
            <a:chExt cx="292225" cy="291650"/>
          </a:xfrm>
        </p:grpSpPr>
        <p:sp>
          <p:nvSpPr>
            <p:cNvPr id="7213" name="Google Shape;7213;p47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47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47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47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47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47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47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47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21" name="Google Shape;7221;p47"/>
          <p:cNvGrpSpPr/>
          <p:nvPr/>
        </p:nvGrpSpPr>
        <p:grpSpPr>
          <a:xfrm>
            <a:off x="3074368" y="3353341"/>
            <a:ext cx="353645" cy="354191"/>
            <a:chOff x="-31093575" y="3552550"/>
            <a:chExt cx="291450" cy="291900"/>
          </a:xfrm>
        </p:grpSpPr>
        <p:sp>
          <p:nvSpPr>
            <p:cNvPr id="7222" name="Google Shape;7222;p47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47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47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47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26" name="Google Shape;7226;p47"/>
          <p:cNvGrpSpPr/>
          <p:nvPr/>
        </p:nvGrpSpPr>
        <p:grpSpPr>
          <a:xfrm>
            <a:off x="3074368" y="3818569"/>
            <a:ext cx="353645" cy="353615"/>
            <a:chOff x="-31093575" y="3911725"/>
            <a:chExt cx="291450" cy="291425"/>
          </a:xfrm>
        </p:grpSpPr>
        <p:sp>
          <p:nvSpPr>
            <p:cNvPr id="7227" name="Google Shape;7227;p47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47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29" name="Google Shape;7229;p47"/>
          <p:cNvGrpSpPr/>
          <p:nvPr/>
        </p:nvGrpSpPr>
        <p:grpSpPr>
          <a:xfrm>
            <a:off x="2183798" y="4275536"/>
            <a:ext cx="356497" cy="354586"/>
            <a:chOff x="-29946000" y="3183175"/>
            <a:chExt cx="293800" cy="292225"/>
          </a:xfrm>
        </p:grpSpPr>
        <p:sp>
          <p:nvSpPr>
            <p:cNvPr id="7230" name="Google Shape;7230;p47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47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47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47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47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47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36" name="Google Shape;7236;p47"/>
          <p:cNvGrpSpPr/>
          <p:nvPr/>
        </p:nvGrpSpPr>
        <p:grpSpPr>
          <a:xfrm>
            <a:off x="2628330" y="1532689"/>
            <a:ext cx="358408" cy="354161"/>
            <a:chOff x="-34408675" y="3202075"/>
            <a:chExt cx="295375" cy="291875"/>
          </a:xfrm>
        </p:grpSpPr>
        <p:sp>
          <p:nvSpPr>
            <p:cNvPr id="7237" name="Google Shape;7237;p47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47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47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47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41" name="Google Shape;7241;p47"/>
          <p:cNvGrpSpPr/>
          <p:nvPr/>
        </p:nvGrpSpPr>
        <p:grpSpPr>
          <a:xfrm>
            <a:off x="2630241" y="1972683"/>
            <a:ext cx="354586" cy="356254"/>
            <a:chOff x="-34405525" y="3558075"/>
            <a:chExt cx="292225" cy="293600"/>
          </a:xfrm>
        </p:grpSpPr>
        <p:sp>
          <p:nvSpPr>
            <p:cNvPr id="7242" name="Google Shape;7242;p47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47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47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45" name="Google Shape;7245;p47"/>
          <p:cNvGrpSpPr/>
          <p:nvPr/>
        </p:nvGrpSpPr>
        <p:grpSpPr>
          <a:xfrm>
            <a:off x="2629755" y="2409340"/>
            <a:ext cx="355557" cy="353615"/>
            <a:chOff x="-34406325" y="3919600"/>
            <a:chExt cx="293025" cy="291425"/>
          </a:xfrm>
        </p:grpSpPr>
        <p:sp>
          <p:nvSpPr>
            <p:cNvPr id="7246" name="Google Shape;7246;p47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47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47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47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47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47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47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53" name="Google Shape;7253;p47"/>
          <p:cNvGrpSpPr/>
          <p:nvPr/>
        </p:nvGrpSpPr>
        <p:grpSpPr>
          <a:xfrm>
            <a:off x="1293653" y="2888703"/>
            <a:ext cx="353645" cy="342179"/>
            <a:chOff x="-32568800" y="3232000"/>
            <a:chExt cx="291450" cy="282000"/>
          </a:xfrm>
        </p:grpSpPr>
        <p:sp>
          <p:nvSpPr>
            <p:cNvPr id="7254" name="Google Shape;7254;p47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47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56" name="Google Shape;7256;p47"/>
          <p:cNvGrpSpPr/>
          <p:nvPr/>
        </p:nvGrpSpPr>
        <p:grpSpPr>
          <a:xfrm>
            <a:off x="1293183" y="3353613"/>
            <a:ext cx="354586" cy="353645"/>
            <a:chOff x="-32569575" y="3586425"/>
            <a:chExt cx="292225" cy="291450"/>
          </a:xfrm>
        </p:grpSpPr>
        <p:sp>
          <p:nvSpPr>
            <p:cNvPr id="7257" name="Google Shape;7257;p47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47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59" name="Google Shape;7259;p47"/>
          <p:cNvGrpSpPr/>
          <p:nvPr/>
        </p:nvGrpSpPr>
        <p:grpSpPr>
          <a:xfrm>
            <a:off x="1284098" y="3818205"/>
            <a:ext cx="372756" cy="354343"/>
            <a:chOff x="-32576675" y="3944600"/>
            <a:chExt cx="307200" cy="292025"/>
          </a:xfrm>
        </p:grpSpPr>
        <p:sp>
          <p:nvSpPr>
            <p:cNvPr id="7260" name="Google Shape;7260;p47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47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62" name="Google Shape;7262;p47"/>
          <p:cNvGrpSpPr/>
          <p:nvPr/>
        </p:nvGrpSpPr>
        <p:grpSpPr>
          <a:xfrm>
            <a:off x="3529065" y="2882500"/>
            <a:ext cx="354586" cy="354586"/>
            <a:chOff x="-30735200" y="3192625"/>
            <a:chExt cx="292225" cy="292225"/>
          </a:xfrm>
        </p:grpSpPr>
        <p:sp>
          <p:nvSpPr>
            <p:cNvPr id="7263" name="Google Shape;7263;p47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47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47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47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47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47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47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70" name="Google Shape;7270;p47"/>
          <p:cNvGrpSpPr/>
          <p:nvPr/>
        </p:nvGrpSpPr>
        <p:grpSpPr>
          <a:xfrm>
            <a:off x="3529065" y="3353932"/>
            <a:ext cx="354586" cy="353008"/>
            <a:chOff x="-30735200" y="3552550"/>
            <a:chExt cx="292225" cy="290925"/>
          </a:xfrm>
        </p:grpSpPr>
        <p:sp>
          <p:nvSpPr>
            <p:cNvPr id="7271" name="Google Shape;7271;p47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47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73" name="Google Shape;7273;p47"/>
          <p:cNvGrpSpPr/>
          <p:nvPr/>
        </p:nvGrpSpPr>
        <p:grpSpPr>
          <a:xfrm>
            <a:off x="3529065" y="3818554"/>
            <a:ext cx="354586" cy="353645"/>
            <a:chOff x="-30735200" y="3910925"/>
            <a:chExt cx="292225" cy="291450"/>
          </a:xfrm>
        </p:grpSpPr>
        <p:sp>
          <p:nvSpPr>
            <p:cNvPr id="7274" name="Google Shape;7274;p47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47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276" name="Google Shape;7276;p47"/>
          <p:cNvSpPr/>
          <p:nvPr/>
        </p:nvSpPr>
        <p:spPr>
          <a:xfrm>
            <a:off x="2632180" y="4275642"/>
            <a:ext cx="354586" cy="353645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277" name="Google Shape;7277;p47"/>
          <p:cNvGrpSpPr/>
          <p:nvPr/>
        </p:nvGrpSpPr>
        <p:grpSpPr>
          <a:xfrm>
            <a:off x="4882910" y="1531421"/>
            <a:ext cx="358971" cy="359224"/>
            <a:chOff x="-57956275" y="3197925"/>
            <a:chExt cx="319000" cy="319225"/>
          </a:xfrm>
        </p:grpSpPr>
        <p:sp>
          <p:nvSpPr>
            <p:cNvPr id="7278" name="Google Shape;7278;p4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4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4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4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4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4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4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85" name="Google Shape;7285;p47"/>
          <p:cNvGrpSpPr/>
          <p:nvPr/>
        </p:nvGrpSpPr>
        <p:grpSpPr>
          <a:xfrm>
            <a:off x="4905064" y="1987846"/>
            <a:ext cx="314662" cy="358971"/>
            <a:chOff x="-57940525" y="3590375"/>
            <a:chExt cx="279625" cy="319000"/>
          </a:xfrm>
        </p:grpSpPr>
        <p:sp>
          <p:nvSpPr>
            <p:cNvPr id="7286" name="Google Shape;7286;p4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4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4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4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4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91" name="Google Shape;7291;p47"/>
          <p:cNvGrpSpPr/>
          <p:nvPr/>
        </p:nvGrpSpPr>
        <p:grpSpPr>
          <a:xfrm>
            <a:off x="4875945" y="2429217"/>
            <a:ext cx="358099" cy="358999"/>
            <a:chOff x="-57959425" y="3982600"/>
            <a:chExt cx="318225" cy="319025"/>
          </a:xfrm>
        </p:grpSpPr>
        <p:sp>
          <p:nvSpPr>
            <p:cNvPr id="7292" name="Google Shape;7292;p4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4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4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4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96" name="Google Shape;7296;p47"/>
          <p:cNvGrpSpPr/>
          <p:nvPr/>
        </p:nvGrpSpPr>
        <p:grpSpPr>
          <a:xfrm>
            <a:off x="7076112" y="1532546"/>
            <a:ext cx="357226" cy="357226"/>
            <a:chOff x="-55987225" y="3198925"/>
            <a:chExt cx="317450" cy="317450"/>
          </a:xfrm>
        </p:grpSpPr>
        <p:sp>
          <p:nvSpPr>
            <p:cNvPr id="7297" name="Google Shape;7297;p4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4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4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4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01" name="Google Shape;7301;p47"/>
          <p:cNvGrpSpPr/>
          <p:nvPr/>
        </p:nvGrpSpPr>
        <p:grpSpPr>
          <a:xfrm>
            <a:off x="7076112" y="1988578"/>
            <a:ext cx="357226" cy="357367"/>
            <a:chOff x="-55987225" y="3591025"/>
            <a:chExt cx="317450" cy="317575"/>
          </a:xfrm>
        </p:grpSpPr>
        <p:sp>
          <p:nvSpPr>
            <p:cNvPr id="7302" name="Google Shape;7302;p4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4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4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4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4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07" name="Google Shape;7307;p47"/>
          <p:cNvGrpSpPr/>
          <p:nvPr/>
        </p:nvGrpSpPr>
        <p:grpSpPr>
          <a:xfrm>
            <a:off x="7090027" y="2429217"/>
            <a:ext cx="358999" cy="358999"/>
            <a:chOff x="-55988800" y="3982600"/>
            <a:chExt cx="319025" cy="319025"/>
          </a:xfrm>
        </p:grpSpPr>
        <p:sp>
          <p:nvSpPr>
            <p:cNvPr id="7308" name="Google Shape;7308;p4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4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4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4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4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13" name="Google Shape;7313;p47"/>
          <p:cNvGrpSpPr/>
          <p:nvPr/>
        </p:nvGrpSpPr>
        <p:grpSpPr>
          <a:xfrm>
            <a:off x="5748546" y="2887174"/>
            <a:ext cx="356326" cy="358971"/>
            <a:chOff x="-54026025" y="3192625"/>
            <a:chExt cx="316650" cy="319000"/>
          </a:xfrm>
        </p:grpSpPr>
        <p:sp>
          <p:nvSpPr>
            <p:cNvPr id="7314" name="Google Shape;7314;p4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4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4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4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4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4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4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4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22" name="Google Shape;7322;p47"/>
          <p:cNvGrpSpPr/>
          <p:nvPr/>
        </p:nvGrpSpPr>
        <p:grpSpPr>
          <a:xfrm>
            <a:off x="5768492" y="3358148"/>
            <a:ext cx="316434" cy="358099"/>
            <a:chOff x="-54007925" y="3584850"/>
            <a:chExt cx="281200" cy="318225"/>
          </a:xfrm>
        </p:grpSpPr>
        <p:sp>
          <p:nvSpPr>
            <p:cNvPr id="7323" name="Google Shape;7323;p4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4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4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4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4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4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29" name="Google Shape;7329;p47"/>
          <p:cNvGrpSpPr/>
          <p:nvPr/>
        </p:nvGrpSpPr>
        <p:grpSpPr>
          <a:xfrm>
            <a:off x="5768492" y="3820033"/>
            <a:ext cx="316434" cy="358914"/>
            <a:chOff x="-54007925" y="3975575"/>
            <a:chExt cx="281200" cy="318950"/>
          </a:xfrm>
        </p:grpSpPr>
        <p:sp>
          <p:nvSpPr>
            <p:cNvPr id="7330" name="Google Shape;7330;p4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4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4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4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34" name="Google Shape;7334;p47"/>
          <p:cNvGrpSpPr/>
          <p:nvPr/>
        </p:nvGrpSpPr>
        <p:grpSpPr>
          <a:xfrm>
            <a:off x="8003359" y="2904504"/>
            <a:ext cx="274770" cy="358492"/>
            <a:chOff x="-52005775" y="3208025"/>
            <a:chExt cx="244175" cy="318575"/>
          </a:xfrm>
        </p:grpSpPr>
        <p:sp>
          <p:nvSpPr>
            <p:cNvPr id="7335" name="Google Shape;7335;p4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4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4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4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4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4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4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4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4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4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4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46" name="Google Shape;7346;p47"/>
          <p:cNvGrpSpPr/>
          <p:nvPr/>
        </p:nvGrpSpPr>
        <p:grpSpPr>
          <a:xfrm>
            <a:off x="5309825" y="1532546"/>
            <a:ext cx="358099" cy="358099"/>
            <a:chOff x="-57568775" y="3198925"/>
            <a:chExt cx="318225" cy="318225"/>
          </a:xfrm>
        </p:grpSpPr>
        <p:sp>
          <p:nvSpPr>
            <p:cNvPr id="7347" name="Google Shape;7347;p4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4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4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4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4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4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53" name="Google Shape;7353;p47"/>
          <p:cNvGrpSpPr/>
          <p:nvPr/>
        </p:nvGrpSpPr>
        <p:grpSpPr>
          <a:xfrm>
            <a:off x="5331543" y="1987846"/>
            <a:ext cx="314662" cy="358099"/>
            <a:chOff x="-57549075" y="3590375"/>
            <a:chExt cx="279625" cy="318225"/>
          </a:xfrm>
        </p:grpSpPr>
        <p:sp>
          <p:nvSpPr>
            <p:cNvPr id="7354" name="Google Shape;7354;p4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4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4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4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58" name="Google Shape;7358;p47"/>
          <p:cNvGrpSpPr/>
          <p:nvPr/>
        </p:nvGrpSpPr>
        <p:grpSpPr>
          <a:xfrm>
            <a:off x="5323740" y="2429217"/>
            <a:ext cx="359871" cy="359871"/>
            <a:chOff x="-57570350" y="3982600"/>
            <a:chExt cx="319800" cy="319800"/>
          </a:xfrm>
        </p:grpSpPr>
        <p:sp>
          <p:nvSpPr>
            <p:cNvPr id="7359" name="Google Shape;7359;p4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4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4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4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63" name="Google Shape;7363;p47"/>
          <p:cNvGrpSpPr/>
          <p:nvPr/>
        </p:nvGrpSpPr>
        <p:grpSpPr>
          <a:xfrm>
            <a:off x="7538779" y="1531646"/>
            <a:ext cx="314662" cy="358999"/>
            <a:chOff x="-55576850" y="3198125"/>
            <a:chExt cx="279625" cy="319025"/>
          </a:xfrm>
        </p:grpSpPr>
        <p:sp>
          <p:nvSpPr>
            <p:cNvPr id="7364" name="Google Shape;7364;p4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4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4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4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68" name="Google Shape;7368;p47"/>
          <p:cNvGrpSpPr/>
          <p:nvPr/>
        </p:nvGrpSpPr>
        <p:grpSpPr>
          <a:xfrm>
            <a:off x="7516174" y="1987621"/>
            <a:ext cx="359871" cy="358324"/>
            <a:chOff x="-55596550" y="3590175"/>
            <a:chExt cx="319800" cy="318425"/>
          </a:xfrm>
        </p:grpSpPr>
        <p:sp>
          <p:nvSpPr>
            <p:cNvPr id="7369" name="Google Shape;7369;p4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4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4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4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73" name="Google Shape;7373;p47"/>
          <p:cNvGrpSpPr/>
          <p:nvPr/>
        </p:nvGrpSpPr>
        <p:grpSpPr>
          <a:xfrm>
            <a:off x="7531412" y="2428964"/>
            <a:ext cx="358999" cy="359252"/>
            <a:chOff x="-55595775" y="3982375"/>
            <a:chExt cx="319025" cy="319250"/>
          </a:xfrm>
        </p:grpSpPr>
        <p:sp>
          <p:nvSpPr>
            <p:cNvPr id="7374" name="Google Shape;7374;p4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4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4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4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4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4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80" name="Google Shape;7380;p47"/>
          <p:cNvGrpSpPr/>
          <p:nvPr/>
        </p:nvGrpSpPr>
        <p:grpSpPr>
          <a:xfrm>
            <a:off x="6188595" y="2887174"/>
            <a:ext cx="358999" cy="358099"/>
            <a:chOff x="-53635375" y="3192625"/>
            <a:chExt cx="319025" cy="318225"/>
          </a:xfrm>
        </p:grpSpPr>
        <p:sp>
          <p:nvSpPr>
            <p:cNvPr id="7381" name="Google Shape;7381;p4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4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4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84" name="Google Shape;7384;p47"/>
          <p:cNvGrpSpPr/>
          <p:nvPr/>
        </p:nvGrpSpPr>
        <p:grpSpPr>
          <a:xfrm>
            <a:off x="6210763" y="3358148"/>
            <a:ext cx="314662" cy="358999"/>
            <a:chOff x="-53615675" y="3584850"/>
            <a:chExt cx="279625" cy="319025"/>
          </a:xfrm>
        </p:grpSpPr>
        <p:sp>
          <p:nvSpPr>
            <p:cNvPr id="7385" name="Google Shape;7385;p4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4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4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88" name="Google Shape;7388;p47"/>
          <p:cNvGrpSpPr/>
          <p:nvPr/>
        </p:nvGrpSpPr>
        <p:grpSpPr>
          <a:xfrm>
            <a:off x="6188609" y="3821074"/>
            <a:ext cx="358971" cy="357874"/>
            <a:chOff x="-53634575" y="3976500"/>
            <a:chExt cx="319000" cy="318025"/>
          </a:xfrm>
        </p:grpSpPr>
        <p:sp>
          <p:nvSpPr>
            <p:cNvPr id="7389" name="Google Shape;7389;p4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4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4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4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4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4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4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4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97" name="Google Shape;7397;p47"/>
          <p:cNvGrpSpPr/>
          <p:nvPr/>
        </p:nvGrpSpPr>
        <p:grpSpPr>
          <a:xfrm>
            <a:off x="7983413" y="3364028"/>
            <a:ext cx="314662" cy="358436"/>
            <a:chOff x="-52023900" y="3590075"/>
            <a:chExt cx="279625" cy="318525"/>
          </a:xfrm>
        </p:grpSpPr>
        <p:sp>
          <p:nvSpPr>
            <p:cNvPr id="7398" name="Google Shape;7398;p4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4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4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4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4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4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4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05" name="Google Shape;7405;p47"/>
          <p:cNvGrpSpPr/>
          <p:nvPr/>
        </p:nvGrpSpPr>
        <p:grpSpPr>
          <a:xfrm>
            <a:off x="5746654" y="1532546"/>
            <a:ext cx="358971" cy="358971"/>
            <a:chOff x="-57173375" y="3198925"/>
            <a:chExt cx="319000" cy="319000"/>
          </a:xfrm>
        </p:grpSpPr>
        <p:sp>
          <p:nvSpPr>
            <p:cNvPr id="7406" name="Google Shape;7406;p4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4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4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4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10" name="Google Shape;7410;p47"/>
          <p:cNvGrpSpPr/>
          <p:nvPr/>
        </p:nvGrpSpPr>
        <p:grpSpPr>
          <a:xfrm>
            <a:off x="5747541" y="2009987"/>
            <a:ext cx="357198" cy="314690"/>
            <a:chOff x="-57176525" y="3610050"/>
            <a:chExt cx="317425" cy="279650"/>
          </a:xfrm>
        </p:grpSpPr>
        <p:sp>
          <p:nvSpPr>
            <p:cNvPr id="7411" name="Google Shape;7411;p4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4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4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4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4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16" name="Google Shape;7416;p47"/>
          <p:cNvGrpSpPr/>
          <p:nvPr/>
        </p:nvGrpSpPr>
        <p:grpSpPr>
          <a:xfrm>
            <a:off x="5779179" y="2428542"/>
            <a:ext cx="323524" cy="358774"/>
            <a:chOff x="-57162350" y="3982000"/>
            <a:chExt cx="287500" cy="318825"/>
          </a:xfrm>
        </p:grpSpPr>
        <p:sp>
          <p:nvSpPr>
            <p:cNvPr id="7417" name="Google Shape;7417;p4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4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4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4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4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4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4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4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25" name="Google Shape;7425;p47"/>
          <p:cNvGrpSpPr/>
          <p:nvPr/>
        </p:nvGrpSpPr>
        <p:grpSpPr>
          <a:xfrm>
            <a:off x="7957995" y="1532546"/>
            <a:ext cx="358099" cy="356326"/>
            <a:chOff x="-55202750" y="3198925"/>
            <a:chExt cx="318225" cy="316650"/>
          </a:xfrm>
        </p:grpSpPr>
        <p:sp>
          <p:nvSpPr>
            <p:cNvPr id="7426" name="Google Shape;7426;p4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4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28" name="Google Shape;7428;p47"/>
          <p:cNvGrpSpPr/>
          <p:nvPr/>
        </p:nvGrpSpPr>
        <p:grpSpPr>
          <a:xfrm>
            <a:off x="7968629" y="1987846"/>
            <a:ext cx="336830" cy="358099"/>
            <a:chOff x="-55194875" y="3590375"/>
            <a:chExt cx="299325" cy="318225"/>
          </a:xfrm>
        </p:grpSpPr>
        <p:sp>
          <p:nvSpPr>
            <p:cNvPr id="7429" name="Google Shape;7429;p4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4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4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4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4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34" name="Google Shape;7434;p47"/>
          <p:cNvGrpSpPr/>
          <p:nvPr/>
        </p:nvGrpSpPr>
        <p:grpSpPr>
          <a:xfrm>
            <a:off x="7973247" y="2430117"/>
            <a:ext cx="357198" cy="357198"/>
            <a:chOff x="-55203525" y="3983400"/>
            <a:chExt cx="317425" cy="317425"/>
          </a:xfrm>
        </p:grpSpPr>
        <p:sp>
          <p:nvSpPr>
            <p:cNvPr id="7435" name="Google Shape;7435;p4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4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4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38" name="Google Shape;7438;p47"/>
          <p:cNvGrpSpPr/>
          <p:nvPr/>
        </p:nvGrpSpPr>
        <p:grpSpPr>
          <a:xfrm>
            <a:off x="6639727" y="2887174"/>
            <a:ext cx="335930" cy="358971"/>
            <a:chOff x="-53232900" y="3192625"/>
            <a:chExt cx="298525" cy="319000"/>
          </a:xfrm>
        </p:grpSpPr>
        <p:sp>
          <p:nvSpPr>
            <p:cNvPr id="7439" name="Google Shape;7439;p4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4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4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4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4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4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4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4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47" name="Google Shape;7447;p47"/>
          <p:cNvGrpSpPr/>
          <p:nvPr/>
        </p:nvGrpSpPr>
        <p:grpSpPr>
          <a:xfrm>
            <a:off x="6629093" y="3358148"/>
            <a:ext cx="357198" cy="356326"/>
            <a:chOff x="-53242350" y="3584850"/>
            <a:chExt cx="317425" cy="316650"/>
          </a:xfrm>
        </p:grpSpPr>
        <p:sp>
          <p:nvSpPr>
            <p:cNvPr id="7448" name="Google Shape;7448;p4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4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4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4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4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53" name="Google Shape;7453;p47"/>
          <p:cNvGrpSpPr/>
          <p:nvPr/>
        </p:nvGrpSpPr>
        <p:grpSpPr>
          <a:xfrm>
            <a:off x="6650362" y="3820849"/>
            <a:ext cx="314662" cy="358999"/>
            <a:chOff x="-53224225" y="3976300"/>
            <a:chExt cx="279625" cy="319025"/>
          </a:xfrm>
        </p:grpSpPr>
        <p:sp>
          <p:nvSpPr>
            <p:cNvPr id="7454" name="Google Shape;7454;p4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4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4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4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4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4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4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61" name="Google Shape;7461;p47"/>
          <p:cNvGrpSpPr/>
          <p:nvPr/>
        </p:nvGrpSpPr>
        <p:grpSpPr>
          <a:xfrm>
            <a:off x="7961258" y="3828529"/>
            <a:ext cx="358971" cy="358408"/>
            <a:chOff x="-52043575" y="3983125"/>
            <a:chExt cx="319000" cy="318500"/>
          </a:xfrm>
        </p:grpSpPr>
        <p:sp>
          <p:nvSpPr>
            <p:cNvPr id="7462" name="Google Shape;7462;p4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4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4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4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4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4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4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4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4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71" name="Google Shape;7471;p47"/>
          <p:cNvGrpSpPr/>
          <p:nvPr/>
        </p:nvGrpSpPr>
        <p:grpSpPr>
          <a:xfrm>
            <a:off x="6215199" y="1532546"/>
            <a:ext cx="314662" cy="358971"/>
            <a:chOff x="-56766175" y="3198925"/>
            <a:chExt cx="279625" cy="319000"/>
          </a:xfrm>
        </p:grpSpPr>
        <p:sp>
          <p:nvSpPr>
            <p:cNvPr id="7472" name="Google Shape;7472;p4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4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4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4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4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4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4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79" name="Google Shape;7479;p47"/>
          <p:cNvGrpSpPr/>
          <p:nvPr/>
        </p:nvGrpSpPr>
        <p:grpSpPr>
          <a:xfrm>
            <a:off x="6214313" y="1987846"/>
            <a:ext cx="316434" cy="358099"/>
            <a:chOff x="-56766175" y="3590375"/>
            <a:chExt cx="281200" cy="318225"/>
          </a:xfrm>
        </p:grpSpPr>
        <p:sp>
          <p:nvSpPr>
            <p:cNvPr id="7480" name="Google Shape;7480;p4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4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4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4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84" name="Google Shape;7484;p47"/>
          <p:cNvGrpSpPr/>
          <p:nvPr/>
        </p:nvGrpSpPr>
        <p:grpSpPr>
          <a:xfrm>
            <a:off x="6251269" y="2429217"/>
            <a:ext cx="272126" cy="358099"/>
            <a:chOff x="-56747275" y="3982600"/>
            <a:chExt cx="241825" cy="318225"/>
          </a:xfrm>
        </p:grpSpPr>
        <p:sp>
          <p:nvSpPr>
            <p:cNvPr id="7485" name="Google Shape;7485;p4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4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4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4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4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4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4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92" name="Google Shape;7492;p47"/>
          <p:cNvGrpSpPr/>
          <p:nvPr/>
        </p:nvGrpSpPr>
        <p:grpSpPr>
          <a:xfrm>
            <a:off x="4881188" y="2894264"/>
            <a:ext cx="314662" cy="358971"/>
            <a:chOff x="-54793175" y="3198925"/>
            <a:chExt cx="279625" cy="319000"/>
          </a:xfrm>
        </p:grpSpPr>
        <p:sp>
          <p:nvSpPr>
            <p:cNvPr id="7493" name="Google Shape;7493;p4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4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4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4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4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4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4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00" name="Google Shape;7500;p47"/>
          <p:cNvGrpSpPr/>
          <p:nvPr/>
        </p:nvGrpSpPr>
        <p:grpSpPr>
          <a:xfrm>
            <a:off x="4859020" y="3371455"/>
            <a:ext cx="358999" cy="342991"/>
            <a:chOff x="-54812875" y="3596675"/>
            <a:chExt cx="319025" cy="304800"/>
          </a:xfrm>
        </p:grpSpPr>
        <p:sp>
          <p:nvSpPr>
            <p:cNvPr id="7501" name="Google Shape;7501;p4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4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4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4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4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4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4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08" name="Google Shape;7508;p47"/>
          <p:cNvSpPr/>
          <p:nvPr/>
        </p:nvSpPr>
        <p:spPr>
          <a:xfrm>
            <a:off x="5033910" y="3745725"/>
            <a:ext cx="8018" cy="900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09" name="Google Shape;7509;p47"/>
          <p:cNvSpPr/>
          <p:nvPr/>
        </p:nvSpPr>
        <p:spPr>
          <a:xfrm>
            <a:off x="5034361" y="3746598"/>
            <a:ext cx="7118" cy="928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10" name="Google Shape;7510;p47"/>
          <p:cNvGrpSpPr/>
          <p:nvPr/>
        </p:nvGrpSpPr>
        <p:grpSpPr>
          <a:xfrm>
            <a:off x="4881188" y="3827938"/>
            <a:ext cx="314662" cy="358099"/>
            <a:chOff x="-54793175" y="3982600"/>
            <a:chExt cx="279625" cy="318225"/>
          </a:xfrm>
        </p:grpSpPr>
        <p:sp>
          <p:nvSpPr>
            <p:cNvPr id="7511" name="Google Shape;7511;p4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4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4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4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4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4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4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18" name="Google Shape;7518;p47"/>
          <p:cNvGrpSpPr/>
          <p:nvPr/>
        </p:nvGrpSpPr>
        <p:grpSpPr>
          <a:xfrm>
            <a:off x="7092647" y="2887174"/>
            <a:ext cx="314662" cy="358099"/>
            <a:chOff x="-52832000" y="3192625"/>
            <a:chExt cx="279625" cy="318225"/>
          </a:xfrm>
        </p:grpSpPr>
        <p:sp>
          <p:nvSpPr>
            <p:cNvPr id="7519" name="Google Shape;7519;p4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4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4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4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4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4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4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4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27" name="Google Shape;7527;p47"/>
          <p:cNvGrpSpPr/>
          <p:nvPr/>
        </p:nvGrpSpPr>
        <p:grpSpPr>
          <a:xfrm>
            <a:off x="7070492" y="3359048"/>
            <a:ext cx="358971" cy="357198"/>
            <a:chOff x="-52851675" y="3585650"/>
            <a:chExt cx="319000" cy="317425"/>
          </a:xfrm>
        </p:grpSpPr>
        <p:sp>
          <p:nvSpPr>
            <p:cNvPr id="7528" name="Google Shape;7528;p4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4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4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4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4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4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34" name="Google Shape;7534;p47"/>
          <p:cNvGrpSpPr/>
          <p:nvPr/>
        </p:nvGrpSpPr>
        <p:grpSpPr>
          <a:xfrm>
            <a:off x="7092647" y="3820849"/>
            <a:ext cx="314662" cy="358999"/>
            <a:chOff x="-52832000" y="3976300"/>
            <a:chExt cx="279625" cy="319025"/>
          </a:xfrm>
        </p:grpSpPr>
        <p:sp>
          <p:nvSpPr>
            <p:cNvPr id="7535" name="Google Shape;7535;p4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4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4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4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4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40" name="Google Shape;7540;p47"/>
          <p:cNvGrpSpPr/>
          <p:nvPr/>
        </p:nvGrpSpPr>
        <p:grpSpPr>
          <a:xfrm>
            <a:off x="6209853" y="4275497"/>
            <a:ext cx="316434" cy="358099"/>
            <a:chOff x="-51633225" y="3198925"/>
            <a:chExt cx="281200" cy="318225"/>
          </a:xfrm>
        </p:grpSpPr>
        <p:sp>
          <p:nvSpPr>
            <p:cNvPr id="7541" name="Google Shape;7541;p4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4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4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4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4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4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4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48" name="Google Shape;7548;p47"/>
          <p:cNvGrpSpPr/>
          <p:nvPr/>
        </p:nvGrpSpPr>
        <p:grpSpPr>
          <a:xfrm>
            <a:off x="6628676" y="1533418"/>
            <a:ext cx="365188" cy="357226"/>
            <a:chOff x="-56396775" y="3199700"/>
            <a:chExt cx="324525" cy="317450"/>
          </a:xfrm>
        </p:grpSpPr>
        <p:sp>
          <p:nvSpPr>
            <p:cNvPr id="7549" name="Google Shape;7549;p4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4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4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4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4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4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55" name="Google Shape;7555;p47"/>
          <p:cNvGrpSpPr/>
          <p:nvPr/>
        </p:nvGrpSpPr>
        <p:grpSpPr>
          <a:xfrm>
            <a:off x="6631771" y="1999353"/>
            <a:ext cx="358999" cy="335958"/>
            <a:chOff x="-56394425" y="3600600"/>
            <a:chExt cx="319025" cy="298550"/>
          </a:xfrm>
        </p:grpSpPr>
        <p:sp>
          <p:nvSpPr>
            <p:cNvPr id="7556" name="Google Shape;7556;p4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4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4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59" name="Google Shape;7559;p47"/>
          <p:cNvGrpSpPr/>
          <p:nvPr/>
        </p:nvGrpSpPr>
        <p:grpSpPr>
          <a:xfrm>
            <a:off x="6662538" y="2430117"/>
            <a:ext cx="327068" cy="357198"/>
            <a:chOff x="-56379450" y="3983400"/>
            <a:chExt cx="290650" cy="317425"/>
          </a:xfrm>
        </p:grpSpPr>
        <p:sp>
          <p:nvSpPr>
            <p:cNvPr id="7560" name="Google Shape;7560;p4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4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4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4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4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4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4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12000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4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68" name="Google Shape;7568;p47"/>
          <p:cNvGrpSpPr/>
          <p:nvPr/>
        </p:nvGrpSpPr>
        <p:grpSpPr>
          <a:xfrm>
            <a:off x="5326242" y="2894264"/>
            <a:ext cx="316434" cy="358971"/>
            <a:chOff x="-54401725" y="3198925"/>
            <a:chExt cx="281200" cy="319000"/>
          </a:xfrm>
        </p:grpSpPr>
        <p:sp>
          <p:nvSpPr>
            <p:cNvPr id="7569" name="Google Shape;7569;p4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4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4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4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4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4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4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4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4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4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4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80" name="Google Shape;7580;p47"/>
          <p:cNvGrpSpPr/>
          <p:nvPr/>
        </p:nvGrpSpPr>
        <p:grpSpPr>
          <a:xfrm>
            <a:off x="5327128" y="3364365"/>
            <a:ext cx="314662" cy="358099"/>
            <a:chOff x="-54401725" y="3590375"/>
            <a:chExt cx="279625" cy="318225"/>
          </a:xfrm>
        </p:grpSpPr>
        <p:sp>
          <p:nvSpPr>
            <p:cNvPr id="7581" name="Google Shape;7581;p4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4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4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4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4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4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87" name="Google Shape;7587;p47"/>
          <p:cNvGrpSpPr/>
          <p:nvPr/>
        </p:nvGrpSpPr>
        <p:grpSpPr>
          <a:xfrm>
            <a:off x="5324920" y="3827938"/>
            <a:ext cx="319079" cy="358099"/>
            <a:chOff x="-54403300" y="3982600"/>
            <a:chExt cx="283550" cy="318225"/>
          </a:xfrm>
        </p:grpSpPr>
        <p:sp>
          <p:nvSpPr>
            <p:cNvPr id="7588" name="Google Shape;7588;p4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4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4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4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4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93" name="Google Shape;7593;p47"/>
          <p:cNvGrpSpPr/>
          <p:nvPr/>
        </p:nvGrpSpPr>
        <p:grpSpPr>
          <a:xfrm>
            <a:off x="7512313" y="2889172"/>
            <a:ext cx="356298" cy="356973"/>
            <a:chOff x="-52458650" y="3194400"/>
            <a:chExt cx="316625" cy="317225"/>
          </a:xfrm>
        </p:grpSpPr>
        <p:sp>
          <p:nvSpPr>
            <p:cNvPr id="7594" name="Google Shape;7594;p4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4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4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4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4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4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4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4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02" name="Google Shape;7602;p47"/>
          <p:cNvGrpSpPr/>
          <p:nvPr/>
        </p:nvGrpSpPr>
        <p:grpSpPr>
          <a:xfrm>
            <a:off x="7521611" y="3358148"/>
            <a:ext cx="337703" cy="357845"/>
            <a:chOff x="-52450000" y="3584850"/>
            <a:chExt cx="300100" cy="318000"/>
          </a:xfrm>
        </p:grpSpPr>
        <p:sp>
          <p:nvSpPr>
            <p:cNvPr id="7603" name="Google Shape;7603;p4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4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4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4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4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4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4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10" name="Google Shape;7610;p47"/>
          <p:cNvGrpSpPr/>
          <p:nvPr/>
        </p:nvGrpSpPr>
        <p:grpSpPr>
          <a:xfrm>
            <a:off x="7533131" y="3822621"/>
            <a:ext cx="314662" cy="357226"/>
            <a:chOff x="-52440550" y="3977875"/>
            <a:chExt cx="279625" cy="317450"/>
          </a:xfrm>
        </p:grpSpPr>
        <p:sp>
          <p:nvSpPr>
            <p:cNvPr id="7611" name="Google Shape;7611;p4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4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4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4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4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4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4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4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19" name="Google Shape;7619;p47"/>
          <p:cNvGrpSpPr/>
          <p:nvPr/>
        </p:nvGrpSpPr>
        <p:grpSpPr>
          <a:xfrm>
            <a:off x="6645066" y="4278827"/>
            <a:ext cx="314662" cy="358999"/>
            <a:chOff x="-51623775" y="3584850"/>
            <a:chExt cx="279625" cy="319025"/>
          </a:xfrm>
        </p:grpSpPr>
        <p:sp>
          <p:nvSpPr>
            <p:cNvPr id="7620" name="Google Shape;7620;p4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4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4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4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4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4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4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4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4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632" name="Shape 7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3" name="Google Shape;7633;p4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4" name="Google Shape;7634;p4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35" name="Google Shape;7635;p48"/>
          <p:cNvGrpSpPr/>
          <p:nvPr/>
        </p:nvGrpSpPr>
        <p:grpSpPr>
          <a:xfrm>
            <a:off x="885675" y="1539249"/>
            <a:ext cx="276003" cy="357300"/>
            <a:chOff x="-50469125" y="3183175"/>
            <a:chExt cx="233150" cy="301825"/>
          </a:xfrm>
        </p:grpSpPr>
        <p:sp>
          <p:nvSpPr>
            <p:cNvPr id="7636" name="Google Shape;7636;p48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48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48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39" name="Google Shape;7639;p48"/>
          <p:cNvGrpSpPr/>
          <p:nvPr/>
        </p:nvGrpSpPr>
        <p:grpSpPr>
          <a:xfrm>
            <a:off x="845574" y="1974651"/>
            <a:ext cx="356205" cy="355288"/>
            <a:chOff x="-50504575" y="3550975"/>
            <a:chExt cx="300900" cy="300125"/>
          </a:xfrm>
        </p:grpSpPr>
        <p:sp>
          <p:nvSpPr>
            <p:cNvPr id="7640" name="Google Shape;7640;p48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48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48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48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44" name="Google Shape;7644;p48"/>
          <p:cNvGrpSpPr/>
          <p:nvPr/>
        </p:nvGrpSpPr>
        <p:grpSpPr>
          <a:xfrm>
            <a:off x="845574" y="2412893"/>
            <a:ext cx="356205" cy="354341"/>
            <a:chOff x="-50503000" y="3921175"/>
            <a:chExt cx="300900" cy="299325"/>
          </a:xfrm>
        </p:grpSpPr>
        <p:sp>
          <p:nvSpPr>
            <p:cNvPr id="7645" name="Google Shape;7645;p48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48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48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48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48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50" name="Google Shape;7650;p48"/>
          <p:cNvGrpSpPr/>
          <p:nvPr/>
        </p:nvGrpSpPr>
        <p:grpSpPr>
          <a:xfrm>
            <a:off x="3049627" y="1558811"/>
            <a:ext cx="355258" cy="356205"/>
            <a:chOff x="-48630025" y="3199700"/>
            <a:chExt cx="300100" cy="300900"/>
          </a:xfrm>
        </p:grpSpPr>
        <p:sp>
          <p:nvSpPr>
            <p:cNvPr id="7651" name="Google Shape;7651;p48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48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48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54" name="Google Shape;7654;p48"/>
          <p:cNvGrpSpPr/>
          <p:nvPr/>
        </p:nvGrpSpPr>
        <p:grpSpPr>
          <a:xfrm>
            <a:off x="3049627" y="1996107"/>
            <a:ext cx="355258" cy="355258"/>
            <a:chOff x="-48630025" y="3569100"/>
            <a:chExt cx="300100" cy="300100"/>
          </a:xfrm>
        </p:grpSpPr>
        <p:sp>
          <p:nvSpPr>
            <p:cNvPr id="7655" name="Google Shape;7655;p48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48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48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48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48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48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48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48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48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48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65" name="Google Shape;7665;p48"/>
          <p:cNvGrpSpPr/>
          <p:nvPr/>
        </p:nvGrpSpPr>
        <p:grpSpPr>
          <a:xfrm>
            <a:off x="3050101" y="2433403"/>
            <a:ext cx="354311" cy="353394"/>
            <a:chOff x="-48629225" y="3938500"/>
            <a:chExt cx="299300" cy="298525"/>
          </a:xfrm>
        </p:grpSpPr>
        <p:sp>
          <p:nvSpPr>
            <p:cNvPr id="7666" name="Google Shape;7666;p48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48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48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48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70" name="Google Shape;7670;p48"/>
          <p:cNvGrpSpPr/>
          <p:nvPr/>
        </p:nvGrpSpPr>
        <p:grpSpPr>
          <a:xfrm>
            <a:off x="1785504" y="2904744"/>
            <a:ext cx="311458" cy="354341"/>
            <a:chOff x="-46762575" y="3200500"/>
            <a:chExt cx="263100" cy="299325"/>
          </a:xfrm>
        </p:grpSpPr>
        <p:sp>
          <p:nvSpPr>
            <p:cNvPr id="7671" name="Google Shape;7671;p48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48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48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48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48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76" name="Google Shape;7676;p48"/>
          <p:cNvGrpSpPr/>
          <p:nvPr/>
        </p:nvGrpSpPr>
        <p:grpSpPr>
          <a:xfrm>
            <a:off x="1763589" y="3363466"/>
            <a:ext cx="355288" cy="312375"/>
            <a:chOff x="-46779900" y="3588000"/>
            <a:chExt cx="300125" cy="263875"/>
          </a:xfrm>
        </p:grpSpPr>
        <p:sp>
          <p:nvSpPr>
            <p:cNvPr id="7677" name="Google Shape;7677;p48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48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48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48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81" name="Google Shape;7681;p48"/>
          <p:cNvGrpSpPr/>
          <p:nvPr/>
        </p:nvGrpSpPr>
        <p:grpSpPr>
          <a:xfrm>
            <a:off x="1764062" y="3778388"/>
            <a:ext cx="354341" cy="353394"/>
            <a:chOff x="-46779100" y="3938500"/>
            <a:chExt cx="299325" cy="298525"/>
          </a:xfrm>
        </p:grpSpPr>
        <p:sp>
          <p:nvSpPr>
            <p:cNvPr id="7682" name="Google Shape;7682;p48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48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84" name="Google Shape;7684;p48"/>
          <p:cNvGrpSpPr/>
          <p:nvPr/>
        </p:nvGrpSpPr>
        <p:grpSpPr>
          <a:xfrm>
            <a:off x="3971800" y="2911255"/>
            <a:ext cx="355258" cy="355288"/>
            <a:chOff x="-44924250" y="3206000"/>
            <a:chExt cx="300100" cy="300125"/>
          </a:xfrm>
        </p:grpSpPr>
        <p:sp>
          <p:nvSpPr>
            <p:cNvPr id="7685" name="Google Shape;7685;p48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48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48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48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48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90" name="Google Shape;7690;p48"/>
          <p:cNvGrpSpPr/>
          <p:nvPr/>
        </p:nvGrpSpPr>
        <p:grpSpPr>
          <a:xfrm>
            <a:off x="1286286" y="1539249"/>
            <a:ext cx="355258" cy="355258"/>
            <a:chOff x="-50134375" y="3183175"/>
            <a:chExt cx="300100" cy="300100"/>
          </a:xfrm>
        </p:grpSpPr>
        <p:sp>
          <p:nvSpPr>
            <p:cNvPr id="7691" name="Google Shape;7691;p48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48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48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48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48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48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48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48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48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48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01" name="Google Shape;7701;p48"/>
          <p:cNvGrpSpPr/>
          <p:nvPr/>
        </p:nvGrpSpPr>
        <p:grpSpPr>
          <a:xfrm>
            <a:off x="1286286" y="1974651"/>
            <a:ext cx="355258" cy="355288"/>
            <a:chOff x="-50134375" y="3550975"/>
            <a:chExt cx="300100" cy="300125"/>
          </a:xfrm>
        </p:grpSpPr>
        <p:sp>
          <p:nvSpPr>
            <p:cNvPr id="7702" name="Google Shape;7702;p48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48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04" name="Google Shape;7704;p48"/>
          <p:cNvGrpSpPr/>
          <p:nvPr/>
        </p:nvGrpSpPr>
        <p:grpSpPr>
          <a:xfrm>
            <a:off x="1286286" y="2412183"/>
            <a:ext cx="355258" cy="355051"/>
            <a:chOff x="-50134375" y="3920575"/>
            <a:chExt cx="300100" cy="299925"/>
          </a:xfrm>
        </p:grpSpPr>
        <p:sp>
          <p:nvSpPr>
            <p:cNvPr id="7705" name="Google Shape;7705;p48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48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48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08" name="Google Shape;7708;p48"/>
          <p:cNvGrpSpPr/>
          <p:nvPr/>
        </p:nvGrpSpPr>
        <p:grpSpPr>
          <a:xfrm>
            <a:off x="3497010" y="1559758"/>
            <a:ext cx="357123" cy="355258"/>
            <a:chOff x="-48262200" y="3200500"/>
            <a:chExt cx="301675" cy="300100"/>
          </a:xfrm>
        </p:grpSpPr>
        <p:sp>
          <p:nvSpPr>
            <p:cNvPr id="7709" name="Google Shape;7709;p48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48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48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48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48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48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48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48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48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18" name="Google Shape;7718;p48"/>
          <p:cNvGrpSpPr/>
          <p:nvPr/>
        </p:nvGrpSpPr>
        <p:grpSpPr>
          <a:xfrm>
            <a:off x="3526383" y="1996847"/>
            <a:ext cx="298377" cy="354519"/>
            <a:chOff x="-48233050" y="3569725"/>
            <a:chExt cx="252050" cy="299475"/>
          </a:xfrm>
        </p:grpSpPr>
        <p:sp>
          <p:nvSpPr>
            <p:cNvPr id="7719" name="Google Shape;7719;p48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48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48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22" name="Google Shape;7722;p48"/>
          <p:cNvGrpSpPr/>
          <p:nvPr/>
        </p:nvGrpSpPr>
        <p:grpSpPr>
          <a:xfrm>
            <a:off x="3550148" y="2430591"/>
            <a:ext cx="250847" cy="358070"/>
            <a:chOff x="-48216525" y="3936125"/>
            <a:chExt cx="211900" cy="302475"/>
          </a:xfrm>
        </p:grpSpPr>
        <p:sp>
          <p:nvSpPr>
            <p:cNvPr id="7723" name="Google Shape;7723;p48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48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48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48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27" name="Google Shape;7727;p48"/>
          <p:cNvGrpSpPr/>
          <p:nvPr/>
        </p:nvGrpSpPr>
        <p:grpSpPr>
          <a:xfrm>
            <a:off x="2205866" y="2905661"/>
            <a:ext cx="355258" cy="355288"/>
            <a:chOff x="-46410500" y="3201275"/>
            <a:chExt cx="300100" cy="300125"/>
          </a:xfrm>
        </p:grpSpPr>
        <p:sp>
          <p:nvSpPr>
            <p:cNvPr id="7728" name="Google Shape;7728;p48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48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48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48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48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33" name="Google Shape;7733;p48"/>
          <p:cNvGrpSpPr/>
          <p:nvPr/>
        </p:nvGrpSpPr>
        <p:grpSpPr>
          <a:xfrm>
            <a:off x="2205866" y="3341092"/>
            <a:ext cx="355258" cy="356205"/>
            <a:chOff x="-46409700" y="3569100"/>
            <a:chExt cx="300100" cy="300900"/>
          </a:xfrm>
        </p:grpSpPr>
        <p:sp>
          <p:nvSpPr>
            <p:cNvPr id="7734" name="Google Shape;7734;p48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48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48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48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48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39" name="Google Shape;7739;p48"/>
          <p:cNvGrpSpPr/>
          <p:nvPr/>
        </p:nvGrpSpPr>
        <p:grpSpPr>
          <a:xfrm>
            <a:off x="2193747" y="3776524"/>
            <a:ext cx="379497" cy="358070"/>
            <a:chOff x="-46422300" y="3936925"/>
            <a:chExt cx="320575" cy="302475"/>
          </a:xfrm>
        </p:grpSpPr>
        <p:sp>
          <p:nvSpPr>
            <p:cNvPr id="7740" name="Google Shape;7740;p48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48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42" name="Google Shape;7742;p48"/>
          <p:cNvGrpSpPr/>
          <p:nvPr/>
        </p:nvGrpSpPr>
        <p:grpSpPr>
          <a:xfrm>
            <a:off x="3971326" y="3330852"/>
            <a:ext cx="356205" cy="355258"/>
            <a:chOff x="-44914800" y="3560450"/>
            <a:chExt cx="300900" cy="300100"/>
          </a:xfrm>
        </p:grpSpPr>
        <p:sp>
          <p:nvSpPr>
            <p:cNvPr id="7743" name="Google Shape;7743;p48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48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48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48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48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48" name="Google Shape;7748;p48"/>
          <p:cNvGrpSpPr/>
          <p:nvPr/>
        </p:nvGrpSpPr>
        <p:grpSpPr>
          <a:xfrm>
            <a:off x="1726378" y="1539486"/>
            <a:ext cx="354311" cy="354104"/>
            <a:chOff x="-49764975" y="3183375"/>
            <a:chExt cx="299300" cy="299125"/>
          </a:xfrm>
        </p:grpSpPr>
        <p:sp>
          <p:nvSpPr>
            <p:cNvPr id="7749" name="Google Shape;7749;p48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48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48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48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48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48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48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48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48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58" name="Google Shape;7758;p48"/>
          <p:cNvGrpSpPr/>
          <p:nvPr/>
        </p:nvGrpSpPr>
        <p:grpSpPr>
          <a:xfrm>
            <a:off x="1726378" y="1974947"/>
            <a:ext cx="354311" cy="355909"/>
            <a:chOff x="-49764975" y="3551225"/>
            <a:chExt cx="299300" cy="300650"/>
          </a:xfrm>
        </p:grpSpPr>
        <p:sp>
          <p:nvSpPr>
            <p:cNvPr id="7759" name="Google Shape;7759;p48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48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48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48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48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48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48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48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48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48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48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70" name="Google Shape;7770;p48"/>
          <p:cNvGrpSpPr/>
          <p:nvPr/>
        </p:nvGrpSpPr>
        <p:grpSpPr>
          <a:xfrm>
            <a:off x="1724040" y="2411710"/>
            <a:ext cx="358987" cy="355525"/>
            <a:chOff x="-49766550" y="3920175"/>
            <a:chExt cx="303250" cy="300325"/>
          </a:xfrm>
        </p:grpSpPr>
        <p:sp>
          <p:nvSpPr>
            <p:cNvPr id="7771" name="Google Shape;7771;p48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48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48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48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75" name="Google Shape;7775;p48"/>
          <p:cNvGrpSpPr/>
          <p:nvPr/>
        </p:nvGrpSpPr>
        <p:grpSpPr>
          <a:xfrm>
            <a:off x="3939571" y="1559758"/>
            <a:ext cx="357123" cy="354341"/>
            <a:chOff x="-47892800" y="3200500"/>
            <a:chExt cx="301675" cy="299325"/>
          </a:xfrm>
        </p:grpSpPr>
        <p:sp>
          <p:nvSpPr>
            <p:cNvPr id="7776" name="Google Shape;7776;p48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48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48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48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48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48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82" name="Google Shape;7782;p48"/>
          <p:cNvGrpSpPr/>
          <p:nvPr/>
        </p:nvGrpSpPr>
        <p:grpSpPr>
          <a:xfrm>
            <a:off x="4003437" y="1996107"/>
            <a:ext cx="229391" cy="355258"/>
            <a:chOff x="-47839250" y="3569100"/>
            <a:chExt cx="193775" cy="300100"/>
          </a:xfrm>
        </p:grpSpPr>
        <p:sp>
          <p:nvSpPr>
            <p:cNvPr id="7783" name="Google Shape;7783;p48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48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48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48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48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48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89" name="Google Shape;7789;p48"/>
          <p:cNvGrpSpPr/>
          <p:nvPr/>
        </p:nvGrpSpPr>
        <p:grpSpPr>
          <a:xfrm>
            <a:off x="3940503" y="2432456"/>
            <a:ext cx="355258" cy="356205"/>
            <a:chOff x="-47892800" y="3937700"/>
            <a:chExt cx="300100" cy="300900"/>
          </a:xfrm>
        </p:grpSpPr>
        <p:sp>
          <p:nvSpPr>
            <p:cNvPr id="7790" name="Google Shape;7790;p48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48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48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48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48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48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48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48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98" name="Google Shape;7798;p48"/>
          <p:cNvGrpSpPr/>
          <p:nvPr/>
        </p:nvGrpSpPr>
        <p:grpSpPr>
          <a:xfrm>
            <a:off x="2645798" y="2926170"/>
            <a:ext cx="355258" cy="311458"/>
            <a:chOff x="-46042675" y="3218600"/>
            <a:chExt cx="300100" cy="263100"/>
          </a:xfrm>
        </p:grpSpPr>
        <p:sp>
          <p:nvSpPr>
            <p:cNvPr id="7799" name="Google Shape;7799;p48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48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48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48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48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48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05" name="Google Shape;7805;p48"/>
          <p:cNvGrpSpPr/>
          <p:nvPr/>
        </p:nvGrpSpPr>
        <p:grpSpPr>
          <a:xfrm>
            <a:off x="2645798" y="3340619"/>
            <a:ext cx="355258" cy="323118"/>
            <a:chOff x="-46042675" y="3568700"/>
            <a:chExt cx="300100" cy="272950"/>
          </a:xfrm>
        </p:grpSpPr>
        <p:sp>
          <p:nvSpPr>
            <p:cNvPr id="7806" name="Google Shape;7806;p48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48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48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48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10" name="Google Shape;7810;p48"/>
          <p:cNvGrpSpPr/>
          <p:nvPr/>
        </p:nvGrpSpPr>
        <p:grpSpPr>
          <a:xfrm>
            <a:off x="2687749" y="3777589"/>
            <a:ext cx="271357" cy="356057"/>
            <a:chOff x="-46007225" y="3937825"/>
            <a:chExt cx="229225" cy="300775"/>
          </a:xfrm>
        </p:grpSpPr>
        <p:sp>
          <p:nvSpPr>
            <p:cNvPr id="7811" name="Google Shape;7811;p48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48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48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48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48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48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48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48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9" name="Google Shape;7819;p48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0" name="Google Shape;7820;p48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21" name="Google Shape;7821;p48"/>
          <p:cNvGrpSpPr/>
          <p:nvPr/>
        </p:nvGrpSpPr>
        <p:grpSpPr>
          <a:xfrm>
            <a:off x="3993241" y="3767675"/>
            <a:ext cx="312375" cy="357596"/>
            <a:chOff x="-44895900" y="3929450"/>
            <a:chExt cx="263875" cy="302075"/>
          </a:xfrm>
        </p:grpSpPr>
        <p:sp>
          <p:nvSpPr>
            <p:cNvPr id="7822" name="Google Shape;7822;p48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48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48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48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48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48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28" name="Google Shape;7828;p48"/>
          <p:cNvGrpSpPr/>
          <p:nvPr/>
        </p:nvGrpSpPr>
        <p:grpSpPr>
          <a:xfrm>
            <a:off x="2167060" y="1550436"/>
            <a:ext cx="356205" cy="332885"/>
            <a:chOff x="-49397175" y="3192625"/>
            <a:chExt cx="300900" cy="281200"/>
          </a:xfrm>
        </p:grpSpPr>
        <p:sp>
          <p:nvSpPr>
            <p:cNvPr id="7829" name="Google Shape;7829;p48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48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48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48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48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48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48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36" name="Google Shape;7836;p48"/>
          <p:cNvGrpSpPr/>
          <p:nvPr/>
        </p:nvGrpSpPr>
        <p:grpSpPr>
          <a:xfrm>
            <a:off x="2193163" y="1974651"/>
            <a:ext cx="304000" cy="356205"/>
            <a:chOff x="-49375900" y="3550975"/>
            <a:chExt cx="256800" cy="300900"/>
          </a:xfrm>
        </p:grpSpPr>
        <p:sp>
          <p:nvSpPr>
            <p:cNvPr id="7837" name="Google Shape;7837;p48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48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48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48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48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48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48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48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48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48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48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48" name="Google Shape;7848;p48"/>
          <p:cNvGrpSpPr/>
          <p:nvPr/>
        </p:nvGrpSpPr>
        <p:grpSpPr>
          <a:xfrm>
            <a:off x="2188516" y="2411946"/>
            <a:ext cx="313293" cy="356205"/>
            <a:chOff x="-49378250" y="3920375"/>
            <a:chExt cx="264650" cy="300900"/>
          </a:xfrm>
        </p:grpSpPr>
        <p:sp>
          <p:nvSpPr>
            <p:cNvPr id="7849" name="Google Shape;7849;p48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48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48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48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48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48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48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56" name="Google Shape;7856;p48"/>
          <p:cNvGrpSpPr/>
          <p:nvPr/>
        </p:nvGrpSpPr>
        <p:grpSpPr>
          <a:xfrm>
            <a:off x="907504" y="2904744"/>
            <a:ext cx="312375" cy="357123"/>
            <a:chOff x="-47505300" y="3200500"/>
            <a:chExt cx="263875" cy="301675"/>
          </a:xfrm>
        </p:grpSpPr>
        <p:sp>
          <p:nvSpPr>
            <p:cNvPr id="7857" name="Google Shape;7857;p48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48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48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48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48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48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48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48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48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48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48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48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48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70" name="Google Shape;7870;p48"/>
          <p:cNvGrpSpPr/>
          <p:nvPr/>
        </p:nvGrpSpPr>
        <p:grpSpPr>
          <a:xfrm>
            <a:off x="885604" y="3341092"/>
            <a:ext cx="356176" cy="355051"/>
            <a:chOff x="-47524975" y="3569100"/>
            <a:chExt cx="300875" cy="299925"/>
          </a:xfrm>
        </p:grpSpPr>
        <p:sp>
          <p:nvSpPr>
            <p:cNvPr id="7871" name="Google Shape;7871;p48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48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48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48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48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76" name="Google Shape;7876;p48"/>
          <p:cNvGrpSpPr/>
          <p:nvPr/>
        </p:nvGrpSpPr>
        <p:grpSpPr>
          <a:xfrm>
            <a:off x="886062" y="3820354"/>
            <a:ext cx="355258" cy="270410"/>
            <a:chOff x="-47523400" y="3973950"/>
            <a:chExt cx="300100" cy="228425"/>
          </a:xfrm>
        </p:grpSpPr>
        <p:sp>
          <p:nvSpPr>
            <p:cNvPr id="7877" name="Google Shape;7877;p48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48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48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48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48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82" name="Google Shape;7882;p48"/>
          <p:cNvGrpSpPr/>
          <p:nvPr/>
        </p:nvGrpSpPr>
        <p:grpSpPr>
          <a:xfrm>
            <a:off x="3091183" y="2903353"/>
            <a:ext cx="354341" cy="357596"/>
            <a:chOff x="-45673275" y="3199325"/>
            <a:chExt cx="299325" cy="302075"/>
          </a:xfrm>
        </p:grpSpPr>
        <p:sp>
          <p:nvSpPr>
            <p:cNvPr id="7883" name="Google Shape;7883;p48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48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48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86" name="Google Shape;7886;p48"/>
          <p:cNvGrpSpPr/>
          <p:nvPr/>
        </p:nvGrpSpPr>
        <p:grpSpPr>
          <a:xfrm>
            <a:off x="3090251" y="3361602"/>
            <a:ext cx="356205" cy="314240"/>
            <a:chOff x="-45674075" y="3586425"/>
            <a:chExt cx="300900" cy="265450"/>
          </a:xfrm>
        </p:grpSpPr>
        <p:sp>
          <p:nvSpPr>
            <p:cNvPr id="7887" name="Google Shape;7887;p48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48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89" name="Google Shape;7889;p48"/>
          <p:cNvGrpSpPr/>
          <p:nvPr/>
        </p:nvGrpSpPr>
        <p:grpSpPr>
          <a:xfrm>
            <a:off x="3091183" y="3777441"/>
            <a:ext cx="354341" cy="356205"/>
            <a:chOff x="-45673275" y="3937700"/>
            <a:chExt cx="299325" cy="300900"/>
          </a:xfrm>
        </p:grpSpPr>
        <p:sp>
          <p:nvSpPr>
            <p:cNvPr id="7890" name="Google Shape;7890;p48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48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48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48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48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48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96" name="Google Shape;7896;p48"/>
          <p:cNvGrpSpPr/>
          <p:nvPr/>
        </p:nvGrpSpPr>
        <p:grpSpPr>
          <a:xfrm>
            <a:off x="2205349" y="4270225"/>
            <a:ext cx="356205" cy="356205"/>
            <a:chOff x="-44512325" y="3176075"/>
            <a:chExt cx="300900" cy="300900"/>
          </a:xfrm>
        </p:grpSpPr>
        <p:sp>
          <p:nvSpPr>
            <p:cNvPr id="7897" name="Google Shape;7897;p48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48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48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00" name="Google Shape;7900;p48"/>
          <p:cNvGrpSpPr/>
          <p:nvPr/>
        </p:nvGrpSpPr>
        <p:grpSpPr>
          <a:xfrm>
            <a:off x="2608689" y="1539249"/>
            <a:ext cx="354341" cy="354341"/>
            <a:chOff x="-49027775" y="3183175"/>
            <a:chExt cx="299325" cy="299325"/>
          </a:xfrm>
        </p:grpSpPr>
        <p:sp>
          <p:nvSpPr>
            <p:cNvPr id="7901" name="Google Shape;7901;p48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48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48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48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05" name="Google Shape;7905;p48"/>
          <p:cNvGrpSpPr/>
          <p:nvPr/>
        </p:nvGrpSpPr>
        <p:grpSpPr>
          <a:xfrm>
            <a:off x="2608230" y="1974651"/>
            <a:ext cx="355258" cy="357152"/>
            <a:chOff x="-49027775" y="3550975"/>
            <a:chExt cx="300100" cy="301700"/>
          </a:xfrm>
        </p:grpSpPr>
        <p:sp>
          <p:nvSpPr>
            <p:cNvPr id="7906" name="Google Shape;7906;p48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48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48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48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48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48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48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48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48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48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16" name="Google Shape;7916;p48"/>
          <p:cNvGrpSpPr/>
          <p:nvPr/>
        </p:nvGrpSpPr>
        <p:grpSpPr>
          <a:xfrm>
            <a:off x="2606306" y="2411710"/>
            <a:ext cx="359106" cy="355525"/>
            <a:chOff x="-49031025" y="3920175"/>
            <a:chExt cx="303350" cy="300325"/>
          </a:xfrm>
        </p:grpSpPr>
        <p:sp>
          <p:nvSpPr>
            <p:cNvPr id="7917" name="Google Shape;7917;p48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48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48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48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48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48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23" name="Google Shape;7923;p48"/>
          <p:cNvGrpSpPr/>
          <p:nvPr/>
        </p:nvGrpSpPr>
        <p:grpSpPr>
          <a:xfrm>
            <a:off x="1322411" y="2904744"/>
            <a:ext cx="356176" cy="354341"/>
            <a:chOff x="-47155575" y="3200500"/>
            <a:chExt cx="300875" cy="299325"/>
          </a:xfrm>
        </p:grpSpPr>
        <p:sp>
          <p:nvSpPr>
            <p:cNvPr id="7924" name="Google Shape;7924;p48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48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48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48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48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48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30" name="Google Shape;7930;p48"/>
          <p:cNvGrpSpPr/>
          <p:nvPr/>
        </p:nvGrpSpPr>
        <p:grpSpPr>
          <a:xfrm>
            <a:off x="1322870" y="3341092"/>
            <a:ext cx="355258" cy="355258"/>
            <a:chOff x="-47154800" y="3569100"/>
            <a:chExt cx="300100" cy="300100"/>
          </a:xfrm>
        </p:grpSpPr>
        <p:sp>
          <p:nvSpPr>
            <p:cNvPr id="7931" name="Google Shape;7931;p48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48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48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48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48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48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37" name="Google Shape;7937;p48"/>
          <p:cNvGrpSpPr/>
          <p:nvPr/>
        </p:nvGrpSpPr>
        <p:grpSpPr>
          <a:xfrm>
            <a:off x="1323343" y="3779305"/>
            <a:ext cx="354311" cy="353423"/>
            <a:chOff x="-47154000" y="3939275"/>
            <a:chExt cx="299300" cy="298550"/>
          </a:xfrm>
        </p:grpSpPr>
        <p:sp>
          <p:nvSpPr>
            <p:cNvPr id="7938" name="Google Shape;7938;p48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48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48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48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42" name="Google Shape;7942;p48"/>
          <p:cNvGrpSpPr/>
          <p:nvPr/>
        </p:nvGrpSpPr>
        <p:grpSpPr>
          <a:xfrm>
            <a:off x="3548633" y="2904744"/>
            <a:ext cx="312375" cy="354341"/>
            <a:chOff x="-45286550" y="3200500"/>
            <a:chExt cx="263875" cy="299325"/>
          </a:xfrm>
        </p:grpSpPr>
        <p:sp>
          <p:nvSpPr>
            <p:cNvPr id="7943" name="Google Shape;7943;p48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48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48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46" name="Google Shape;7946;p48"/>
          <p:cNvGrpSpPr/>
          <p:nvPr/>
        </p:nvGrpSpPr>
        <p:grpSpPr>
          <a:xfrm>
            <a:off x="3548633" y="3342039"/>
            <a:ext cx="312375" cy="354311"/>
            <a:chOff x="-45286550" y="3569900"/>
            <a:chExt cx="263875" cy="299300"/>
          </a:xfrm>
        </p:grpSpPr>
        <p:sp>
          <p:nvSpPr>
            <p:cNvPr id="7947" name="Google Shape;7947;p48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48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48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48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48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48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53" name="Google Shape;7953;p48"/>
          <p:cNvGrpSpPr/>
          <p:nvPr/>
        </p:nvGrpSpPr>
        <p:grpSpPr>
          <a:xfrm>
            <a:off x="3559820" y="3778388"/>
            <a:ext cx="290001" cy="355258"/>
            <a:chOff x="-45277900" y="3938500"/>
            <a:chExt cx="244975" cy="300100"/>
          </a:xfrm>
        </p:grpSpPr>
        <p:sp>
          <p:nvSpPr>
            <p:cNvPr id="7954" name="Google Shape;7954;p48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48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48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48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58" name="Google Shape;7958;p48"/>
          <p:cNvGrpSpPr/>
          <p:nvPr/>
        </p:nvGrpSpPr>
        <p:grpSpPr>
          <a:xfrm>
            <a:off x="2645769" y="4247490"/>
            <a:ext cx="355258" cy="355258"/>
            <a:chOff x="-44502875" y="3576975"/>
            <a:chExt cx="300100" cy="300100"/>
          </a:xfrm>
        </p:grpSpPr>
        <p:sp>
          <p:nvSpPr>
            <p:cNvPr id="7959" name="Google Shape;7959;p48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48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48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62" name="Google Shape;7962;p48"/>
          <p:cNvGrpSpPr/>
          <p:nvPr/>
        </p:nvGrpSpPr>
        <p:grpSpPr>
          <a:xfrm>
            <a:off x="4858968" y="1532275"/>
            <a:ext cx="356221" cy="354973"/>
            <a:chOff x="-13947000" y="3212800"/>
            <a:chExt cx="353675" cy="352400"/>
          </a:xfrm>
        </p:grpSpPr>
        <p:sp>
          <p:nvSpPr>
            <p:cNvPr id="7963" name="Google Shape;7963;p48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48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65" name="Google Shape;7965;p48"/>
          <p:cNvGrpSpPr/>
          <p:nvPr/>
        </p:nvGrpSpPr>
        <p:grpSpPr>
          <a:xfrm>
            <a:off x="4858981" y="1973145"/>
            <a:ext cx="356196" cy="354670"/>
            <a:chOff x="-13946200" y="3647075"/>
            <a:chExt cx="353650" cy="352100"/>
          </a:xfrm>
        </p:grpSpPr>
        <p:sp>
          <p:nvSpPr>
            <p:cNvPr id="7966" name="Google Shape;7966;p48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48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48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48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48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48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72" name="Google Shape;7972;p48"/>
          <p:cNvSpPr/>
          <p:nvPr/>
        </p:nvSpPr>
        <p:spPr>
          <a:xfrm>
            <a:off x="4902088" y="2417809"/>
            <a:ext cx="271340" cy="353864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973" name="Google Shape;7973;p48"/>
          <p:cNvGrpSpPr/>
          <p:nvPr/>
        </p:nvGrpSpPr>
        <p:grpSpPr>
          <a:xfrm>
            <a:off x="6642374" y="1532628"/>
            <a:ext cx="357002" cy="354267"/>
            <a:chOff x="-12163025" y="3214275"/>
            <a:chExt cx="354450" cy="351700"/>
          </a:xfrm>
        </p:grpSpPr>
        <p:sp>
          <p:nvSpPr>
            <p:cNvPr id="7974" name="Google Shape;7974;p48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48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48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77" name="Google Shape;7977;p48"/>
          <p:cNvGrpSpPr/>
          <p:nvPr/>
        </p:nvGrpSpPr>
        <p:grpSpPr>
          <a:xfrm>
            <a:off x="6643154" y="1972365"/>
            <a:ext cx="355441" cy="356232"/>
            <a:chOff x="-12160675" y="3647875"/>
            <a:chExt cx="352900" cy="353650"/>
          </a:xfrm>
        </p:grpSpPr>
        <p:sp>
          <p:nvSpPr>
            <p:cNvPr id="7978" name="Google Shape;7978;p48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48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48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48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48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48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48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85" name="Google Shape;7985;p48"/>
          <p:cNvGrpSpPr/>
          <p:nvPr/>
        </p:nvGrpSpPr>
        <p:grpSpPr>
          <a:xfrm>
            <a:off x="6653870" y="2416821"/>
            <a:ext cx="354635" cy="356232"/>
            <a:chOff x="-12160675" y="4081850"/>
            <a:chExt cx="352100" cy="353650"/>
          </a:xfrm>
        </p:grpSpPr>
        <p:sp>
          <p:nvSpPr>
            <p:cNvPr id="7986" name="Google Shape;7986;p48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48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48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48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48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48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92" name="Google Shape;7992;p48"/>
          <p:cNvGrpSpPr/>
          <p:nvPr/>
        </p:nvGrpSpPr>
        <p:grpSpPr>
          <a:xfrm>
            <a:off x="4858836" y="2891264"/>
            <a:ext cx="355416" cy="355652"/>
            <a:chOff x="-10391650" y="3180600"/>
            <a:chExt cx="352875" cy="353075"/>
          </a:xfrm>
        </p:grpSpPr>
        <p:sp>
          <p:nvSpPr>
            <p:cNvPr id="7993" name="Google Shape;7993;p48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48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48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48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48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48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99" name="Google Shape;7999;p48"/>
          <p:cNvGrpSpPr/>
          <p:nvPr/>
        </p:nvGrpSpPr>
        <p:grpSpPr>
          <a:xfrm>
            <a:off x="4858835" y="3368062"/>
            <a:ext cx="354635" cy="353890"/>
            <a:chOff x="-10390875" y="3616350"/>
            <a:chExt cx="352100" cy="351325"/>
          </a:xfrm>
        </p:grpSpPr>
        <p:sp>
          <p:nvSpPr>
            <p:cNvPr id="8000" name="Google Shape;8000;p48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48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48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03" name="Google Shape;8003;p48"/>
          <p:cNvGrpSpPr/>
          <p:nvPr/>
        </p:nvGrpSpPr>
        <p:grpSpPr>
          <a:xfrm>
            <a:off x="7525810" y="2892727"/>
            <a:ext cx="312585" cy="354670"/>
            <a:chOff x="-10370400" y="4049550"/>
            <a:chExt cx="310350" cy="352100"/>
          </a:xfrm>
        </p:grpSpPr>
        <p:sp>
          <p:nvSpPr>
            <p:cNvPr id="8004" name="Google Shape;8004;p48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48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48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48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48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09" name="Google Shape;8009;p48"/>
          <p:cNvGrpSpPr/>
          <p:nvPr/>
        </p:nvGrpSpPr>
        <p:grpSpPr>
          <a:xfrm>
            <a:off x="6630066" y="2891668"/>
            <a:ext cx="379236" cy="354847"/>
            <a:chOff x="-8674650" y="3210975"/>
            <a:chExt cx="376525" cy="352275"/>
          </a:xfrm>
        </p:grpSpPr>
        <p:sp>
          <p:nvSpPr>
            <p:cNvPr id="8010" name="Google Shape;8010;p48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48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48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48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48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48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16" name="Google Shape;8016;p48"/>
          <p:cNvGrpSpPr/>
          <p:nvPr/>
        </p:nvGrpSpPr>
        <p:grpSpPr>
          <a:xfrm>
            <a:off x="5301563" y="1531633"/>
            <a:ext cx="356221" cy="356257"/>
            <a:chOff x="-13512225" y="3211525"/>
            <a:chExt cx="353675" cy="353675"/>
          </a:xfrm>
        </p:grpSpPr>
        <p:sp>
          <p:nvSpPr>
            <p:cNvPr id="8017" name="Google Shape;8017;p48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8" name="Google Shape;8018;p48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9" name="Google Shape;8019;p48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0" name="Google Shape;8020;p48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1" name="Google Shape;8021;p48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22" name="Google Shape;8022;p48"/>
          <p:cNvGrpSpPr/>
          <p:nvPr/>
        </p:nvGrpSpPr>
        <p:grpSpPr>
          <a:xfrm>
            <a:off x="5301563" y="1973145"/>
            <a:ext cx="356221" cy="354670"/>
            <a:chOff x="-13512225" y="3647075"/>
            <a:chExt cx="353675" cy="352100"/>
          </a:xfrm>
        </p:grpSpPr>
        <p:sp>
          <p:nvSpPr>
            <p:cNvPr id="8023" name="Google Shape;8023;p48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4" name="Google Shape;8024;p48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5" name="Google Shape;8025;p48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6" name="Google Shape;8026;p48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7" name="Google Shape;8027;p48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8" name="Google Shape;8028;p48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9" name="Google Shape;8029;p48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0" name="Google Shape;8030;p48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1" name="Google Shape;8031;p48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2" name="Google Shape;8032;p48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33" name="Google Shape;8033;p48"/>
          <p:cNvGrpSpPr/>
          <p:nvPr/>
        </p:nvGrpSpPr>
        <p:grpSpPr>
          <a:xfrm>
            <a:off x="5311876" y="2417211"/>
            <a:ext cx="356221" cy="355451"/>
            <a:chOff x="-13512225" y="4080275"/>
            <a:chExt cx="353675" cy="352875"/>
          </a:xfrm>
        </p:grpSpPr>
        <p:sp>
          <p:nvSpPr>
            <p:cNvPr id="8034" name="Google Shape;8034;p48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5" name="Google Shape;8035;p48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6" name="Google Shape;8036;p48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7" name="Google Shape;8037;p48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8" name="Google Shape;8038;p48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9" name="Google Shape;8039;p48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0" name="Google Shape;8040;p48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1" name="Google Shape;8041;p48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2" name="Google Shape;8042;p48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3" name="Google Shape;8043;p48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4" name="Google Shape;8044;p48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45" name="Google Shape;8045;p48"/>
          <p:cNvGrpSpPr/>
          <p:nvPr/>
        </p:nvGrpSpPr>
        <p:grpSpPr>
          <a:xfrm>
            <a:off x="7084956" y="1564572"/>
            <a:ext cx="356196" cy="290379"/>
            <a:chOff x="-11728250" y="3245400"/>
            <a:chExt cx="353650" cy="288275"/>
          </a:xfrm>
        </p:grpSpPr>
        <p:sp>
          <p:nvSpPr>
            <p:cNvPr id="8046" name="Google Shape;8046;p48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7" name="Google Shape;8047;p48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8" name="Google Shape;8048;p48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9" name="Google Shape;8049;p48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0" name="Google Shape;8050;p48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51" name="Google Shape;8051;p48"/>
          <p:cNvSpPr/>
          <p:nvPr/>
        </p:nvSpPr>
        <p:spPr>
          <a:xfrm>
            <a:off x="7242366" y="2108233"/>
            <a:ext cx="40464" cy="84135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052" name="Google Shape;8052;p48"/>
          <p:cNvGrpSpPr/>
          <p:nvPr/>
        </p:nvGrpSpPr>
        <p:grpSpPr>
          <a:xfrm>
            <a:off x="7083760" y="1971660"/>
            <a:ext cx="358588" cy="357642"/>
            <a:chOff x="-11729050" y="3646475"/>
            <a:chExt cx="356025" cy="355050"/>
          </a:xfrm>
        </p:grpSpPr>
        <p:sp>
          <p:nvSpPr>
            <p:cNvPr id="8053" name="Google Shape;8053;p48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4" name="Google Shape;8054;p48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5" name="Google Shape;8055;p48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6" name="Google Shape;8056;p48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7" name="Google Shape;8057;p48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8" name="Google Shape;8058;p48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9" name="Google Shape;8059;p48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0" name="Google Shape;8060;p48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1" name="Google Shape;8061;p48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2" name="Google Shape;8062;p48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3" name="Google Shape;8063;p48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64" name="Google Shape;8064;p48"/>
          <p:cNvGrpSpPr/>
          <p:nvPr/>
        </p:nvGrpSpPr>
        <p:grpSpPr>
          <a:xfrm>
            <a:off x="7117464" y="2417211"/>
            <a:ext cx="311804" cy="355451"/>
            <a:chOff x="-11703850" y="4081850"/>
            <a:chExt cx="309575" cy="352875"/>
          </a:xfrm>
        </p:grpSpPr>
        <p:sp>
          <p:nvSpPr>
            <p:cNvPr id="8065" name="Google Shape;8065;p48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6" name="Google Shape;8066;p48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7" name="Google Shape;8067;p48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8" name="Google Shape;8068;p48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9" name="Google Shape;8069;p48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0" name="Google Shape;8070;p48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1" name="Google Shape;8071;p48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2" name="Google Shape;8072;p48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73" name="Google Shape;8073;p48"/>
          <p:cNvGrpSpPr/>
          <p:nvPr/>
        </p:nvGrpSpPr>
        <p:grpSpPr>
          <a:xfrm>
            <a:off x="5306120" y="2891364"/>
            <a:ext cx="357002" cy="355451"/>
            <a:chOff x="-9958475" y="3180025"/>
            <a:chExt cx="354450" cy="352875"/>
          </a:xfrm>
        </p:grpSpPr>
        <p:sp>
          <p:nvSpPr>
            <p:cNvPr id="8074" name="Google Shape;8074;p48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5" name="Google Shape;8075;p48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6" name="Google Shape;8076;p48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77" name="Google Shape;8077;p48"/>
          <p:cNvGrpSpPr/>
          <p:nvPr/>
        </p:nvGrpSpPr>
        <p:grpSpPr>
          <a:xfrm>
            <a:off x="5315247" y="3367345"/>
            <a:ext cx="337966" cy="355325"/>
            <a:chOff x="-9949025" y="3615575"/>
            <a:chExt cx="335550" cy="352750"/>
          </a:xfrm>
        </p:grpSpPr>
        <p:sp>
          <p:nvSpPr>
            <p:cNvPr id="8078" name="Google Shape;8078;p48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9" name="Google Shape;8079;p48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0" name="Google Shape;8080;p48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81" name="Google Shape;8081;p48"/>
          <p:cNvGrpSpPr/>
          <p:nvPr/>
        </p:nvGrpSpPr>
        <p:grpSpPr>
          <a:xfrm>
            <a:off x="7950093" y="2890851"/>
            <a:ext cx="360175" cy="358423"/>
            <a:chOff x="-9961625" y="4048175"/>
            <a:chExt cx="357600" cy="355825"/>
          </a:xfrm>
        </p:grpSpPr>
        <p:sp>
          <p:nvSpPr>
            <p:cNvPr id="8082" name="Google Shape;8082;p48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3" name="Google Shape;8083;p48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4" name="Google Shape;8084;p48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5" name="Google Shape;8085;p48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6" name="Google Shape;8086;p48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7" name="Google Shape;8087;p48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88" name="Google Shape;8088;p48"/>
          <p:cNvGrpSpPr/>
          <p:nvPr/>
        </p:nvGrpSpPr>
        <p:grpSpPr>
          <a:xfrm>
            <a:off x="6636814" y="3366363"/>
            <a:ext cx="364959" cy="357289"/>
            <a:chOff x="-8680950" y="3624225"/>
            <a:chExt cx="362350" cy="354700"/>
          </a:xfrm>
        </p:grpSpPr>
        <p:sp>
          <p:nvSpPr>
            <p:cNvPr id="8089" name="Google Shape;8089;p48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0" name="Google Shape;8090;p48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1" name="Google Shape;8091;p48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2" name="Google Shape;8092;p48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3" name="Google Shape;8093;p48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4" name="Google Shape;8094;p48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95" name="Google Shape;8095;p48"/>
          <p:cNvGrpSpPr/>
          <p:nvPr/>
        </p:nvGrpSpPr>
        <p:grpSpPr>
          <a:xfrm>
            <a:off x="5773058" y="1532024"/>
            <a:ext cx="313365" cy="355476"/>
            <a:chOff x="-13056975" y="3212300"/>
            <a:chExt cx="311125" cy="352900"/>
          </a:xfrm>
        </p:grpSpPr>
        <p:sp>
          <p:nvSpPr>
            <p:cNvPr id="8096" name="Google Shape;8096;p48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7" name="Google Shape;8097;p48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8" name="Google Shape;8098;p48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9" name="Google Shape;8099;p48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00" name="Google Shape;8100;p48"/>
          <p:cNvGrpSpPr/>
          <p:nvPr/>
        </p:nvGrpSpPr>
        <p:grpSpPr>
          <a:xfrm>
            <a:off x="5750446" y="1972818"/>
            <a:ext cx="358588" cy="355325"/>
            <a:chOff x="-13077450" y="3647075"/>
            <a:chExt cx="356025" cy="352750"/>
          </a:xfrm>
        </p:grpSpPr>
        <p:sp>
          <p:nvSpPr>
            <p:cNvPr id="8101" name="Google Shape;8101;p48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2" name="Google Shape;8102;p48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3" name="Google Shape;8103;p48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04" name="Google Shape;8104;p48"/>
          <p:cNvGrpSpPr/>
          <p:nvPr/>
        </p:nvGrpSpPr>
        <p:grpSpPr>
          <a:xfrm>
            <a:off x="5761552" y="2416418"/>
            <a:ext cx="357002" cy="357037"/>
            <a:chOff x="-13079025" y="4079475"/>
            <a:chExt cx="354450" cy="354450"/>
          </a:xfrm>
        </p:grpSpPr>
        <p:sp>
          <p:nvSpPr>
            <p:cNvPr id="8105" name="Google Shape;8105;p48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6" name="Google Shape;8106;p48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7" name="Google Shape;8107;p48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8" name="Google Shape;8108;p48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09" name="Google Shape;8109;p48"/>
          <p:cNvGrpSpPr/>
          <p:nvPr/>
        </p:nvGrpSpPr>
        <p:grpSpPr>
          <a:xfrm>
            <a:off x="7534619" y="1532427"/>
            <a:ext cx="356221" cy="354670"/>
            <a:chOff x="-11292700" y="3213875"/>
            <a:chExt cx="353675" cy="352100"/>
          </a:xfrm>
        </p:grpSpPr>
        <p:sp>
          <p:nvSpPr>
            <p:cNvPr id="8110" name="Google Shape;8110;p48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1" name="Google Shape;8111;p48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2" name="Google Shape;8112;p48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3" name="Google Shape;8113;p48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4" name="Google Shape;8114;p48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5" name="Google Shape;8115;p48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6" name="Google Shape;8116;p48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17" name="Google Shape;8117;p48"/>
          <p:cNvGrpSpPr/>
          <p:nvPr/>
        </p:nvGrpSpPr>
        <p:grpSpPr>
          <a:xfrm>
            <a:off x="7528677" y="1972365"/>
            <a:ext cx="368106" cy="356232"/>
            <a:chOff x="-11299000" y="3647875"/>
            <a:chExt cx="365475" cy="353650"/>
          </a:xfrm>
        </p:grpSpPr>
        <p:sp>
          <p:nvSpPr>
            <p:cNvPr id="8118" name="Google Shape;8118;p48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9" name="Google Shape;8119;p48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0" name="Google Shape;8120;p48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1" name="Google Shape;8121;p48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2" name="Google Shape;8122;p48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3" name="Google Shape;8123;p48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24" name="Google Shape;8124;p48"/>
          <p:cNvGrpSpPr/>
          <p:nvPr/>
        </p:nvGrpSpPr>
        <p:grpSpPr>
          <a:xfrm>
            <a:off x="7544139" y="2428316"/>
            <a:ext cx="357808" cy="333240"/>
            <a:chOff x="-11295075" y="4092875"/>
            <a:chExt cx="355250" cy="330825"/>
          </a:xfrm>
        </p:grpSpPr>
        <p:sp>
          <p:nvSpPr>
            <p:cNvPr id="8125" name="Google Shape;8125;p48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6" name="Google Shape;8126;p48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7" name="Google Shape;8127;p48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8" name="Google Shape;8128;p48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9" name="Google Shape;8129;p48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30" name="Google Shape;8130;p48"/>
          <p:cNvGrpSpPr/>
          <p:nvPr/>
        </p:nvGrpSpPr>
        <p:grpSpPr>
          <a:xfrm>
            <a:off x="5769739" y="2891364"/>
            <a:ext cx="312585" cy="355451"/>
            <a:chOff x="-9500075" y="3180800"/>
            <a:chExt cx="310350" cy="352875"/>
          </a:xfrm>
        </p:grpSpPr>
        <p:sp>
          <p:nvSpPr>
            <p:cNvPr id="8131" name="Google Shape;8131;p48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2" name="Google Shape;8132;p48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3" name="Google Shape;8133;p48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4" name="Google Shape;8134;p48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5" name="Google Shape;8135;p48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6" name="Google Shape;8136;p48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7" name="Google Shape;8137;p48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8" name="Google Shape;8138;p48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9" name="Google Shape;8139;p48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40" name="Google Shape;8140;p48"/>
          <p:cNvGrpSpPr/>
          <p:nvPr/>
        </p:nvGrpSpPr>
        <p:grpSpPr>
          <a:xfrm>
            <a:off x="5747530" y="3366879"/>
            <a:ext cx="356221" cy="356257"/>
            <a:chOff x="-9523700" y="3614000"/>
            <a:chExt cx="353675" cy="353675"/>
          </a:xfrm>
        </p:grpSpPr>
        <p:sp>
          <p:nvSpPr>
            <p:cNvPr id="8141" name="Google Shape;8141;p48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2" name="Google Shape;8142;p48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3" name="Google Shape;8143;p48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4" name="Google Shape;8144;p48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5" name="Google Shape;8145;p48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6" name="Google Shape;8146;p48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7" name="Google Shape;8147;p48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8" name="Google Shape;8148;p48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9" name="Google Shape;8149;p48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50" name="Google Shape;8150;p48"/>
          <p:cNvGrpSpPr/>
          <p:nvPr/>
        </p:nvGrpSpPr>
        <p:grpSpPr>
          <a:xfrm>
            <a:off x="7532481" y="3389521"/>
            <a:ext cx="356221" cy="354670"/>
            <a:chOff x="-9523700" y="4049550"/>
            <a:chExt cx="353675" cy="352100"/>
          </a:xfrm>
        </p:grpSpPr>
        <p:sp>
          <p:nvSpPr>
            <p:cNvPr id="8151" name="Google Shape;8151;p48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2" name="Google Shape;8152;p48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3" name="Google Shape;8153;p48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4" name="Google Shape;8154;p48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5" name="Google Shape;8155;p48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6" name="Google Shape;8156;p48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7" name="Google Shape;8157;p48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58" name="Google Shape;8158;p48"/>
          <p:cNvGrpSpPr/>
          <p:nvPr/>
        </p:nvGrpSpPr>
        <p:grpSpPr>
          <a:xfrm>
            <a:off x="7088596" y="3389494"/>
            <a:ext cx="357002" cy="311029"/>
            <a:chOff x="-8209150" y="3659675"/>
            <a:chExt cx="354450" cy="308775"/>
          </a:xfrm>
        </p:grpSpPr>
        <p:sp>
          <p:nvSpPr>
            <p:cNvPr id="8159" name="Google Shape;8159;p48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0" name="Google Shape;8160;p48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1" name="Google Shape;8161;p48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2" name="Google Shape;8162;p48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3" name="Google Shape;8163;p48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4" name="Google Shape;8164;p48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65" name="Google Shape;8165;p48"/>
          <p:cNvGrpSpPr/>
          <p:nvPr/>
        </p:nvGrpSpPr>
        <p:grpSpPr>
          <a:xfrm>
            <a:off x="6191845" y="1532024"/>
            <a:ext cx="356221" cy="355476"/>
            <a:chOff x="-12643475" y="3212300"/>
            <a:chExt cx="353675" cy="352900"/>
          </a:xfrm>
        </p:grpSpPr>
        <p:sp>
          <p:nvSpPr>
            <p:cNvPr id="8166" name="Google Shape;8166;p48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7" name="Google Shape;8167;p48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8" name="Google Shape;8168;p48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9" name="Google Shape;8169;p48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0" name="Google Shape;8170;p48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1" name="Google Shape;8171;p48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2" name="Google Shape;8172;p48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3" name="Google Shape;8173;p48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4" name="Google Shape;8174;p48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75" name="Google Shape;8175;p48"/>
          <p:cNvGrpSpPr/>
          <p:nvPr/>
        </p:nvGrpSpPr>
        <p:grpSpPr>
          <a:xfrm>
            <a:off x="6191845" y="1983798"/>
            <a:ext cx="356221" cy="333366"/>
            <a:chOff x="-12643475" y="3657325"/>
            <a:chExt cx="353675" cy="330950"/>
          </a:xfrm>
        </p:grpSpPr>
        <p:sp>
          <p:nvSpPr>
            <p:cNvPr id="8176" name="Google Shape;8176;p48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7" name="Google Shape;8177;p48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8" name="Google Shape;8178;p48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9" name="Google Shape;8179;p48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0" name="Google Shape;8180;p48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1" name="Google Shape;8181;p48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82" name="Google Shape;8182;p48"/>
          <p:cNvGrpSpPr/>
          <p:nvPr/>
        </p:nvGrpSpPr>
        <p:grpSpPr>
          <a:xfrm>
            <a:off x="6202157" y="2418407"/>
            <a:ext cx="356221" cy="353059"/>
            <a:chOff x="-12643475" y="4081850"/>
            <a:chExt cx="353675" cy="350500"/>
          </a:xfrm>
        </p:grpSpPr>
        <p:sp>
          <p:nvSpPr>
            <p:cNvPr id="8183" name="Google Shape;8183;p48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4" name="Google Shape;8184;p48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5" name="Google Shape;8185;p48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6" name="Google Shape;8186;p48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87" name="Google Shape;8187;p48"/>
          <p:cNvGrpSpPr/>
          <p:nvPr/>
        </p:nvGrpSpPr>
        <p:grpSpPr>
          <a:xfrm>
            <a:off x="7974847" y="1532427"/>
            <a:ext cx="355416" cy="354670"/>
            <a:chOff x="-10857925" y="3213875"/>
            <a:chExt cx="352875" cy="352100"/>
          </a:xfrm>
        </p:grpSpPr>
        <p:sp>
          <p:nvSpPr>
            <p:cNvPr id="8188" name="Google Shape;8188;p48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9" name="Google Shape;8189;p48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0" name="Google Shape;8190;p48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1" name="Google Shape;8191;p48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2" name="Google Shape;8192;p48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3" name="Google Shape;8193;p48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4" name="Google Shape;8194;p48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5" name="Google Shape;8195;p48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6" name="Google Shape;8196;p48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7" name="Google Shape;8197;p48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98" name="Google Shape;8198;p48"/>
          <p:cNvSpPr/>
          <p:nvPr/>
        </p:nvSpPr>
        <p:spPr>
          <a:xfrm>
            <a:off x="8015262" y="1973047"/>
            <a:ext cx="273732" cy="354519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199" name="Google Shape;8199;p48"/>
          <p:cNvGrpSpPr/>
          <p:nvPr/>
        </p:nvGrpSpPr>
        <p:grpSpPr>
          <a:xfrm>
            <a:off x="7984757" y="2428316"/>
            <a:ext cx="356221" cy="333240"/>
            <a:chOff x="-10858725" y="4092875"/>
            <a:chExt cx="353675" cy="330825"/>
          </a:xfrm>
        </p:grpSpPr>
        <p:sp>
          <p:nvSpPr>
            <p:cNvPr id="8200" name="Google Shape;8200;p48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1" name="Google Shape;8201;p48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2" name="Google Shape;8202;p48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3" name="Google Shape;8203;p48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4" name="Google Shape;8204;p48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5" name="Google Shape;8205;p48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06" name="Google Shape;8206;p48"/>
          <p:cNvGrpSpPr/>
          <p:nvPr/>
        </p:nvGrpSpPr>
        <p:grpSpPr>
          <a:xfrm>
            <a:off x="6191762" y="2891855"/>
            <a:ext cx="356096" cy="354469"/>
            <a:chOff x="-9089725" y="3180200"/>
            <a:chExt cx="353550" cy="351900"/>
          </a:xfrm>
        </p:grpSpPr>
        <p:sp>
          <p:nvSpPr>
            <p:cNvPr id="8207" name="Google Shape;8207;p48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8" name="Google Shape;8208;p48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09" name="Google Shape;8209;p48"/>
          <p:cNvGrpSpPr/>
          <p:nvPr/>
        </p:nvGrpSpPr>
        <p:grpSpPr>
          <a:xfrm>
            <a:off x="6243280" y="3367282"/>
            <a:ext cx="252278" cy="355451"/>
            <a:chOff x="-9039300" y="3614000"/>
            <a:chExt cx="250475" cy="352875"/>
          </a:xfrm>
        </p:grpSpPr>
        <p:sp>
          <p:nvSpPr>
            <p:cNvPr id="8210" name="Google Shape;8210;p48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1" name="Google Shape;8211;p48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12" name="Google Shape;8212;p48"/>
          <p:cNvGrpSpPr/>
          <p:nvPr/>
        </p:nvGrpSpPr>
        <p:grpSpPr>
          <a:xfrm>
            <a:off x="7975246" y="3389521"/>
            <a:ext cx="354635" cy="354670"/>
            <a:chOff x="-9088150" y="4049550"/>
            <a:chExt cx="352100" cy="352100"/>
          </a:xfrm>
        </p:grpSpPr>
        <p:sp>
          <p:nvSpPr>
            <p:cNvPr id="8213" name="Google Shape;8213;p48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4" name="Google Shape;8214;p48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5" name="Google Shape;8215;p48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6" name="Google Shape;8216;p48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7" name="Google Shape;8217;p48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8" name="Google Shape;8218;p48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19" name="Google Shape;8219;p48"/>
          <p:cNvGrpSpPr/>
          <p:nvPr/>
        </p:nvGrpSpPr>
        <p:grpSpPr>
          <a:xfrm>
            <a:off x="7109610" y="2891754"/>
            <a:ext cx="315757" cy="354670"/>
            <a:chOff x="-8191825" y="3174500"/>
            <a:chExt cx="313500" cy="352100"/>
          </a:xfrm>
        </p:grpSpPr>
        <p:sp>
          <p:nvSpPr>
            <p:cNvPr id="8220" name="Google Shape;8220;p48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1" name="Google Shape;8221;p48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2" name="Google Shape;8222;p48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226" name="Shape 8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7" name="Google Shape;8227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28" name="Google Shape;8228;p49"/>
          <p:cNvSpPr/>
          <p:nvPr/>
        </p:nvSpPr>
        <p:spPr>
          <a:xfrm>
            <a:off x="801940" y="1691070"/>
            <a:ext cx="343404" cy="446998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229" name="Google Shape;8229;p49"/>
          <p:cNvGrpSpPr/>
          <p:nvPr/>
        </p:nvGrpSpPr>
        <p:grpSpPr>
          <a:xfrm>
            <a:off x="748855" y="2243507"/>
            <a:ext cx="452798" cy="449473"/>
            <a:chOff x="-21322300" y="3693325"/>
            <a:chExt cx="306400" cy="304150"/>
          </a:xfrm>
        </p:grpSpPr>
        <p:sp>
          <p:nvSpPr>
            <p:cNvPr id="8230" name="Google Shape;8230;p49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1" name="Google Shape;8231;p49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2" name="Google Shape;8232;p49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3" name="Google Shape;8233;p49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34" name="Google Shape;8234;p49"/>
          <p:cNvGrpSpPr/>
          <p:nvPr/>
        </p:nvGrpSpPr>
        <p:grpSpPr>
          <a:xfrm>
            <a:off x="748263" y="2810244"/>
            <a:ext cx="453980" cy="422540"/>
            <a:chOff x="-21322300" y="4077125"/>
            <a:chExt cx="307200" cy="285925"/>
          </a:xfrm>
        </p:grpSpPr>
        <p:sp>
          <p:nvSpPr>
            <p:cNvPr id="8235" name="Google Shape;8235;p49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6" name="Google Shape;8236;p49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7" name="Google Shape;8237;p49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8" name="Google Shape;8238;p49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9" name="Google Shape;8239;p49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0" name="Google Shape;8240;p49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1" name="Google Shape;8241;p49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2" name="Google Shape;8242;p49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3" name="Google Shape;8243;p49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4" name="Google Shape;8244;p49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5" name="Google Shape;8245;p49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6" name="Google Shape;8246;p49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47" name="Google Shape;8247;p49"/>
          <p:cNvGrpSpPr/>
          <p:nvPr/>
        </p:nvGrpSpPr>
        <p:grpSpPr>
          <a:xfrm>
            <a:off x="3525440" y="1689128"/>
            <a:ext cx="451653" cy="450212"/>
            <a:chOff x="-19394200" y="3333800"/>
            <a:chExt cx="305625" cy="304650"/>
          </a:xfrm>
        </p:grpSpPr>
        <p:sp>
          <p:nvSpPr>
            <p:cNvPr id="8248" name="Google Shape;8248;p49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9" name="Google Shape;8249;p49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0" name="Google Shape;8250;p49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1" name="Google Shape;8251;p49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2" name="Google Shape;8252;p49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3" name="Google Shape;8253;p49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4" name="Google Shape;8254;p49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5" name="Google Shape;8255;p49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6" name="Google Shape;8256;p49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57" name="Google Shape;8257;p49"/>
          <p:cNvGrpSpPr/>
          <p:nvPr/>
        </p:nvGrpSpPr>
        <p:grpSpPr>
          <a:xfrm>
            <a:off x="3524276" y="2243580"/>
            <a:ext cx="453980" cy="449325"/>
            <a:chOff x="-19396575" y="3708500"/>
            <a:chExt cx="307200" cy="304050"/>
          </a:xfrm>
        </p:grpSpPr>
        <p:sp>
          <p:nvSpPr>
            <p:cNvPr id="8258" name="Google Shape;8258;p49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9" name="Google Shape;8259;p49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0" name="Google Shape;8260;p49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61" name="Google Shape;8261;p49"/>
          <p:cNvGrpSpPr/>
          <p:nvPr/>
        </p:nvGrpSpPr>
        <p:grpSpPr>
          <a:xfrm>
            <a:off x="3518457" y="2796461"/>
            <a:ext cx="465618" cy="450101"/>
            <a:chOff x="-19394200" y="4084200"/>
            <a:chExt cx="315075" cy="304575"/>
          </a:xfrm>
        </p:grpSpPr>
        <p:sp>
          <p:nvSpPr>
            <p:cNvPr id="8262" name="Google Shape;8262;p49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3" name="Google Shape;8263;p49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4" name="Google Shape;8264;p49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5" name="Google Shape;8265;p49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6" name="Google Shape;8266;p49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7" name="Google Shape;8267;p49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68" name="Google Shape;8268;p49"/>
          <p:cNvGrpSpPr/>
          <p:nvPr/>
        </p:nvGrpSpPr>
        <p:grpSpPr>
          <a:xfrm>
            <a:off x="6324167" y="1689001"/>
            <a:ext cx="400447" cy="450470"/>
            <a:chOff x="-17526750" y="3309200"/>
            <a:chExt cx="270975" cy="304825"/>
          </a:xfrm>
        </p:grpSpPr>
        <p:sp>
          <p:nvSpPr>
            <p:cNvPr id="8269" name="Google Shape;8269;p49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0" name="Google Shape;8270;p49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1" name="Google Shape;8271;p49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2" name="Google Shape;8272;p49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3" name="Google Shape;8273;p49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74" name="Google Shape;8274;p49"/>
          <p:cNvGrpSpPr/>
          <p:nvPr/>
        </p:nvGrpSpPr>
        <p:grpSpPr>
          <a:xfrm>
            <a:off x="6300319" y="2244173"/>
            <a:ext cx="448143" cy="448143"/>
            <a:chOff x="-17542500" y="3684100"/>
            <a:chExt cx="303250" cy="303250"/>
          </a:xfrm>
        </p:grpSpPr>
        <p:sp>
          <p:nvSpPr>
            <p:cNvPr id="8275" name="Google Shape;8275;p49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6" name="Google Shape;8276;p49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7" name="Google Shape;8277;p49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8" name="Google Shape;8278;p49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9" name="Google Shape;8279;p49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0" name="Google Shape;8280;p49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1" name="Google Shape;8281;p49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82" name="Google Shape;8282;p49"/>
          <p:cNvGrpSpPr/>
          <p:nvPr/>
        </p:nvGrpSpPr>
        <p:grpSpPr>
          <a:xfrm>
            <a:off x="6299728" y="2810817"/>
            <a:ext cx="449325" cy="421395"/>
            <a:chOff x="-17542500" y="4068450"/>
            <a:chExt cx="304050" cy="285150"/>
          </a:xfrm>
        </p:grpSpPr>
        <p:sp>
          <p:nvSpPr>
            <p:cNvPr id="8283" name="Google Shape;8283;p49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4" name="Google Shape;8284;p49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5" name="Google Shape;8285;p49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6" name="Google Shape;8286;p49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7" name="Google Shape;8287;p49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8" name="Google Shape;8288;p49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89" name="Google Shape;8289;p49"/>
          <p:cNvGrpSpPr/>
          <p:nvPr/>
        </p:nvGrpSpPr>
        <p:grpSpPr>
          <a:xfrm>
            <a:off x="3530150" y="3342211"/>
            <a:ext cx="343404" cy="449325"/>
            <a:chOff x="-15652200" y="3335975"/>
            <a:chExt cx="232375" cy="304050"/>
          </a:xfrm>
        </p:grpSpPr>
        <p:sp>
          <p:nvSpPr>
            <p:cNvPr id="8290" name="Google Shape;8290;p49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1" name="Google Shape;8291;p49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2" name="Google Shape;8292;p49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3" name="Google Shape;8293;p49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4" name="Google Shape;8294;p49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5" name="Google Shape;8295;p49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6" name="Google Shape;8296;p49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7" name="Google Shape;8297;p49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8" name="Google Shape;8298;p49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99" name="Google Shape;8299;p49"/>
          <p:cNvGrpSpPr/>
          <p:nvPr/>
        </p:nvGrpSpPr>
        <p:grpSpPr>
          <a:xfrm>
            <a:off x="1303491" y="1689573"/>
            <a:ext cx="450470" cy="449325"/>
            <a:chOff x="-20946600" y="3317850"/>
            <a:chExt cx="304825" cy="304050"/>
          </a:xfrm>
        </p:grpSpPr>
        <p:sp>
          <p:nvSpPr>
            <p:cNvPr id="8300" name="Google Shape;8300;p49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p49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p49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03" name="Google Shape;8303;p49"/>
          <p:cNvGrpSpPr/>
          <p:nvPr/>
        </p:nvGrpSpPr>
        <p:grpSpPr>
          <a:xfrm>
            <a:off x="1304064" y="2243729"/>
            <a:ext cx="449325" cy="449030"/>
            <a:chOff x="-20945825" y="3692175"/>
            <a:chExt cx="304050" cy="303850"/>
          </a:xfrm>
        </p:grpSpPr>
        <p:sp>
          <p:nvSpPr>
            <p:cNvPr id="8304" name="Google Shape;8304;p49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5" name="Google Shape;8305;p49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6" name="Google Shape;8306;p49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7" name="Google Shape;8307;p49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08" name="Google Shape;8308;p49"/>
          <p:cNvGrpSpPr/>
          <p:nvPr/>
        </p:nvGrpSpPr>
        <p:grpSpPr>
          <a:xfrm>
            <a:off x="1329667" y="2797442"/>
            <a:ext cx="398119" cy="448143"/>
            <a:chOff x="-20930075" y="4066100"/>
            <a:chExt cx="269400" cy="303250"/>
          </a:xfrm>
        </p:grpSpPr>
        <p:sp>
          <p:nvSpPr>
            <p:cNvPr id="8309" name="Google Shape;8309;p49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0" name="Google Shape;8310;p49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11" name="Google Shape;8311;p49"/>
          <p:cNvGrpSpPr/>
          <p:nvPr/>
        </p:nvGrpSpPr>
        <p:grpSpPr>
          <a:xfrm>
            <a:off x="4110888" y="1689848"/>
            <a:ext cx="372516" cy="448771"/>
            <a:chOff x="-18994100" y="3334775"/>
            <a:chExt cx="252075" cy="303675"/>
          </a:xfrm>
        </p:grpSpPr>
        <p:sp>
          <p:nvSpPr>
            <p:cNvPr id="8312" name="Google Shape;8312;p49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3" name="Google Shape;8313;p49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4" name="Google Shape;8314;p49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5" name="Google Shape;8315;p49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16" name="Google Shape;8316;p49"/>
          <p:cNvGrpSpPr/>
          <p:nvPr/>
        </p:nvGrpSpPr>
        <p:grpSpPr>
          <a:xfrm>
            <a:off x="4125445" y="2244743"/>
            <a:ext cx="343404" cy="446998"/>
            <a:chOff x="-18983850" y="3710075"/>
            <a:chExt cx="232375" cy="302475"/>
          </a:xfrm>
        </p:grpSpPr>
        <p:sp>
          <p:nvSpPr>
            <p:cNvPr id="8317" name="Google Shape;8317;p49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8" name="Google Shape;8318;p49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p49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p49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1" name="Google Shape;8321;p49"/>
          <p:cNvGrpSpPr/>
          <p:nvPr/>
        </p:nvGrpSpPr>
        <p:grpSpPr>
          <a:xfrm>
            <a:off x="4071911" y="2797422"/>
            <a:ext cx="450470" cy="448180"/>
            <a:chOff x="-19020075" y="4084200"/>
            <a:chExt cx="304825" cy="303275"/>
          </a:xfrm>
        </p:grpSpPr>
        <p:sp>
          <p:nvSpPr>
            <p:cNvPr id="8322" name="Google Shape;8322;p49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p49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p49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5" name="Google Shape;8325;p49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p49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p49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8" name="Google Shape;8328;p49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9" name="Google Shape;8329;p49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0" name="Google Shape;8330;p49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31" name="Google Shape;8331;p49"/>
          <p:cNvGrpSpPr/>
          <p:nvPr/>
        </p:nvGrpSpPr>
        <p:grpSpPr>
          <a:xfrm>
            <a:off x="6889176" y="1689001"/>
            <a:ext cx="396937" cy="450470"/>
            <a:chOff x="-17149475" y="3309200"/>
            <a:chExt cx="268600" cy="304825"/>
          </a:xfrm>
        </p:grpSpPr>
        <p:sp>
          <p:nvSpPr>
            <p:cNvPr id="8332" name="Google Shape;8332;p49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3" name="Google Shape;8333;p49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34" name="Google Shape;8334;p49"/>
          <p:cNvGrpSpPr/>
          <p:nvPr/>
        </p:nvGrpSpPr>
        <p:grpSpPr>
          <a:xfrm>
            <a:off x="6862982" y="2258120"/>
            <a:ext cx="449325" cy="420249"/>
            <a:chOff x="-17168375" y="3692750"/>
            <a:chExt cx="304050" cy="284375"/>
          </a:xfrm>
        </p:grpSpPr>
        <p:sp>
          <p:nvSpPr>
            <p:cNvPr id="8335" name="Google Shape;8335;p49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6" name="Google Shape;8336;p49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7" name="Google Shape;8337;p49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8" name="Google Shape;8338;p49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9" name="Google Shape;8339;p49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0" name="Google Shape;8340;p49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1" name="Google Shape;8341;p49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42" name="Google Shape;8342;p49"/>
          <p:cNvGrpSpPr/>
          <p:nvPr/>
        </p:nvGrpSpPr>
        <p:grpSpPr>
          <a:xfrm>
            <a:off x="6859491" y="2796852"/>
            <a:ext cx="456308" cy="449325"/>
            <a:chOff x="-17170750" y="4058800"/>
            <a:chExt cx="308775" cy="304050"/>
          </a:xfrm>
        </p:grpSpPr>
        <p:sp>
          <p:nvSpPr>
            <p:cNvPr id="8343" name="Google Shape;8343;p49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4" name="Google Shape;8344;p49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5" name="Google Shape;8345;p49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6" name="Google Shape;8346;p49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p49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8" name="Google Shape;8348;p49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9" name="Google Shape;8349;p49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p49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1" name="Google Shape;8351;p49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2" name="Google Shape;8352;p49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3" name="Google Shape;8353;p49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4" name="Google Shape;8354;p49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5" name="Google Shape;8355;p49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6" name="Google Shape;8356;p49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7" name="Google Shape;8357;p49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8" name="Google Shape;8358;p49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9" name="Google Shape;8359;p49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60" name="Google Shape;8360;p49"/>
          <p:cNvGrpSpPr/>
          <p:nvPr/>
        </p:nvGrpSpPr>
        <p:grpSpPr>
          <a:xfrm>
            <a:off x="5721388" y="3343358"/>
            <a:ext cx="450470" cy="446998"/>
            <a:chOff x="-15688425" y="3707725"/>
            <a:chExt cx="304825" cy="302475"/>
          </a:xfrm>
        </p:grpSpPr>
        <p:sp>
          <p:nvSpPr>
            <p:cNvPr id="8361" name="Google Shape;8361;p49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p49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p49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p49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p49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6" name="Google Shape;8366;p49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67" name="Google Shape;8367;p49"/>
          <p:cNvGrpSpPr/>
          <p:nvPr/>
        </p:nvGrpSpPr>
        <p:grpSpPr>
          <a:xfrm>
            <a:off x="1865544" y="1690441"/>
            <a:ext cx="451653" cy="447589"/>
            <a:chOff x="-20572500" y="3319025"/>
            <a:chExt cx="305625" cy="302875"/>
          </a:xfrm>
        </p:grpSpPr>
        <p:sp>
          <p:nvSpPr>
            <p:cNvPr id="8368" name="Google Shape;8368;p49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9" name="Google Shape;8369;p49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70" name="Google Shape;8370;p49"/>
          <p:cNvGrpSpPr/>
          <p:nvPr/>
        </p:nvGrpSpPr>
        <p:grpSpPr>
          <a:xfrm>
            <a:off x="1866708" y="2305410"/>
            <a:ext cx="449325" cy="325670"/>
            <a:chOff x="-20571700" y="3722875"/>
            <a:chExt cx="304050" cy="220375"/>
          </a:xfrm>
        </p:grpSpPr>
        <p:sp>
          <p:nvSpPr>
            <p:cNvPr id="8371" name="Google Shape;8371;p49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2" name="Google Shape;8372;p49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p49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p49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p49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p49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7" name="Google Shape;8377;p49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78" name="Google Shape;8378;p49"/>
          <p:cNvGrpSpPr/>
          <p:nvPr/>
        </p:nvGrpSpPr>
        <p:grpSpPr>
          <a:xfrm>
            <a:off x="1866135" y="2796278"/>
            <a:ext cx="450470" cy="450470"/>
            <a:chOff x="-20571700" y="4066875"/>
            <a:chExt cx="304825" cy="304825"/>
          </a:xfrm>
        </p:grpSpPr>
        <p:sp>
          <p:nvSpPr>
            <p:cNvPr id="8379" name="Google Shape;8379;p49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0" name="Google Shape;8380;p49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1" name="Google Shape;8381;p49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p49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3" name="Google Shape;8383;p49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4" name="Google Shape;8384;p49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85" name="Google Shape;8385;p49"/>
          <p:cNvGrpSpPr/>
          <p:nvPr/>
        </p:nvGrpSpPr>
        <p:grpSpPr>
          <a:xfrm>
            <a:off x="4632837" y="1688259"/>
            <a:ext cx="453980" cy="451948"/>
            <a:chOff x="-18645175" y="3334200"/>
            <a:chExt cx="307200" cy="305825"/>
          </a:xfrm>
        </p:grpSpPr>
        <p:sp>
          <p:nvSpPr>
            <p:cNvPr id="8386" name="Google Shape;8386;p49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p49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p49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9" name="Google Shape;8389;p49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0" name="Google Shape;8390;p49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91" name="Google Shape;8391;p49"/>
          <p:cNvGrpSpPr/>
          <p:nvPr/>
        </p:nvGrpSpPr>
        <p:grpSpPr>
          <a:xfrm>
            <a:off x="4633429" y="2242989"/>
            <a:ext cx="452798" cy="450507"/>
            <a:chOff x="-18645175" y="3708500"/>
            <a:chExt cx="306400" cy="304850"/>
          </a:xfrm>
        </p:grpSpPr>
        <p:sp>
          <p:nvSpPr>
            <p:cNvPr id="8392" name="Google Shape;8392;p49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3" name="Google Shape;8393;p49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4" name="Google Shape;8394;p49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5" name="Google Shape;8395;p49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6" name="Google Shape;8396;p49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7" name="Google Shape;8397;p49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8" name="Google Shape;8398;p49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99" name="Google Shape;8399;p49"/>
          <p:cNvGrpSpPr/>
          <p:nvPr/>
        </p:nvGrpSpPr>
        <p:grpSpPr>
          <a:xfrm>
            <a:off x="4631101" y="2795630"/>
            <a:ext cx="457453" cy="451763"/>
            <a:chOff x="-18647525" y="4082625"/>
            <a:chExt cx="309550" cy="305700"/>
          </a:xfrm>
        </p:grpSpPr>
        <p:sp>
          <p:nvSpPr>
            <p:cNvPr id="8400" name="Google Shape;8400;p49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1" name="Google Shape;8401;p49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2" name="Google Shape;8402;p49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3" name="Google Shape;8403;p49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04" name="Google Shape;8404;p49"/>
          <p:cNvGrpSpPr/>
          <p:nvPr/>
        </p:nvGrpSpPr>
        <p:grpSpPr>
          <a:xfrm>
            <a:off x="7441485" y="1689592"/>
            <a:ext cx="395755" cy="449288"/>
            <a:chOff x="-16775350" y="3309200"/>
            <a:chExt cx="267800" cy="304025"/>
          </a:xfrm>
        </p:grpSpPr>
        <p:sp>
          <p:nvSpPr>
            <p:cNvPr id="8405" name="Google Shape;8405;p49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p49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p49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08" name="Google Shape;8408;p49"/>
          <p:cNvGrpSpPr/>
          <p:nvPr/>
        </p:nvGrpSpPr>
        <p:grpSpPr>
          <a:xfrm>
            <a:off x="7441485" y="2241827"/>
            <a:ext cx="395755" cy="452835"/>
            <a:chOff x="-16775350" y="3683300"/>
            <a:chExt cx="267800" cy="306425"/>
          </a:xfrm>
        </p:grpSpPr>
        <p:sp>
          <p:nvSpPr>
            <p:cNvPr id="8409" name="Google Shape;8409;p49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p49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1" name="Google Shape;8411;p49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12" name="Google Shape;8412;p49"/>
          <p:cNvGrpSpPr/>
          <p:nvPr/>
        </p:nvGrpSpPr>
        <p:grpSpPr>
          <a:xfrm>
            <a:off x="7413536" y="2796870"/>
            <a:ext cx="451653" cy="449288"/>
            <a:chOff x="-16794250" y="4058225"/>
            <a:chExt cx="305625" cy="304025"/>
          </a:xfrm>
        </p:grpSpPr>
        <p:sp>
          <p:nvSpPr>
            <p:cNvPr id="8413" name="Google Shape;8413;p49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4" name="Google Shape;8414;p49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5" name="Google Shape;8415;p49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6" name="Google Shape;8416;p49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7" name="Google Shape;8417;p49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p49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p49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p49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p49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22" name="Google Shape;8422;p49"/>
          <p:cNvSpPr/>
          <p:nvPr/>
        </p:nvSpPr>
        <p:spPr>
          <a:xfrm>
            <a:off x="7992205" y="1689084"/>
            <a:ext cx="452798" cy="450470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23" name="Google Shape;8423;p49"/>
          <p:cNvGrpSpPr/>
          <p:nvPr/>
        </p:nvGrpSpPr>
        <p:grpSpPr>
          <a:xfrm>
            <a:off x="2414953" y="1689573"/>
            <a:ext cx="457453" cy="449325"/>
            <a:chOff x="-20199150" y="3317850"/>
            <a:chExt cx="309550" cy="304050"/>
          </a:xfrm>
        </p:grpSpPr>
        <p:sp>
          <p:nvSpPr>
            <p:cNvPr id="8424" name="Google Shape;8424;p49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p49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p49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7" name="Google Shape;8427;p49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8" name="Google Shape;8428;p49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9" name="Google Shape;8429;p49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0" name="Google Shape;8430;p49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31" name="Google Shape;8431;p49"/>
          <p:cNvGrpSpPr/>
          <p:nvPr/>
        </p:nvGrpSpPr>
        <p:grpSpPr>
          <a:xfrm>
            <a:off x="2417281" y="2242861"/>
            <a:ext cx="452798" cy="450766"/>
            <a:chOff x="-20199150" y="3693150"/>
            <a:chExt cx="306400" cy="305025"/>
          </a:xfrm>
        </p:grpSpPr>
        <p:sp>
          <p:nvSpPr>
            <p:cNvPr id="8432" name="Google Shape;8432;p49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p49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p49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5" name="Google Shape;8435;p49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p49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p49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38" name="Google Shape;8438;p49"/>
          <p:cNvGrpSpPr/>
          <p:nvPr/>
        </p:nvGrpSpPr>
        <p:grpSpPr>
          <a:xfrm>
            <a:off x="2417854" y="2795687"/>
            <a:ext cx="451653" cy="451653"/>
            <a:chOff x="-20197575" y="4066875"/>
            <a:chExt cx="305625" cy="305625"/>
          </a:xfrm>
        </p:grpSpPr>
        <p:sp>
          <p:nvSpPr>
            <p:cNvPr id="8439" name="Google Shape;8439;p49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0" name="Google Shape;8440;p49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1" name="Google Shape;8441;p49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2" name="Google Shape;8442;p49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3" name="Google Shape;8443;p49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p49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p49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6" name="Google Shape;8446;p49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47" name="Google Shape;8447;p49"/>
          <p:cNvGrpSpPr/>
          <p:nvPr/>
        </p:nvGrpSpPr>
        <p:grpSpPr>
          <a:xfrm>
            <a:off x="5200071" y="1687520"/>
            <a:ext cx="449325" cy="453426"/>
            <a:chOff x="-18271050" y="3333200"/>
            <a:chExt cx="304050" cy="306825"/>
          </a:xfrm>
        </p:grpSpPr>
        <p:sp>
          <p:nvSpPr>
            <p:cNvPr id="8448" name="Google Shape;8448;p49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p49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p49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1" name="Google Shape;8451;p49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2" name="Google Shape;8452;p49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53" name="Google Shape;8453;p49"/>
          <p:cNvGrpSpPr/>
          <p:nvPr/>
        </p:nvGrpSpPr>
        <p:grpSpPr>
          <a:xfrm>
            <a:off x="5200644" y="2244171"/>
            <a:ext cx="448180" cy="448143"/>
            <a:chOff x="-18270275" y="3710875"/>
            <a:chExt cx="303275" cy="303250"/>
          </a:xfrm>
        </p:grpSpPr>
        <p:sp>
          <p:nvSpPr>
            <p:cNvPr id="8454" name="Google Shape;8454;p49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p49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6" name="Google Shape;8456;p49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7" name="Google Shape;8457;p49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p49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9" name="Google Shape;8459;p49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60" name="Google Shape;8460;p49"/>
          <p:cNvGrpSpPr/>
          <p:nvPr/>
        </p:nvGrpSpPr>
        <p:grpSpPr>
          <a:xfrm>
            <a:off x="5254196" y="2797422"/>
            <a:ext cx="341076" cy="448180"/>
            <a:chOff x="-18234025" y="4084200"/>
            <a:chExt cx="230800" cy="303275"/>
          </a:xfrm>
        </p:grpSpPr>
        <p:sp>
          <p:nvSpPr>
            <p:cNvPr id="8461" name="Google Shape;8461;p49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p49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p49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64" name="Google Shape;8464;p49"/>
          <p:cNvGrpSpPr/>
          <p:nvPr/>
        </p:nvGrpSpPr>
        <p:grpSpPr>
          <a:xfrm>
            <a:off x="2366751" y="3341641"/>
            <a:ext cx="449325" cy="450470"/>
            <a:chOff x="-16419350" y="3308400"/>
            <a:chExt cx="304050" cy="304825"/>
          </a:xfrm>
        </p:grpSpPr>
        <p:sp>
          <p:nvSpPr>
            <p:cNvPr id="8465" name="Google Shape;8465;p49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p49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p49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p49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9" name="Google Shape;8469;p49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0" name="Google Shape;8470;p49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p49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72" name="Google Shape;8472;p49"/>
          <p:cNvGrpSpPr/>
          <p:nvPr/>
        </p:nvGrpSpPr>
        <p:grpSpPr>
          <a:xfrm>
            <a:off x="4638306" y="3340423"/>
            <a:ext cx="395755" cy="452872"/>
            <a:chOff x="-16401225" y="3683275"/>
            <a:chExt cx="267800" cy="306450"/>
          </a:xfrm>
        </p:grpSpPr>
        <p:sp>
          <p:nvSpPr>
            <p:cNvPr id="8473" name="Google Shape;8473;p49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p49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p49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6" name="Google Shape;8476;p49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p49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8" name="Google Shape;8478;p49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9" name="Google Shape;8479;p49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80" name="Google Shape;8480;p49"/>
          <p:cNvGrpSpPr/>
          <p:nvPr/>
        </p:nvGrpSpPr>
        <p:grpSpPr>
          <a:xfrm>
            <a:off x="8003755" y="2797062"/>
            <a:ext cx="450470" cy="448180"/>
            <a:chOff x="-16419350" y="4058200"/>
            <a:chExt cx="304825" cy="303275"/>
          </a:xfrm>
        </p:grpSpPr>
        <p:sp>
          <p:nvSpPr>
            <p:cNvPr id="8481" name="Google Shape;8481;p49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p49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3" name="Google Shape;8483;p49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4" name="Google Shape;8484;p49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p49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6" name="Google Shape;8486;p49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7" name="Google Shape;8487;p49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88" name="Google Shape;8488;p49"/>
          <p:cNvGrpSpPr/>
          <p:nvPr/>
        </p:nvGrpSpPr>
        <p:grpSpPr>
          <a:xfrm>
            <a:off x="4030643" y="3343080"/>
            <a:ext cx="450507" cy="447589"/>
            <a:chOff x="-15296200" y="3326900"/>
            <a:chExt cx="304850" cy="302875"/>
          </a:xfrm>
        </p:grpSpPr>
        <p:sp>
          <p:nvSpPr>
            <p:cNvPr id="8489" name="Google Shape;8489;p49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0" name="Google Shape;8490;p49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1" name="Google Shape;8491;p49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2" name="Google Shape;8492;p49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3" name="Google Shape;8493;p49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94" name="Google Shape;8494;p49"/>
          <p:cNvGrpSpPr/>
          <p:nvPr/>
        </p:nvGrpSpPr>
        <p:grpSpPr>
          <a:xfrm>
            <a:off x="2946296" y="1706881"/>
            <a:ext cx="486566" cy="414708"/>
            <a:chOff x="-19835275" y="3330250"/>
            <a:chExt cx="329250" cy="280625"/>
          </a:xfrm>
        </p:grpSpPr>
        <p:sp>
          <p:nvSpPr>
            <p:cNvPr id="8495" name="Google Shape;8495;p49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p49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7" name="Google Shape;8497;p49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98" name="Google Shape;8498;p49"/>
          <p:cNvGrpSpPr/>
          <p:nvPr/>
        </p:nvGrpSpPr>
        <p:grpSpPr>
          <a:xfrm>
            <a:off x="2964325" y="2243470"/>
            <a:ext cx="450507" cy="449547"/>
            <a:chOff x="-19822675" y="3692750"/>
            <a:chExt cx="304850" cy="304200"/>
          </a:xfrm>
        </p:grpSpPr>
        <p:sp>
          <p:nvSpPr>
            <p:cNvPr id="8499" name="Google Shape;8499;p49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p49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1" name="Google Shape;8501;p49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2" name="Google Shape;8502;p49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3" name="Google Shape;8503;p49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04" name="Google Shape;8504;p49"/>
          <p:cNvGrpSpPr/>
          <p:nvPr/>
        </p:nvGrpSpPr>
        <p:grpSpPr>
          <a:xfrm>
            <a:off x="2964916" y="2796278"/>
            <a:ext cx="449325" cy="450470"/>
            <a:chOff x="-19822675" y="4066875"/>
            <a:chExt cx="304050" cy="304825"/>
          </a:xfrm>
        </p:grpSpPr>
        <p:sp>
          <p:nvSpPr>
            <p:cNvPr id="8505" name="Google Shape;8505;p49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p49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7" name="Google Shape;8507;p49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8" name="Google Shape;8508;p49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9" name="Google Shape;8509;p49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p49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11" name="Google Shape;8511;p49"/>
          <p:cNvGrpSpPr/>
          <p:nvPr/>
        </p:nvGrpSpPr>
        <p:grpSpPr>
          <a:xfrm>
            <a:off x="5773985" y="1689571"/>
            <a:ext cx="399302" cy="449325"/>
            <a:chOff x="-17878825" y="3334400"/>
            <a:chExt cx="270200" cy="304050"/>
          </a:xfrm>
        </p:grpSpPr>
        <p:sp>
          <p:nvSpPr>
            <p:cNvPr id="8512" name="Google Shape;8512;p49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3" name="Google Shape;8513;p49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4" name="Google Shape;8514;p49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5" name="Google Shape;8515;p49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p49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p49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p49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19" name="Google Shape;8519;p49"/>
          <p:cNvGrpSpPr/>
          <p:nvPr/>
        </p:nvGrpSpPr>
        <p:grpSpPr>
          <a:xfrm>
            <a:off x="5747809" y="2242416"/>
            <a:ext cx="451653" cy="451653"/>
            <a:chOff x="-17896150" y="3709300"/>
            <a:chExt cx="305625" cy="305625"/>
          </a:xfrm>
        </p:grpSpPr>
        <p:sp>
          <p:nvSpPr>
            <p:cNvPr id="8520" name="Google Shape;8520;p49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1" name="Google Shape;8521;p49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p49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3" name="Google Shape;8523;p49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24" name="Google Shape;8524;p49"/>
          <p:cNvGrpSpPr/>
          <p:nvPr/>
        </p:nvGrpSpPr>
        <p:grpSpPr>
          <a:xfrm>
            <a:off x="5775740" y="2795686"/>
            <a:ext cx="395792" cy="451653"/>
            <a:chOff x="-17878025" y="4082625"/>
            <a:chExt cx="267825" cy="305625"/>
          </a:xfrm>
        </p:grpSpPr>
        <p:sp>
          <p:nvSpPr>
            <p:cNvPr id="8525" name="Google Shape;8525;p49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6" name="Google Shape;8526;p49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7" name="Google Shape;8527;p49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p49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9" name="Google Shape;8529;p49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0" name="Google Shape;8530;p49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p49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32" name="Google Shape;8532;p49"/>
          <p:cNvGrpSpPr/>
          <p:nvPr/>
        </p:nvGrpSpPr>
        <p:grpSpPr>
          <a:xfrm>
            <a:off x="2919632" y="3355015"/>
            <a:ext cx="450507" cy="423722"/>
            <a:chOff x="-16044450" y="3317850"/>
            <a:chExt cx="304850" cy="286725"/>
          </a:xfrm>
        </p:grpSpPr>
        <p:sp>
          <p:nvSpPr>
            <p:cNvPr id="8533" name="Google Shape;8533;p49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4" name="Google Shape;8534;p49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5" name="Google Shape;8535;p49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p49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37" name="Google Shape;8537;p49"/>
          <p:cNvSpPr/>
          <p:nvPr/>
        </p:nvSpPr>
        <p:spPr>
          <a:xfrm>
            <a:off x="5164353" y="3341975"/>
            <a:ext cx="448180" cy="450507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38" name="Google Shape;8538;p49"/>
          <p:cNvGrpSpPr/>
          <p:nvPr/>
        </p:nvGrpSpPr>
        <p:grpSpPr>
          <a:xfrm>
            <a:off x="8042149" y="2243724"/>
            <a:ext cx="373662" cy="449030"/>
            <a:chOff x="-16018450" y="4058400"/>
            <a:chExt cx="252850" cy="303850"/>
          </a:xfrm>
        </p:grpSpPr>
        <p:sp>
          <p:nvSpPr>
            <p:cNvPr id="8539" name="Google Shape;8539;p49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p49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p49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p49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43" name="Google Shape;8543;p49"/>
          <p:cNvSpPr/>
          <p:nvPr/>
        </p:nvSpPr>
        <p:spPr>
          <a:xfrm>
            <a:off x="6274865" y="3343157"/>
            <a:ext cx="449288" cy="448143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547" name="Shape 8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8" name="Google Shape;8548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49" name="Google Shape;8549;p50"/>
          <p:cNvGrpSpPr/>
          <p:nvPr/>
        </p:nvGrpSpPr>
        <p:grpSpPr>
          <a:xfrm>
            <a:off x="845901" y="1689241"/>
            <a:ext cx="442337" cy="419623"/>
            <a:chOff x="-6696925" y="3272575"/>
            <a:chExt cx="307200" cy="291425"/>
          </a:xfrm>
        </p:grpSpPr>
        <p:sp>
          <p:nvSpPr>
            <p:cNvPr id="8550" name="Google Shape;8550;p5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1" name="Google Shape;8551;p5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52" name="Google Shape;8552;p50"/>
          <p:cNvGrpSpPr/>
          <p:nvPr/>
        </p:nvGrpSpPr>
        <p:grpSpPr>
          <a:xfrm>
            <a:off x="845884" y="2204636"/>
            <a:ext cx="442373" cy="420775"/>
            <a:chOff x="-6690625" y="3631325"/>
            <a:chExt cx="307225" cy="292225"/>
          </a:xfrm>
        </p:grpSpPr>
        <p:sp>
          <p:nvSpPr>
            <p:cNvPr id="8553" name="Google Shape;8553;p5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p5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p5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p5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7" name="Google Shape;8557;p5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58" name="Google Shape;8558;p50"/>
          <p:cNvGrpSpPr/>
          <p:nvPr/>
        </p:nvGrpSpPr>
        <p:grpSpPr>
          <a:xfrm>
            <a:off x="868005" y="2756972"/>
            <a:ext cx="421927" cy="419371"/>
            <a:chOff x="-6689825" y="3992050"/>
            <a:chExt cx="293025" cy="291250"/>
          </a:xfrm>
        </p:grpSpPr>
        <p:sp>
          <p:nvSpPr>
            <p:cNvPr id="8559" name="Google Shape;8559;p5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0" name="Google Shape;8560;p5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p5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2" name="Google Shape;8562;p5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p5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p5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p5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p5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p5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p5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p5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0" name="Google Shape;8570;p5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71" name="Google Shape;8571;p50"/>
          <p:cNvSpPr/>
          <p:nvPr/>
        </p:nvSpPr>
        <p:spPr>
          <a:xfrm>
            <a:off x="3545854" y="1689199"/>
            <a:ext cx="434634" cy="419227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72" name="Google Shape;8572;p50"/>
          <p:cNvGrpSpPr/>
          <p:nvPr/>
        </p:nvGrpSpPr>
        <p:grpSpPr>
          <a:xfrm>
            <a:off x="3551317" y="2205192"/>
            <a:ext cx="423043" cy="419659"/>
            <a:chOff x="-4837325" y="3612425"/>
            <a:chExt cx="293800" cy="291450"/>
          </a:xfrm>
        </p:grpSpPr>
        <p:sp>
          <p:nvSpPr>
            <p:cNvPr id="8573" name="Google Shape;8573;p5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p5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5" name="Google Shape;8575;p5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76" name="Google Shape;8576;p50"/>
          <p:cNvGrpSpPr/>
          <p:nvPr/>
        </p:nvGrpSpPr>
        <p:grpSpPr>
          <a:xfrm>
            <a:off x="3564349" y="2756826"/>
            <a:ext cx="420775" cy="419659"/>
            <a:chOff x="-4837325" y="3971575"/>
            <a:chExt cx="292225" cy="291450"/>
          </a:xfrm>
        </p:grpSpPr>
        <p:sp>
          <p:nvSpPr>
            <p:cNvPr id="8577" name="Google Shape;8577;p5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p5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p5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p5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p5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p5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83" name="Google Shape;8583;p50"/>
          <p:cNvGrpSpPr/>
          <p:nvPr/>
        </p:nvGrpSpPr>
        <p:grpSpPr>
          <a:xfrm>
            <a:off x="6256364" y="1714185"/>
            <a:ext cx="430998" cy="369730"/>
            <a:chOff x="-3037625" y="3254850"/>
            <a:chExt cx="299325" cy="256775"/>
          </a:xfrm>
        </p:grpSpPr>
        <p:sp>
          <p:nvSpPr>
            <p:cNvPr id="8584" name="Google Shape;8584;p5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5" name="Google Shape;8585;p5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6" name="Google Shape;8586;p5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7" name="Google Shape;8587;p5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88" name="Google Shape;8588;p50"/>
          <p:cNvGrpSpPr/>
          <p:nvPr/>
        </p:nvGrpSpPr>
        <p:grpSpPr>
          <a:xfrm>
            <a:off x="6260324" y="2204615"/>
            <a:ext cx="423079" cy="420811"/>
            <a:chOff x="-3031325" y="3597450"/>
            <a:chExt cx="293825" cy="292250"/>
          </a:xfrm>
        </p:grpSpPr>
        <p:sp>
          <p:nvSpPr>
            <p:cNvPr id="8589" name="Google Shape;8589;p5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p5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1" name="Google Shape;8591;p5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2" name="Google Shape;8592;p5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93" name="Google Shape;8593;p50"/>
          <p:cNvGrpSpPr/>
          <p:nvPr/>
        </p:nvGrpSpPr>
        <p:grpSpPr>
          <a:xfrm>
            <a:off x="6272798" y="2781214"/>
            <a:ext cx="421927" cy="370882"/>
            <a:chOff x="-3030525" y="3973150"/>
            <a:chExt cx="293025" cy="257575"/>
          </a:xfrm>
        </p:grpSpPr>
        <p:sp>
          <p:nvSpPr>
            <p:cNvPr id="8594" name="Google Shape;8594;p5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p5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96" name="Google Shape;8596;p50"/>
          <p:cNvGrpSpPr/>
          <p:nvPr/>
        </p:nvGrpSpPr>
        <p:grpSpPr>
          <a:xfrm>
            <a:off x="1374391" y="3369426"/>
            <a:ext cx="421927" cy="297195"/>
            <a:chOff x="-1199300" y="3279250"/>
            <a:chExt cx="293025" cy="206400"/>
          </a:xfrm>
        </p:grpSpPr>
        <p:sp>
          <p:nvSpPr>
            <p:cNvPr id="8597" name="Google Shape;8597;p5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p5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p5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p5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01" name="Google Shape;8601;p50"/>
          <p:cNvGrpSpPr/>
          <p:nvPr/>
        </p:nvGrpSpPr>
        <p:grpSpPr>
          <a:xfrm>
            <a:off x="1381477" y="1688773"/>
            <a:ext cx="444605" cy="420559"/>
            <a:chOff x="-6338550" y="3272950"/>
            <a:chExt cx="308775" cy="292075"/>
          </a:xfrm>
        </p:grpSpPr>
        <p:sp>
          <p:nvSpPr>
            <p:cNvPr id="8602" name="Google Shape;8602;p5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p5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p5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05" name="Google Shape;8605;p50"/>
          <p:cNvGrpSpPr/>
          <p:nvPr/>
        </p:nvGrpSpPr>
        <p:grpSpPr>
          <a:xfrm>
            <a:off x="1392817" y="2205194"/>
            <a:ext cx="421927" cy="419659"/>
            <a:chOff x="-6329100" y="3632100"/>
            <a:chExt cx="293025" cy="291450"/>
          </a:xfrm>
        </p:grpSpPr>
        <p:sp>
          <p:nvSpPr>
            <p:cNvPr id="8606" name="Google Shape;8606;p5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p5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p5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09" name="Google Shape;8609;p50"/>
          <p:cNvGrpSpPr/>
          <p:nvPr/>
        </p:nvGrpSpPr>
        <p:grpSpPr>
          <a:xfrm>
            <a:off x="1405867" y="2756828"/>
            <a:ext cx="419623" cy="419659"/>
            <a:chOff x="-6329875" y="3992050"/>
            <a:chExt cx="291425" cy="291450"/>
          </a:xfrm>
        </p:grpSpPr>
        <p:sp>
          <p:nvSpPr>
            <p:cNvPr id="8610" name="Google Shape;8610;p5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p5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p5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p5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14" name="Google Shape;8614;p50"/>
          <p:cNvGrpSpPr/>
          <p:nvPr/>
        </p:nvGrpSpPr>
        <p:grpSpPr>
          <a:xfrm>
            <a:off x="4092004" y="1687530"/>
            <a:ext cx="423079" cy="423043"/>
            <a:chOff x="-4478975" y="3251700"/>
            <a:chExt cx="293825" cy="293800"/>
          </a:xfrm>
        </p:grpSpPr>
        <p:sp>
          <p:nvSpPr>
            <p:cNvPr id="8615" name="Google Shape;8615;p5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6" name="Google Shape;8616;p5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p5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18" name="Google Shape;8618;p50"/>
          <p:cNvGrpSpPr/>
          <p:nvPr/>
        </p:nvGrpSpPr>
        <p:grpSpPr>
          <a:xfrm>
            <a:off x="4092004" y="2205192"/>
            <a:ext cx="423079" cy="419659"/>
            <a:chOff x="-4475825" y="3612425"/>
            <a:chExt cx="293825" cy="291450"/>
          </a:xfrm>
        </p:grpSpPr>
        <p:sp>
          <p:nvSpPr>
            <p:cNvPr id="8619" name="Google Shape;8619;p5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p5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p5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22" name="Google Shape;8622;p50"/>
          <p:cNvGrpSpPr/>
          <p:nvPr/>
        </p:nvGrpSpPr>
        <p:grpSpPr>
          <a:xfrm>
            <a:off x="4101077" y="2756844"/>
            <a:ext cx="428730" cy="419623"/>
            <a:chOff x="-4480550" y="3970800"/>
            <a:chExt cx="297750" cy="291425"/>
          </a:xfrm>
        </p:grpSpPr>
        <p:sp>
          <p:nvSpPr>
            <p:cNvPr id="8623" name="Google Shape;8623;p5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4" name="Google Shape;8624;p5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25" name="Google Shape;8625;p50"/>
          <p:cNvGrpSpPr/>
          <p:nvPr/>
        </p:nvGrpSpPr>
        <p:grpSpPr>
          <a:xfrm>
            <a:off x="6804910" y="1689221"/>
            <a:ext cx="415123" cy="419659"/>
            <a:chOff x="-2668225" y="3239075"/>
            <a:chExt cx="288300" cy="291450"/>
          </a:xfrm>
        </p:grpSpPr>
        <p:sp>
          <p:nvSpPr>
            <p:cNvPr id="8626" name="Google Shape;8626;p5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7" name="Google Shape;8627;p5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8" name="Google Shape;8628;p5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9" name="Google Shape;8629;p5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0" name="Google Shape;8630;p5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31" name="Google Shape;8631;p50"/>
          <p:cNvGrpSpPr/>
          <p:nvPr/>
        </p:nvGrpSpPr>
        <p:grpSpPr>
          <a:xfrm>
            <a:off x="6802066" y="2205191"/>
            <a:ext cx="420811" cy="419659"/>
            <a:chOff x="-2671375" y="3597450"/>
            <a:chExt cx="292250" cy="291450"/>
          </a:xfrm>
        </p:grpSpPr>
        <p:sp>
          <p:nvSpPr>
            <p:cNvPr id="8632" name="Google Shape;8632;p5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3" name="Google Shape;8633;p5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34" name="Google Shape;8634;p50"/>
          <p:cNvGrpSpPr/>
          <p:nvPr/>
        </p:nvGrpSpPr>
        <p:grpSpPr>
          <a:xfrm>
            <a:off x="6812849" y="2755691"/>
            <a:ext cx="423043" cy="421927"/>
            <a:chOff x="-2670575" y="3956600"/>
            <a:chExt cx="293800" cy="293025"/>
          </a:xfrm>
        </p:grpSpPr>
        <p:sp>
          <p:nvSpPr>
            <p:cNvPr id="8635" name="Google Shape;8635;p5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6" name="Google Shape;8636;p5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7" name="Google Shape;8637;p5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p5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39" name="Google Shape;8639;p50"/>
          <p:cNvGrpSpPr/>
          <p:nvPr/>
        </p:nvGrpSpPr>
        <p:grpSpPr>
          <a:xfrm>
            <a:off x="3070370" y="3311947"/>
            <a:ext cx="426462" cy="418363"/>
            <a:chOff x="-1183550" y="3586525"/>
            <a:chExt cx="296175" cy="290550"/>
          </a:xfrm>
        </p:grpSpPr>
        <p:sp>
          <p:nvSpPr>
            <p:cNvPr id="8640" name="Google Shape;8640;p5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1" name="Google Shape;8641;p5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p5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p5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p5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5" name="Google Shape;8645;p5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6" name="Google Shape;8646;p5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p5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p5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49" name="Google Shape;8649;p50"/>
          <p:cNvGrpSpPr/>
          <p:nvPr/>
        </p:nvGrpSpPr>
        <p:grpSpPr>
          <a:xfrm>
            <a:off x="1933980" y="1689799"/>
            <a:ext cx="420811" cy="418507"/>
            <a:chOff x="-5971525" y="3273750"/>
            <a:chExt cx="292250" cy="290650"/>
          </a:xfrm>
        </p:grpSpPr>
        <p:sp>
          <p:nvSpPr>
            <p:cNvPr id="8650" name="Google Shape;8650;p5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1" name="Google Shape;8651;p5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52" name="Google Shape;8652;p50"/>
          <p:cNvGrpSpPr/>
          <p:nvPr/>
        </p:nvGrpSpPr>
        <p:grpSpPr>
          <a:xfrm>
            <a:off x="1928310" y="2203826"/>
            <a:ext cx="432150" cy="422395"/>
            <a:chOff x="-5974675" y="3632100"/>
            <a:chExt cx="300125" cy="293350"/>
          </a:xfrm>
        </p:grpSpPr>
        <p:sp>
          <p:nvSpPr>
            <p:cNvPr id="8653" name="Google Shape;8653;p5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p5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p5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56" name="Google Shape;8656;p50"/>
          <p:cNvGrpSpPr/>
          <p:nvPr/>
        </p:nvGrpSpPr>
        <p:grpSpPr>
          <a:xfrm>
            <a:off x="1958351" y="2755694"/>
            <a:ext cx="395865" cy="421927"/>
            <a:chOff x="-5971525" y="3990475"/>
            <a:chExt cx="274925" cy="293025"/>
          </a:xfrm>
        </p:grpSpPr>
        <p:sp>
          <p:nvSpPr>
            <p:cNvPr id="8657" name="Google Shape;8657;p5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p5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p5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0" name="Google Shape;8660;p5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61" name="Google Shape;8661;p50"/>
          <p:cNvGrpSpPr/>
          <p:nvPr/>
        </p:nvGrpSpPr>
        <p:grpSpPr>
          <a:xfrm>
            <a:off x="4631558" y="1689798"/>
            <a:ext cx="420775" cy="418507"/>
            <a:chOff x="-4118225" y="3253275"/>
            <a:chExt cx="292225" cy="290650"/>
          </a:xfrm>
        </p:grpSpPr>
        <p:sp>
          <p:nvSpPr>
            <p:cNvPr id="8662" name="Google Shape;8662;p5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3" name="Google Shape;8663;p5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64" name="Google Shape;8664;p50"/>
          <p:cNvGrpSpPr/>
          <p:nvPr/>
        </p:nvGrpSpPr>
        <p:grpSpPr>
          <a:xfrm>
            <a:off x="4682008" y="2204922"/>
            <a:ext cx="319874" cy="420199"/>
            <a:chOff x="-4082800" y="3612425"/>
            <a:chExt cx="222150" cy="291825"/>
          </a:xfrm>
        </p:grpSpPr>
        <p:sp>
          <p:nvSpPr>
            <p:cNvPr id="8665" name="Google Shape;8665;p5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p5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p5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68" name="Google Shape;8668;p50"/>
          <p:cNvGrpSpPr/>
          <p:nvPr/>
        </p:nvGrpSpPr>
        <p:grpSpPr>
          <a:xfrm>
            <a:off x="4643456" y="2769876"/>
            <a:ext cx="420775" cy="393561"/>
            <a:chOff x="-4118225" y="3990475"/>
            <a:chExt cx="292225" cy="273325"/>
          </a:xfrm>
        </p:grpSpPr>
        <p:sp>
          <p:nvSpPr>
            <p:cNvPr id="8669" name="Google Shape;8669;p5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0" name="Google Shape;8670;p5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1" name="Google Shape;8671;p5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2" name="Google Shape;8672;p5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73" name="Google Shape;8673;p50"/>
          <p:cNvGrpSpPr/>
          <p:nvPr/>
        </p:nvGrpSpPr>
        <p:grpSpPr>
          <a:xfrm>
            <a:off x="7354110" y="1688087"/>
            <a:ext cx="394713" cy="421927"/>
            <a:chOff x="-2312225" y="3238300"/>
            <a:chExt cx="274125" cy="293025"/>
          </a:xfrm>
        </p:grpSpPr>
        <p:sp>
          <p:nvSpPr>
            <p:cNvPr id="8674" name="Google Shape;8674;p5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5" name="Google Shape;8675;p5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76" name="Google Shape;8676;p50"/>
          <p:cNvGrpSpPr/>
          <p:nvPr/>
        </p:nvGrpSpPr>
        <p:grpSpPr>
          <a:xfrm>
            <a:off x="7341062" y="2153586"/>
            <a:ext cx="420811" cy="522864"/>
            <a:chOff x="-2310650" y="3525775"/>
            <a:chExt cx="292250" cy="363125"/>
          </a:xfrm>
        </p:grpSpPr>
        <p:sp>
          <p:nvSpPr>
            <p:cNvPr id="8677" name="Google Shape;8677;p5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8" name="Google Shape;8678;p5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9" name="Google Shape;8679;p5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0" name="Google Shape;8680;p5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81" name="Google Shape;8681;p50"/>
          <p:cNvGrpSpPr/>
          <p:nvPr/>
        </p:nvGrpSpPr>
        <p:grpSpPr>
          <a:xfrm>
            <a:off x="7351827" y="2756825"/>
            <a:ext cx="423079" cy="419659"/>
            <a:chOff x="-2310650" y="3958175"/>
            <a:chExt cx="293825" cy="291450"/>
          </a:xfrm>
        </p:grpSpPr>
        <p:sp>
          <p:nvSpPr>
            <p:cNvPr id="8682" name="Google Shape;8682;p5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3" name="Google Shape;8683;p5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84" name="Google Shape;8684;p50"/>
          <p:cNvGrpSpPr/>
          <p:nvPr/>
        </p:nvGrpSpPr>
        <p:grpSpPr>
          <a:xfrm>
            <a:off x="4718688" y="3308459"/>
            <a:ext cx="424159" cy="419659"/>
            <a:chOff x="-1182750" y="3962900"/>
            <a:chExt cx="294575" cy="291450"/>
          </a:xfrm>
        </p:grpSpPr>
        <p:sp>
          <p:nvSpPr>
            <p:cNvPr id="8685" name="Google Shape;8685;p5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p5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p5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p5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p5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p5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p5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92" name="Google Shape;8692;p50"/>
          <p:cNvGrpSpPr/>
          <p:nvPr/>
        </p:nvGrpSpPr>
        <p:grpSpPr>
          <a:xfrm>
            <a:off x="2471824" y="1689223"/>
            <a:ext cx="424195" cy="419659"/>
            <a:chOff x="-5611575" y="3272950"/>
            <a:chExt cx="294600" cy="291450"/>
          </a:xfrm>
        </p:grpSpPr>
        <p:sp>
          <p:nvSpPr>
            <p:cNvPr id="8693" name="Google Shape;8693;p5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4" name="Google Shape;8694;p5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5" name="Google Shape;8695;p5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p5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7" name="Google Shape;8697;p5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98" name="Google Shape;8698;p50"/>
          <p:cNvGrpSpPr/>
          <p:nvPr/>
        </p:nvGrpSpPr>
        <p:grpSpPr>
          <a:xfrm>
            <a:off x="2471824" y="2205770"/>
            <a:ext cx="424195" cy="418507"/>
            <a:chOff x="-5613150" y="3632900"/>
            <a:chExt cx="294600" cy="290650"/>
          </a:xfrm>
        </p:grpSpPr>
        <p:sp>
          <p:nvSpPr>
            <p:cNvPr id="8699" name="Google Shape;8699;p5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0" name="Google Shape;8700;p5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01" name="Google Shape;8701;p50"/>
          <p:cNvGrpSpPr/>
          <p:nvPr/>
        </p:nvGrpSpPr>
        <p:grpSpPr>
          <a:xfrm>
            <a:off x="2483722" y="2756270"/>
            <a:ext cx="424195" cy="420775"/>
            <a:chOff x="-5613150" y="3991275"/>
            <a:chExt cx="294600" cy="292225"/>
          </a:xfrm>
        </p:grpSpPr>
        <p:sp>
          <p:nvSpPr>
            <p:cNvPr id="8702" name="Google Shape;8702;p5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3" name="Google Shape;8703;p5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4" name="Google Shape;8704;p5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p5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6" name="Google Shape;8706;p5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7" name="Google Shape;8707;p5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8" name="Google Shape;8708;p5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9" name="Google Shape;8709;p5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p5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1" name="Google Shape;8711;p50"/>
          <p:cNvGrpSpPr/>
          <p:nvPr/>
        </p:nvGrpSpPr>
        <p:grpSpPr>
          <a:xfrm>
            <a:off x="5155210" y="1689438"/>
            <a:ext cx="434634" cy="419227"/>
            <a:chOff x="-3768700" y="3253275"/>
            <a:chExt cx="301850" cy="291150"/>
          </a:xfrm>
        </p:grpSpPr>
        <p:sp>
          <p:nvSpPr>
            <p:cNvPr id="8712" name="Google Shape;8712;p5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p5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4" name="Google Shape;8714;p5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5" name="Google Shape;8715;p50"/>
          <p:cNvGrpSpPr/>
          <p:nvPr/>
        </p:nvGrpSpPr>
        <p:grpSpPr>
          <a:xfrm>
            <a:off x="5159293" y="2217090"/>
            <a:ext cx="426462" cy="395865"/>
            <a:chOff x="-3808700" y="3628950"/>
            <a:chExt cx="296175" cy="274925"/>
          </a:xfrm>
        </p:grpSpPr>
        <p:sp>
          <p:nvSpPr>
            <p:cNvPr id="8716" name="Google Shape;8716;p5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p5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p5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9" name="Google Shape;8719;p50"/>
          <p:cNvGrpSpPr/>
          <p:nvPr/>
        </p:nvGrpSpPr>
        <p:grpSpPr>
          <a:xfrm>
            <a:off x="5224504" y="2756412"/>
            <a:ext cx="419443" cy="420487"/>
            <a:chOff x="-3771675" y="3971775"/>
            <a:chExt cx="291300" cy="292025"/>
          </a:xfrm>
        </p:grpSpPr>
        <p:sp>
          <p:nvSpPr>
            <p:cNvPr id="8720" name="Google Shape;8720;p5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p5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p5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p5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p5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25" name="Google Shape;8725;p50"/>
          <p:cNvGrpSpPr/>
          <p:nvPr/>
        </p:nvGrpSpPr>
        <p:grpSpPr>
          <a:xfrm>
            <a:off x="7885948" y="1716461"/>
            <a:ext cx="420271" cy="320774"/>
            <a:chOff x="-1951475" y="3273100"/>
            <a:chExt cx="291875" cy="222775"/>
          </a:xfrm>
        </p:grpSpPr>
        <p:sp>
          <p:nvSpPr>
            <p:cNvPr id="8726" name="Google Shape;8726;p5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7" name="Google Shape;8727;p5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8" name="Google Shape;8728;p5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29" name="Google Shape;8729;p50"/>
          <p:cNvGrpSpPr/>
          <p:nvPr/>
        </p:nvGrpSpPr>
        <p:grpSpPr>
          <a:xfrm>
            <a:off x="7883429" y="2205191"/>
            <a:ext cx="425310" cy="419659"/>
            <a:chOff x="-1951475" y="3597450"/>
            <a:chExt cx="295375" cy="291450"/>
          </a:xfrm>
        </p:grpSpPr>
        <p:sp>
          <p:nvSpPr>
            <p:cNvPr id="8730" name="Google Shape;8730;p5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p5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2" name="Google Shape;8732;p5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3" name="Google Shape;8733;p5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34" name="Google Shape;8734;p50"/>
          <p:cNvGrpSpPr/>
          <p:nvPr/>
        </p:nvGrpSpPr>
        <p:grpSpPr>
          <a:xfrm>
            <a:off x="7885680" y="2756825"/>
            <a:ext cx="444605" cy="419659"/>
            <a:chOff x="-1960150" y="3956600"/>
            <a:chExt cx="308775" cy="291450"/>
          </a:xfrm>
        </p:grpSpPr>
        <p:sp>
          <p:nvSpPr>
            <p:cNvPr id="8735" name="Google Shape;8735;p5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6" name="Google Shape;8736;p5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37" name="Google Shape;8737;p50"/>
          <p:cNvGrpSpPr/>
          <p:nvPr/>
        </p:nvGrpSpPr>
        <p:grpSpPr>
          <a:xfrm>
            <a:off x="1939718" y="3307636"/>
            <a:ext cx="420775" cy="420775"/>
            <a:chOff x="-804700" y="3226500"/>
            <a:chExt cx="292225" cy="292225"/>
          </a:xfrm>
        </p:grpSpPr>
        <p:sp>
          <p:nvSpPr>
            <p:cNvPr id="8738" name="Google Shape;8738;p5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9" name="Google Shape;8739;p5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0" name="Google Shape;8740;p5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1" name="Google Shape;8741;p5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2" name="Google Shape;8742;p5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3" name="Google Shape;8743;p5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4" name="Google Shape;8744;p5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5" name="Google Shape;8745;p50"/>
          <p:cNvGrpSpPr/>
          <p:nvPr/>
        </p:nvGrpSpPr>
        <p:grpSpPr>
          <a:xfrm>
            <a:off x="3019809" y="1688647"/>
            <a:ext cx="420775" cy="420811"/>
            <a:chOff x="-5251625" y="3272950"/>
            <a:chExt cx="292225" cy="292250"/>
          </a:xfrm>
        </p:grpSpPr>
        <p:sp>
          <p:nvSpPr>
            <p:cNvPr id="8746" name="Google Shape;8746;p5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p5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p5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9" name="Google Shape;8749;p50"/>
          <p:cNvGrpSpPr/>
          <p:nvPr/>
        </p:nvGrpSpPr>
        <p:grpSpPr>
          <a:xfrm>
            <a:off x="3016407" y="2204348"/>
            <a:ext cx="427578" cy="421351"/>
            <a:chOff x="-5254775" y="3631325"/>
            <a:chExt cx="296950" cy="292625"/>
          </a:xfrm>
        </p:grpSpPr>
        <p:sp>
          <p:nvSpPr>
            <p:cNvPr id="8750" name="Google Shape;8750;p5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p5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p5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p5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4" name="Google Shape;8754;p5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p5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p5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57" name="Google Shape;8757;p50"/>
          <p:cNvGrpSpPr/>
          <p:nvPr/>
        </p:nvGrpSpPr>
        <p:grpSpPr>
          <a:xfrm>
            <a:off x="3032265" y="2756270"/>
            <a:ext cx="419659" cy="420775"/>
            <a:chOff x="-5251625" y="3991275"/>
            <a:chExt cx="291450" cy="292225"/>
          </a:xfrm>
        </p:grpSpPr>
        <p:sp>
          <p:nvSpPr>
            <p:cNvPr id="8758" name="Google Shape;8758;p5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p5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p5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p5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p5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63" name="Google Shape;8763;p50"/>
          <p:cNvGrpSpPr/>
          <p:nvPr/>
        </p:nvGrpSpPr>
        <p:grpSpPr>
          <a:xfrm>
            <a:off x="5772848" y="1689240"/>
            <a:ext cx="319874" cy="419623"/>
            <a:chOff x="-3365275" y="3253275"/>
            <a:chExt cx="222150" cy="291425"/>
          </a:xfrm>
        </p:grpSpPr>
        <p:sp>
          <p:nvSpPr>
            <p:cNvPr id="8764" name="Google Shape;8764;p5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p5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66" name="Google Shape;8766;p50"/>
          <p:cNvGrpSpPr/>
          <p:nvPr/>
        </p:nvGrpSpPr>
        <p:grpSpPr>
          <a:xfrm>
            <a:off x="5746786" y="2204058"/>
            <a:ext cx="371998" cy="421927"/>
            <a:chOff x="-3383375" y="3611625"/>
            <a:chExt cx="258350" cy="293025"/>
          </a:xfrm>
        </p:grpSpPr>
        <p:sp>
          <p:nvSpPr>
            <p:cNvPr id="8767" name="Google Shape;8767;p5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p5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69" name="Google Shape;8769;p50"/>
          <p:cNvGrpSpPr/>
          <p:nvPr/>
        </p:nvGrpSpPr>
        <p:grpSpPr>
          <a:xfrm>
            <a:off x="5809135" y="2756826"/>
            <a:ext cx="271097" cy="419659"/>
            <a:chOff x="-3347950" y="3971575"/>
            <a:chExt cx="188275" cy="291450"/>
          </a:xfrm>
        </p:grpSpPr>
        <p:sp>
          <p:nvSpPr>
            <p:cNvPr id="8770" name="Google Shape;8770;p5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p5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p5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73" name="Google Shape;8773;p50"/>
          <p:cNvGrpSpPr/>
          <p:nvPr/>
        </p:nvGrpSpPr>
        <p:grpSpPr>
          <a:xfrm>
            <a:off x="858994" y="3307061"/>
            <a:ext cx="371998" cy="421927"/>
            <a:chOff x="-1575775" y="3238300"/>
            <a:chExt cx="258350" cy="293025"/>
          </a:xfrm>
        </p:grpSpPr>
        <p:sp>
          <p:nvSpPr>
            <p:cNvPr id="8774" name="Google Shape;8774;p5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p5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p5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p5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8" name="Google Shape;8778;p5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79" name="Google Shape;8779;p50"/>
          <p:cNvGrpSpPr/>
          <p:nvPr/>
        </p:nvGrpSpPr>
        <p:grpSpPr>
          <a:xfrm>
            <a:off x="2503892" y="3309051"/>
            <a:ext cx="423079" cy="424159"/>
            <a:chOff x="-1591550" y="3597475"/>
            <a:chExt cx="293825" cy="294575"/>
          </a:xfrm>
        </p:grpSpPr>
        <p:sp>
          <p:nvSpPr>
            <p:cNvPr id="8780" name="Google Shape;8780;p5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1" name="Google Shape;8781;p5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2" name="Google Shape;8782;p5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83" name="Google Shape;8783;p50"/>
          <p:cNvGrpSpPr/>
          <p:nvPr/>
        </p:nvGrpSpPr>
        <p:grpSpPr>
          <a:xfrm>
            <a:off x="4153362" y="3318663"/>
            <a:ext cx="421927" cy="399248"/>
            <a:chOff x="-1592325" y="3957400"/>
            <a:chExt cx="293025" cy="277275"/>
          </a:xfrm>
        </p:grpSpPr>
        <p:sp>
          <p:nvSpPr>
            <p:cNvPr id="8784" name="Google Shape;8784;p5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5" name="Google Shape;8785;p5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6" name="Google Shape;8786;p5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7" name="Google Shape;8787;p5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88" name="Google Shape;8788;p50"/>
          <p:cNvGrpSpPr/>
          <p:nvPr/>
        </p:nvGrpSpPr>
        <p:grpSpPr>
          <a:xfrm>
            <a:off x="3640232" y="3310744"/>
            <a:ext cx="369730" cy="420775"/>
            <a:chOff x="-778700" y="3612425"/>
            <a:chExt cx="256775" cy="292225"/>
          </a:xfrm>
        </p:grpSpPr>
        <p:sp>
          <p:nvSpPr>
            <p:cNvPr id="8789" name="Google Shape;8789;p5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0" name="Google Shape;8790;p5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1" name="Google Shape;8791;p5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p5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3" name="Google Shape;8793;p5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p5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95" name="Google Shape;8795;p50"/>
          <p:cNvGrpSpPr/>
          <p:nvPr/>
        </p:nvGrpSpPr>
        <p:grpSpPr>
          <a:xfrm>
            <a:off x="6111733" y="3828305"/>
            <a:ext cx="340731" cy="387641"/>
            <a:chOff x="7728464" y="1561258"/>
            <a:chExt cx="349719" cy="397866"/>
          </a:xfrm>
        </p:grpSpPr>
        <p:sp>
          <p:nvSpPr>
            <p:cNvPr id="8796" name="Google Shape;8796;p50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p50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98" name="Google Shape;8798;p50"/>
          <p:cNvGrpSpPr/>
          <p:nvPr/>
        </p:nvGrpSpPr>
        <p:grpSpPr>
          <a:xfrm>
            <a:off x="4034702" y="3828305"/>
            <a:ext cx="387681" cy="387641"/>
            <a:chOff x="5611350" y="1561258"/>
            <a:chExt cx="397907" cy="397866"/>
          </a:xfrm>
        </p:grpSpPr>
        <p:sp>
          <p:nvSpPr>
            <p:cNvPr id="8799" name="Google Shape;8799;p50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p50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p50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p50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03" name="Google Shape;8803;p50"/>
          <p:cNvGrpSpPr/>
          <p:nvPr/>
        </p:nvGrpSpPr>
        <p:grpSpPr>
          <a:xfrm>
            <a:off x="4553987" y="3925571"/>
            <a:ext cx="387609" cy="193109"/>
            <a:chOff x="6140660" y="1661097"/>
            <a:chExt cx="397834" cy="198202"/>
          </a:xfrm>
        </p:grpSpPr>
        <p:sp>
          <p:nvSpPr>
            <p:cNvPr id="8804" name="Google Shape;8804;p50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5" name="Google Shape;8805;p50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p50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p50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08" name="Google Shape;8808;p50"/>
          <p:cNvGrpSpPr/>
          <p:nvPr/>
        </p:nvGrpSpPr>
        <p:grpSpPr>
          <a:xfrm>
            <a:off x="5073202" y="3828305"/>
            <a:ext cx="387681" cy="387641"/>
            <a:chOff x="6669907" y="1561258"/>
            <a:chExt cx="397907" cy="397866"/>
          </a:xfrm>
        </p:grpSpPr>
        <p:sp>
          <p:nvSpPr>
            <p:cNvPr id="8809" name="Google Shape;8809;p50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0" name="Google Shape;8810;p50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1" name="Google Shape;8811;p50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2" name="Google Shape;8812;p50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3" name="Google Shape;8813;p50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14" name="Google Shape;8814;p50"/>
          <p:cNvGrpSpPr/>
          <p:nvPr/>
        </p:nvGrpSpPr>
        <p:grpSpPr>
          <a:xfrm>
            <a:off x="1958433" y="3885842"/>
            <a:ext cx="387681" cy="272572"/>
            <a:chOff x="3386036" y="1746339"/>
            <a:chExt cx="397907" cy="279762"/>
          </a:xfrm>
        </p:grpSpPr>
        <p:sp>
          <p:nvSpPr>
            <p:cNvPr id="8815" name="Google Shape;8815;p50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6" name="Google Shape;8816;p50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17" name="Google Shape;8817;p50"/>
          <p:cNvGrpSpPr/>
          <p:nvPr/>
        </p:nvGrpSpPr>
        <p:grpSpPr>
          <a:xfrm>
            <a:off x="2996130" y="3828288"/>
            <a:ext cx="387681" cy="387681"/>
            <a:chOff x="4417380" y="1687279"/>
            <a:chExt cx="397907" cy="397907"/>
          </a:xfrm>
        </p:grpSpPr>
        <p:sp>
          <p:nvSpPr>
            <p:cNvPr id="8818" name="Google Shape;8818;p50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9" name="Google Shape;8819;p50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20" name="Google Shape;8820;p50"/>
          <p:cNvGrpSpPr/>
          <p:nvPr/>
        </p:nvGrpSpPr>
        <p:grpSpPr>
          <a:xfrm>
            <a:off x="7942611" y="3308537"/>
            <a:ext cx="387661" cy="387661"/>
            <a:chOff x="2869999" y="1687279"/>
            <a:chExt cx="397887" cy="397887"/>
          </a:xfrm>
        </p:grpSpPr>
        <p:sp>
          <p:nvSpPr>
            <p:cNvPr id="8821" name="Google Shape;8821;p50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2" name="Google Shape;8822;p50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23" name="Google Shape;8823;p50"/>
          <p:cNvGrpSpPr/>
          <p:nvPr/>
        </p:nvGrpSpPr>
        <p:grpSpPr>
          <a:xfrm>
            <a:off x="2477718" y="3828664"/>
            <a:ext cx="386807" cy="386929"/>
            <a:chOff x="3902887" y="1687655"/>
            <a:chExt cx="397010" cy="397135"/>
          </a:xfrm>
        </p:grpSpPr>
        <p:sp>
          <p:nvSpPr>
            <p:cNvPr id="8824" name="Google Shape;8824;p50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5" name="Google Shape;8825;p50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26" name="Google Shape;8826;p50"/>
          <p:cNvGrpSpPr/>
          <p:nvPr/>
        </p:nvGrpSpPr>
        <p:grpSpPr>
          <a:xfrm>
            <a:off x="3515416" y="3828344"/>
            <a:ext cx="387681" cy="387681"/>
            <a:chOff x="4933458" y="1687279"/>
            <a:chExt cx="397907" cy="397907"/>
          </a:xfrm>
        </p:grpSpPr>
        <p:sp>
          <p:nvSpPr>
            <p:cNvPr id="8827" name="Google Shape;8827;p50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8" name="Google Shape;8828;p50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29" name="Google Shape;8829;p50"/>
          <p:cNvGrpSpPr/>
          <p:nvPr/>
        </p:nvGrpSpPr>
        <p:grpSpPr>
          <a:xfrm>
            <a:off x="6348367" y="3308537"/>
            <a:ext cx="387661" cy="387661"/>
            <a:chOff x="1379798" y="1723250"/>
            <a:chExt cx="397887" cy="397887"/>
          </a:xfrm>
        </p:grpSpPr>
        <p:sp>
          <p:nvSpPr>
            <p:cNvPr id="8830" name="Google Shape;8830;p50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1" name="Google Shape;8831;p50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2" name="Google Shape;8832;p50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3" name="Google Shape;8833;p50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34" name="Google Shape;8834;p50"/>
          <p:cNvGrpSpPr/>
          <p:nvPr/>
        </p:nvGrpSpPr>
        <p:grpSpPr>
          <a:xfrm>
            <a:off x="5286246" y="3308537"/>
            <a:ext cx="387681" cy="387661"/>
            <a:chOff x="266768" y="1721375"/>
            <a:chExt cx="397907" cy="397887"/>
          </a:xfrm>
        </p:grpSpPr>
        <p:sp>
          <p:nvSpPr>
            <p:cNvPr id="8835" name="Google Shape;8835;p50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6" name="Google Shape;8836;p50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37" name="Google Shape;8837;p50"/>
          <p:cNvGrpSpPr/>
          <p:nvPr/>
        </p:nvGrpSpPr>
        <p:grpSpPr>
          <a:xfrm>
            <a:off x="5817327" y="3308537"/>
            <a:ext cx="387641" cy="387661"/>
            <a:chOff x="864491" y="1723250"/>
            <a:chExt cx="397866" cy="397887"/>
          </a:xfrm>
        </p:grpSpPr>
        <p:sp>
          <p:nvSpPr>
            <p:cNvPr id="8838" name="Google Shape;8838;p50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p50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p50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41" name="Google Shape;8841;p50"/>
          <p:cNvSpPr/>
          <p:nvPr/>
        </p:nvSpPr>
        <p:spPr>
          <a:xfrm>
            <a:off x="6879427" y="3343765"/>
            <a:ext cx="388846" cy="317145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42" name="Google Shape;8842;p50"/>
          <p:cNvGrpSpPr/>
          <p:nvPr/>
        </p:nvGrpSpPr>
        <p:grpSpPr>
          <a:xfrm>
            <a:off x="7411672" y="3308924"/>
            <a:ext cx="387539" cy="386888"/>
            <a:chOff x="2408992" y="1722875"/>
            <a:chExt cx="397761" cy="397093"/>
          </a:xfrm>
        </p:grpSpPr>
        <p:sp>
          <p:nvSpPr>
            <p:cNvPr id="8843" name="Google Shape;8843;p50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p50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45" name="Google Shape;8845;p50"/>
          <p:cNvGrpSpPr/>
          <p:nvPr/>
        </p:nvGrpSpPr>
        <p:grpSpPr>
          <a:xfrm>
            <a:off x="6584154" y="3827060"/>
            <a:ext cx="388966" cy="388966"/>
            <a:chOff x="1190625" y="238125"/>
            <a:chExt cx="5235075" cy="5235075"/>
          </a:xfrm>
        </p:grpSpPr>
        <p:sp>
          <p:nvSpPr>
            <p:cNvPr id="8846" name="Google Shape;8846;p50"/>
            <p:cNvSpPr/>
            <p:nvPr/>
          </p:nvSpPr>
          <p:spPr>
            <a:xfrm>
              <a:off x="2315100" y="1168900"/>
              <a:ext cx="2952100" cy="3373700"/>
            </a:xfrm>
            <a:custGeom>
              <a:rect b="b" l="l" r="r" t="t"/>
              <a:pathLst>
                <a:path extrusionOk="0" h="134948" w="118084">
                  <a:moveTo>
                    <a:pt x="69703" y="1"/>
                  </a:moveTo>
                  <a:cubicBezTo>
                    <a:pt x="69732" y="18483"/>
                    <a:pt x="69791" y="73192"/>
                    <a:pt x="69614" y="94277"/>
                  </a:cubicBezTo>
                  <a:cubicBezTo>
                    <a:pt x="69555" y="101848"/>
                    <a:pt x="66627" y="108827"/>
                    <a:pt x="61393" y="113914"/>
                  </a:cubicBezTo>
                  <a:cubicBezTo>
                    <a:pt x="56291" y="118871"/>
                    <a:pt x="49391" y="121638"/>
                    <a:pt x="41981" y="121638"/>
                  </a:cubicBezTo>
                  <a:cubicBezTo>
                    <a:pt x="41788" y="121638"/>
                    <a:pt x="41595" y="121636"/>
                    <a:pt x="41402" y="121632"/>
                  </a:cubicBezTo>
                  <a:cubicBezTo>
                    <a:pt x="26527" y="121336"/>
                    <a:pt x="14462" y="109005"/>
                    <a:pt x="14491" y="94159"/>
                  </a:cubicBezTo>
                  <a:cubicBezTo>
                    <a:pt x="14491" y="82094"/>
                    <a:pt x="22387" y="71477"/>
                    <a:pt x="33950" y="67988"/>
                  </a:cubicBezTo>
                  <a:lnTo>
                    <a:pt x="33861" y="54473"/>
                  </a:lnTo>
                  <a:cubicBezTo>
                    <a:pt x="25522" y="56070"/>
                    <a:pt x="17360" y="60949"/>
                    <a:pt x="11238" y="68224"/>
                  </a:cubicBezTo>
                  <a:cubicBezTo>
                    <a:pt x="3401" y="77480"/>
                    <a:pt x="1" y="88984"/>
                    <a:pt x="1864" y="99837"/>
                  </a:cubicBezTo>
                  <a:cubicBezTo>
                    <a:pt x="3668" y="109951"/>
                    <a:pt x="8961" y="119148"/>
                    <a:pt x="16857" y="125772"/>
                  </a:cubicBezTo>
                  <a:cubicBezTo>
                    <a:pt x="23901" y="131741"/>
                    <a:pt x="32192" y="134947"/>
                    <a:pt x="40396" y="134947"/>
                  </a:cubicBezTo>
                  <a:cubicBezTo>
                    <a:pt x="41215" y="134947"/>
                    <a:pt x="42034" y="134915"/>
                    <a:pt x="42851" y="134851"/>
                  </a:cubicBezTo>
                  <a:cubicBezTo>
                    <a:pt x="66893" y="133017"/>
                    <a:pt x="82508" y="116634"/>
                    <a:pt x="82596" y="93183"/>
                  </a:cubicBezTo>
                  <a:lnTo>
                    <a:pt x="82626" y="43738"/>
                  </a:lnTo>
                  <a:cubicBezTo>
                    <a:pt x="82626" y="40066"/>
                    <a:pt x="85620" y="37517"/>
                    <a:pt x="88833" y="37517"/>
                  </a:cubicBezTo>
                  <a:cubicBezTo>
                    <a:pt x="90045" y="37517"/>
                    <a:pt x="91289" y="37880"/>
                    <a:pt x="92414" y="38681"/>
                  </a:cubicBezTo>
                  <a:cubicBezTo>
                    <a:pt x="100014" y="44064"/>
                    <a:pt x="111163" y="46104"/>
                    <a:pt x="118083" y="46873"/>
                  </a:cubicBezTo>
                  <a:lnTo>
                    <a:pt x="118083" y="34127"/>
                  </a:lnTo>
                  <a:cubicBezTo>
                    <a:pt x="112405" y="32530"/>
                    <a:pt x="106432" y="30697"/>
                    <a:pt x="101197" y="27503"/>
                  </a:cubicBezTo>
                  <a:cubicBezTo>
                    <a:pt x="91320" y="21441"/>
                    <a:pt x="85228" y="12214"/>
                    <a:pt x="83069" y="30"/>
                  </a:cubicBezTo>
                  <a:lnTo>
                    <a:pt x="830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p50"/>
            <p:cNvSpPr/>
            <p:nvPr/>
          </p:nvSpPr>
          <p:spPr>
            <a:xfrm>
              <a:off x="1190625" y="238125"/>
              <a:ext cx="5235075" cy="5235075"/>
            </a:xfrm>
            <a:custGeom>
              <a:rect b="b" l="l" r="r" t="t"/>
              <a:pathLst>
                <a:path extrusionOk="0" h="209403" w="209403">
                  <a:moveTo>
                    <a:pt x="108469" y="24836"/>
                  </a:moveTo>
                  <a:cubicBezTo>
                    <a:pt x="108549" y="24836"/>
                    <a:pt x="108628" y="24838"/>
                    <a:pt x="108708" y="24841"/>
                  </a:cubicBezTo>
                  <a:lnTo>
                    <a:pt x="132248" y="24841"/>
                  </a:lnTo>
                  <a:cubicBezTo>
                    <a:pt x="132267" y="24841"/>
                    <a:pt x="132287" y="24841"/>
                    <a:pt x="132306" y="24841"/>
                  </a:cubicBezTo>
                  <a:cubicBezTo>
                    <a:pt x="136154" y="24841"/>
                    <a:pt x="139377" y="27758"/>
                    <a:pt x="139789" y="31583"/>
                  </a:cubicBezTo>
                  <a:cubicBezTo>
                    <a:pt x="140794" y="42082"/>
                    <a:pt x="144993" y="49445"/>
                    <a:pt x="152653" y="54147"/>
                  </a:cubicBezTo>
                  <a:cubicBezTo>
                    <a:pt x="156556" y="56542"/>
                    <a:pt x="161406" y="57991"/>
                    <a:pt x="166463" y="59411"/>
                  </a:cubicBezTo>
                  <a:cubicBezTo>
                    <a:pt x="167557" y="59736"/>
                    <a:pt x="168651" y="59973"/>
                    <a:pt x="169775" y="60150"/>
                  </a:cubicBezTo>
                  <a:cubicBezTo>
                    <a:pt x="173028" y="60357"/>
                    <a:pt x="175512" y="63078"/>
                    <a:pt x="175453" y="66331"/>
                  </a:cubicBezTo>
                  <a:lnTo>
                    <a:pt x="175453" y="90787"/>
                  </a:lnTo>
                  <a:cubicBezTo>
                    <a:pt x="175453" y="92414"/>
                    <a:pt x="174802" y="94011"/>
                    <a:pt x="173620" y="95194"/>
                  </a:cubicBezTo>
                  <a:cubicBezTo>
                    <a:pt x="172462" y="96322"/>
                    <a:pt x="170909" y="96969"/>
                    <a:pt x="169292" y="96969"/>
                  </a:cubicBezTo>
                  <a:cubicBezTo>
                    <a:pt x="169256" y="96969"/>
                    <a:pt x="169220" y="96969"/>
                    <a:pt x="169184" y="96968"/>
                  </a:cubicBezTo>
                  <a:cubicBezTo>
                    <a:pt x="168444" y="96968"/>
                    <a:pt x="154871" y="96702"/>
                    <a:pt x="141888" y="91970"/>
                  </a:cubicBezTo>
                  <a:cubicBezTo>
                    <a:pt x="141720" y="91905"/>
                    <a:pt x="141550" y="91875"/>
                    <a:pt x="141384" y="91875"/>
                  </a:cubicBezTo>
                  <a:cubicBezTo>
                    <a:pt x="140646" y="91875"/>
                    <a:pt x="139996" y="92474"/>
                    <a:pt x="139996" y="93271"/>
                  </a:cubicBezTo>
                  <a:lnTo>
                    <a:pt x="139966" y="130444"/>
                  </a:lnTo>
                  <a:cubicBezTo>
                    <a:pt x="139848" y="160371"/>
                    <a:pt x="119265" y="182077"/>
                    <a:pt x="88776" y="184443"/>
                  </a:cubicBezTo>
                  <a:cubicBezTo>
                    <a:pt x="87653" y="184532"/>
                    <a:pt x="86529" y="184561"/>
                    <a:pt x="85405" y="184561"/>
                  </a:cubicBezTo>
                  <a:cubicBezTo>
                    <a:pt x="61481" y="184561"/>
                    <a:pt x="39095" y="164896"/>
                    <a:pt x="34629" y="139168"/>
                  </a:cubicBezTo>
                  <a:cubicBezTo>
                    <a:pt x="32116" y="124707"/>
                    <a:pt x="36522" y="109507"/>
                    <a:pt x="46724" y="97441"/>
                  </a:cubicBezTo>
                  <a:cubicBezTo>
                    <a:pt x="56803" y="85541"/>
                    <a:pt x="70647" y="78721"/>
                    <a:pt x="84747" y="78721"/>
                  </a:cubicBezTo>
                  <a:cubicBezTo>
                    <a:pt x="84839" y="78721"/>
                    <a:pt x="84930" y="78721"/>
                    <a:pt x="85021" y="78722"/>
                  </a:cubicBezTo>
                  <a:cubicBezTo>
                    <a:pt x="88392" y="78722"/>
                    <a:pt x="91142" y="81472"/>
                    <a:pt x="91172" y="84873"/>
                  </a:cubicBezTo>
                  <a:lnTo>
                    <a:pt x="91349" y="108856"/>
                  </a:lnTo>
                  <a:cubicBezTo>
                    <a:pt x="91349" y="112641"/>
                    <a:pt x="88658" y="116013"/>
                    <a:pt x="84902" y="116545"/>
                  </a:cubicBezTo>
                  <a:cubicBezTo>
                    <a:pt x="77125" y="117580"/>
                    <a:pt x="71447" y="124441"/>
                    <a:pt x="71890" y="132277"/>
                  </a:cubicBezTo>
                  <a:cubicBezTo>
                    <a:pt x="72334" y="140114"/>
                    <a:pt x="78751" y="146295"/>
                    <a:pt x="86618" y="146443"/>
                  </a:cubicBezTo>
                  <a:cubicBezTo>
                    <a:pt x="86736" y="146445"/>
                    <a:pt x="86855" y="146446"/>
                    <a:pt x="86973" y="146446"/>
                  </a:cubicBezTo>
                  <a:cubicBezTo>
                    <a:pt x="91096" y="146446"/>
                    <a:pt x="94919" y="144946"/>
                    <a:pt x="97707" y="142243"/>
                  </a:cubicBezTo>
                  <a:cubicBezTo>
                    <a:pt x="100605" y="139434"/>
                    <a:pt x="102143" y="135619"/>
                    <a:pt x="102173" y="131390"/>
                  </a:cubicBezTo>
                  <a:cubicBezTo>
                    <a:pt x="102380" y="106047"/>
                    <a:pt x="102291" y="31790"/>
                    <a:pt x="102291" y="31051"/>
                  </a:cubicBezTo>
                  <a:cubicBezTo>
                    <a:pt x="102291" y="28419"/>
                    <a:pt x="103917" y="26083"/>
                    <a:pt x="106401" y="25196"/>
                  </a:cubicBezTo>
                  <a:cubicBezTo>
                    <a:pt x="107067" y="24956"/>
                    <a:pt x="107756" y="24836"/>
                    <a:pt x="108469" y="24836"/>
                  </a:cubicBezTo>
                  <a:close/>
                  <a:moveTo>
                    <a:pt x="33831" y="0"/>
                  </a:moveTo>
                  <a:cubicBezTo>
                    <a:pt x="15141" y="0"/>
                    <a:pt x="0" y="15141"/>
                    <a:pt x="0" y="33831"/>
                  </a:cubicBezTo>
                  <a:lnTo>
                    <a:pt x="0" y="175601"/>
                  </a:lnTo>
                  <a:cubicBezTo>
                    <a:pt x="0" y="194261"/>
                    <a:pt x="15141" y="209402"/>
                    <a:pt x="33831" y="209402"/>
                  </a:cubicBezTo>
                  <a:lnTo>
                    <a:pt x="175601" y="209402"/>
                  </a:lnTo>
                  <a:cubicBezTo>
                    <a:pt x="194261" y="209402"/>
                    <a:pt x="209402" y="194261"/>
                    <a:pt x="209402" y="175601"/>
                  </a:cubicBezTo>
                  <a:lnTo>
                    <a:pt x="209402" y="33831"/>
                  </a:lnTo>
                  <a:cubicBezTo>
                    <a:pt x="209402" y="15141"/>
                    <a:pt x="194261" y="0"/>
                    <a:pt x="1756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48" name="Google Shape;8848;p50"/>
          <p:cNvGrpSpPr/>
          <p:nvPr/>
        </p:nvGrpSpPr>
        <p:grpSpPr>
          <a:xfrm>
            <a:off x="5592488" y="3828305"/>
            <a:ext cx="387641" cy="387641"/>
            <a:chOff x="7199196" y="1561258"/>
            <a:chExt cx="397866" cy="397866"/>
          </a:xfrm>
        </p:grpSpPr>
        <p:sp>
          <p:nvSpPr>
            <p:cNvPr id="8849" name="Google Shape;8849;p50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p50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p50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855" name="Shape 8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56" name="Google Shape;8856;p51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Planning my Trip By Slidesgo">
  <a:themeElements>
    <a:clrScheme name="Simple Light">
      <a:dk1>
        <a:srgbClr val="000000"/>
      </a:dk1>
      <a:lt1>
        <a:srgbClr val="FFFFFF"/>
      </a:lt1>
      <a:dk2>
        <a:srgbClr val="4D75A3"/>
      </a:dk2>
      <a:lt2>
        <a:srgbClr val="FFFFFF"/>
      </a:lt2>
      <a:accent1>
        <a:srgbClr val="4D75A3"/>
      </a:accent1>
      <a:accent2>
        <a:srgbClr val="4D75A3"/>
      </a:accent2>
      <a:accent3>
        <a:srgbClr val="B9DCE5"/>
      </a:accent3>
      <a:accent4>
        <a:srgbClr val="54A5A0"/>
      </a:accent4>
      <a:accent5>
        <a:srgbClr val="297973"/>
      </a:accent5>
      <a:accent6>
        <a:srgbClr val="4D75A3"/>
      </a:accent6>
      <a:hlink>
        <a:srgbClr val="54A5A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/>
</file>